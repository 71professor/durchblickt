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"/>
  </p:notesMasterIdLst>
  <p:sldIdLst>
    <p:sldId id="256" r:id="rId2"/>
  </p:sldIdLst>
  <p:sldSz cx="7543800" cy="10058400"/>
  <p:notesSz cx="10058400" cy="7543800"/>
  <p:defaultTextStyle>
    <a:defPPr>
      <a:defRPr lang="en-GB"/>
    </a:defPPr>
    <a:lvl1pPr algn="l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1pPr>
    <a:lvl2pPr marL="742950" indent="-285750" algn="l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2pPr>
    <a:lvl3pPr marL="1143000" indent="-228600" algn="l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3pPr>
    <a:lvl4pPr marL="1600200" indent="-228600" algn="l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4pPr>
    <a:lvl5pPr marL="2057400" indent="-228600" algn="l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25" d="100"/>
          <a:sy n="125" d="100"/>
        </p:scale>
        <p:origin x="1288" y="-1480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>
            <a:extLst>
              <a:ext uri="{FF2B5EF4-FFF2-40B4-BE49-F238E27FC236}">
                <a16:creationId xmlns:a16="http://schemas.microsoft.com/office/drawing/2014/main" id="{9551C5EA-806B-B4C7-AE73-A35F93D73585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215900" y="812800"/>
            <a:ext cx="7126288" cy="400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F45ADCB1-CE2B-385C-2834-E8BDB157324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755650" y="5078413"/>
            <a:ext cx="6046788" cy="4810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de-DE" altLang="de-DE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F9CCB539-0896-94E2-0B30-C439FA803D6C}"/>
              </a:ext>
            </a:extLst>
          </p:cNvPr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tabLst>
                <a:tab pos="914400" algn="l"/>
                <a:tab pos="1828800" algn="l"/>
                <a:tab pos="27432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Segoe UI" panose="020B0502040204020203" pitchFamily="34" charset="0"/>
              </a:defRPr>
            </a:lvl1pPr>
          </a:lstStyle>
          <a:p>
            <a:endParaRPr lang="de-DE" altLang="de-DE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44B53E6C-5A33-3803-184B-74EFF007F6B6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278313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tabLst>
                <a:tab pos="914400" algn="l"/>
                <a:tab pos="1828800" algn="l"/>
                <a:tab pos="27432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Segoe UI" panose="020B0502040204020203" pitchFamily="34" charset="0"/>
              </a:defRPr>
            </a:lvl1pPr>
          </a:lstStyle>
          <a:p>
            <a:endParaRPr lang="de-DE" altLang="de-DE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FE362F57-86D0-118F-C943-F7BFD9C079B4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0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tabLst>
                <a:tab pos="914400" algn="l"/>
                <a:tab pos="1828800" algn="l"/>
                <a:tab pos="27432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Segoe UI" panose="020B0502040204020203" pitchFamily="34" charset="0"/>
              </a:defRPr>
            </a:lvl1pPr>
          </a:lstStyle>
          <a:p>
            <a:endParaRPr lang="de-DE" altLang="de-DE"/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CBE461B2-EF55-6F60-255E-FB8BC42512A4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4278313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tabLst>
                <a:tab pos="914400" algn="l"/>
                <a:tab pos="1828800" algn="l"/>
                <a:tab pos="27432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Segoe UI" panose="020B0502040204020203" pitchFamily="34" charset="0"/>
              </a:defRPr>
            </a:lvl1pPr>
          </a:lstStyle>
          <a:p>
            <a:fld id="{22936230-BC6C-4A09-8554-29854F51C3D2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747C593B-1072-636F-2624-4FE347867531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8907B09B-5016-4C48-B522-B4A84E0405A2}" type="slidenum">
              <a:rPr lang="de-DE" altLang="de-DE"/>
              <a:pPr/>
              <a:t>1</a:t>
            </a:fld>
            <a:endParaRPr lang="de-DE" altLang="de-DE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03027A20-CBB2-7903-7CCD-6F72CDA801E6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271713" y="1143000"/>
            <a:ext cx="2314575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0D20E3FB-5EBD-6DE7-9F1D-9F45166DE12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 altLang="de-DE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71882CF1-FF24-E367-EFF0-C4CC174206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61751F2E-46CC-4005-B0EC-6B8991EBFA29}" type="slidenum">
              <a:rPr lang="en-US" altLang="de-DE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1</a:t>
            </a:fld>
            <a:endParaRPr lang="en-US" altLang="de-DE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EF0FA7-3CE8-DAC5-3C7E-C5AFFA9EB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2975" y="1646238"/>
            <a:ext cx="5657850" cy="3502025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3310537-BA31-1D9E-FD48-DA1A5784C9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975" y="5283200"/>
            <a:ext cx="5657850" cy="24288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20272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AE499B-454C-142C-FCD1-EA77AE88F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534988"/>
            <a:ext cx="6505575" cy="1944687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1AE6AE-9937-31C6-0726-B1522E387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113" y="2678113"/>
            <a:ext cx="6505575" cy="63817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12565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0DB9E-0692-D115-6F24-53BD3272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2508250"/>
            <a:ext cx="6507163" cy="41830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2CD1DB-4276-2987-E679-51319F568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6731000"/>
            <a:ext cx="6507163" cy="2200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86314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AE856B-131E-DA2C-38E0-F78379ACD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534988"/>
            <a:ext cx="6505575" cy="1944687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DB5AC2-ADFF-A020-FF2A-C78E3E9D70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113" y="2678113"/>
            <a:ext cx="3176587" cy="63817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061A7CE-206B-43CC-16FB-46DB930A4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48100" y="2678113"/>
            <a:ext cx="3176588" cy="63817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930670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742408-D0ED-784C-3667-A1AFA1C1A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534988"/>
            <a:ext cx="6507162" cy="1944687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B7FAF7-2E50-3B99-BC12-7678B141B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9113" y="2465388"/>
            <a:ext cx="3192462" cy="12080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B0D4F0-D105-4C61-3410-D0F2187422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113" y="3673475"/>
            <a:ext cx="3192462" cy="54054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67133B6-A269-0F11-8AD5-F9036EF171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819525" y="2465388"/>
            <a:ext cx="3206750" cy="12080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E91F82A-0BAC-0AFC-5671-452427C90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19525" y="3673475"/>
            <a:ext cx="3206750" cy="54054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42568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5DCE20-1BDA-2BE0-A9F2-9FEAF1E2F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534988"/>
            <a:ext cx="6505575" cy="1944687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949146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599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F24C24-3FDF-6881-66FE-85EAE2DA6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669925"/>
            <a:ext cx="2433637" cy="2347913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0F00EC-2703-108B-24C4-441021B4F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50" y="1447800"/>
            <a:ext cx="3819525" cy="71485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CB26E0A-A892-405B-72FC-AF9002D93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9113" y="3017838"/>
            <a:ext cx="2433637" cy="5589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94597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1038D3-7719-CAA1-9E7D-71558342E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669925"/>
            <a:ext cx="2433637" cy="2347913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E4411FE-039D-2F2D-C930-A4DC380D56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206750" y="1447800"/>
            <a:ext cx="3819525" cy="71485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3E35FF-FF22-5298-24D0-A32F291C47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9113" y="3017838"/>
            <a:ext cx="2433637" cy="5589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9162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502E5-9635-B657-B5AC-779DB3AF5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13" y="534988"/>
            <a:ext cx="6505575" cy="1944687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5C91B6-4ACF-A053-50A6-5166404DB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9113" y="2678113"/>
            <a:ext cx="6505575" cy="63817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884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38C80DB-8956-2D14-CA1C-68A78F27AA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5399088" y="534988"/>
            <a:ext cx="1625600" cy="8524875"/>
          </a:xfrm>
          <a:prstGeom prst="rect">
            <a:avLst/>
          </a:prstGeo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2CB014-1997-9145-6E07-935A8F5089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9113" y="534988"/>
            <a:ext cx="4727575" cy="85248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726437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kern="1200">
          <a:solidFill>
            <a:srgbClr val="000000"/>
          </a:solidFill>
          <a:latin typeface="+mj-lt"/>
          <a:ea typeface="+mj-ea"/>
          <a:cs typeface="+mj-cs"/>
        </a:defRPr>
      </a:lvl1pPr>
      <a:lvl2pPr marL="742950" indent="-28575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2pPr>
      <a:lvl3pPr marL="11430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3pPr>
      <a:lvl4pPr marL="16002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4pPr>
      <a:lvl5pPr marL="20574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5pPr>
      <a:lvl6pPr marL="25146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6pPr>
      <a:lvl7pPr marL="29718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7pPr>
      <a:lvl8pPr marL="34290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8pPr>
      <a:lvl9pPr marL="3886200" indent="-228600" algn="l" rtl="0" fontAlgn="base">
        <a:lnSpc>
          <a:spcPct val="8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Calibri" panose="020F0502020204030204" pitchFamily="34" charset="0"/>
          <a:ea typeface="Microsoft YaHei" panose="020B0503020204020204" pitchFamily="34" charset="-122"/>
        </a:defRPr>
      </a:lvl9pPr>
    </p:titleStyle>
    <p:bodyStyle>
      <a:lvl1pPr marL="342900" indent="-342900" algn="l" rtl="0" fontAlgn="base">
        <a:lnSpc>
          <a:spcPct val="8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rtl="0" fontAlgn="base">
        <a:lnSpc>
          <a:spcPct val="8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8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8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8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AutoShape 1">
            <a:extLst>
              <a:ext uri="{FF2B5EF4-FFF2-40B4-BE49-F238E27FC236}">
                <a16:creationId xmlns:a16="http://schemas.microsoft.com/office/drawing/2014/main" id="{EEBD1400-A42D-CE8F-B150-C24DC38C8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3375" y="8223250"/>
            <a:ext cx="26988" cy="26988"/>
          </a:xfrm>
          <a:custGeom>
            <a:avLst/>
            <a:gdLst>
              <a:gd name="G0" fmla="*/ 74 1 2"/>
              <a:gd name="G1" fmla="*/ 1 48365 11520"/>
              <a:gd name="G2" fmla="*/ G1 32767 1"/>
              <a:gd name="G3" fmla="*/ G2 1 32767"/>
              <a:gd name="G4" fmla="cos G0 G3"/>
              <a:gd name="G5" fmla="*/ 74 1 2"/>
              <a:gd name="G6" fmla="*/ 1 48365 11520"/>
              <a:gd name="G7" fmla="*/ G6 32767 1"/>
              <a:gd name="G8" fmla="*/ G7 1 32767"/>
              <a:gd name="G9" fmla="sin G5 G8"/>
              <a:gd name="G10" fmla="*/ 74 1 2"/>
              <a:gd name="G11" fmla="+- G10 0 G4"/>
              <a:gd name="G12" fmla="+- G10 G4 0"/>
              <a:gd name="G13" fmla="+- G12 0 0"/>
              <a:gd name="G14" fmla="*/ 74 1 2"/>
              <a:gd name="G15" fmla="+- G14 0 G9"/>
              <a:gd name="G16" fmla="+- G14 G9 0"/>
              <a:gd name="G17" fmla="+- G16 0 0"/>
              <a:gd name="G18" fmla="+- 74 0 0"/>
              <a:gd name="G19" fmla="+- 7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74" name="AutoShape 2">
            <a:extLst>
              <a:ext uri="{FF2B5EF4-FFF2-40B4-BE49-F238E27FC236}">
                <a16:creationId xmlns:a16="http://schemas.microsoft.com/office/drawing/2014/main" id="{A2196B76-3D10-464A-01D5-050D11589D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07075" y="5651500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75" name="AutoShape 3">
            <a:extLst>
              <a:ext uri="{FF2B5EF4-FFF2-40B4-BE49-F238E27FC236}">
                <a16:creationId xmlns:a16="http://schemas.microsoft.com/office/drawing/2014/main" id="{949ED9FE-392A-8E93-AA9C-FFDF71BDE5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5800" y="542925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76" name="AutoShape 4">
            <a:extLst>
              <a:ext uri="{FF2B5EF4-FFF2-40B4-BE49-F238E27FC236}">
                <a16:creationId xmlns:a16="http://schemas.microsoft.com/office/drawing/2014/main" id="{AF868C1C-1676-2F71-A1F4-2557BB142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25" y="7143750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77" name="AutoShape 5">
            <a:extLst>
              <a:ext uri="{FF2B5EF4-FFF2-40B4-BE49-F238E27FC236}">
                <a16:creationId xmlns:a16="http://schemas.microsoft.com/office/drawing/2014/main" id="{607886A1-5E4D-674D-3AE9-DB7BF8616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91175" y="9531350"/>
            <a:ext cx="26988" cy="26988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78" name="AutoShape 6">
            <a:extLst>
              <a:ext uri="{FF2B5EF4-FFF2-40B4-BE49-F238E27FC236}">
                <a16:creationId xmlns:a16="http://schemas.microsoft.com/office/drawing/2014/main" id="{870723F0-2ABD-A504-5668-45D88FDF6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2113" y="1836738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79" name="AutoShape 7">
            <a:extLst>
              <a:ext uri="{FF2B5EF4-FFF2-40B4-BE49-F238E27FC236}">
                <a16:creationId xmlns:a16="http://schemas.microsoft.com/office/drawing/2014/main" id="{077405B1-52FB-EB56-7BA9-CA7986AD31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0300" y="8369300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0" name="AutoShape 8">
            <a:extLst>
              <a:ext uri="{FF2B5EF4-FFF2-40B4-BE49-F238E27FC236}">
                <a16:creationId xmlns:a16="http://schemas.microsoft.com/office/drawing/2014/main" id="{BD1A3841-648F-28A4-DA92-C60A77E175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2163" y="3143250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1" name="AutoShape 9">
            <a:extLst>
              <a:ext uri="{FF2B5EF4-FFF2-40B4-BE49-F238E27FC236}">
                <a16:creationId xmlns:a16="http://schemas.microsoft.com/office/drawing/2014/main" id="{B5A46D8F-1A89-CAED-9004-487CFAC02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7775" y="407988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3F2FDEE0-ED62-EAD2-9C9D-4E48AE4D09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9763" y="4356100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3" name="AutoShape 11">
            <a:extLst>
              <a:ext uri="{FF2B5EF4-FFF2-40B4-BE49-F238E27FC236}">
                <a16:creationId xmlns:a16="http://schemas.microsoft.com/office/drawing/2014/main" id="{6806803D-7D98-A472-C02D-3A9824AA94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5988" y="9117013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4" name="AutoShape 12">
            <a:extLst>
              <a:ext uri="{FF2B5EF4-FFF2-40B4-BE49-F238E27FC236}">
                <a16:creationId xmlns:a16="http://schemas.microsoft.com/office/drawing/2014/main" id="{E9FFDE6C-6391-D044-4608-1D6E63A913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1913" y="8828088"/>
            <a:ext cx="14287" cy="14287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5" name="AutoShape 13">
            <a:extLst>
              <a:ext uri="{FF2B5EF4-FFF2-40B4-BE49-F238E27FC236}">
                <a16:creationId xmlns:a16="http://schemas.microsoft.com/office/drawing/2014/main" id="{22D6A7A4-3104-2D90-7ED1-1D1E32D353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0163" y="7675563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6" name="AutoShape 14">
            <a:extLst>
              <a:ext uri="{FF2B5EF4-FFF2-40B4-BE49-F238E27FC236}">
                <a16:creationId xmlns:a16="http://schemas.microsoft.com/office/drawing/2014/main" id="{5EA564C8-A040-6ECF-6BB3-3A5C80BBF1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9853613"/>
            <a:ext cx="14288" cy="14287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7" name="AutoShape 15">
            <a:extLst>
              <a:ext uri="{FF2B5EF4-FFF2-40B4-BE49-F238E27FC236}">
                <a16:creationId xmlns:a16="http://schemas.microsoft.com/office/drawing/2014/main" id="{D7F1FED2-B042-4FD0-6085-27B4E5B70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2688" y="9493250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8" name="AutoShape 16">
            <a:extLst>
              <a:ext uri="{FF2B5EF4-FFF2-40B4-BE49-F238E27FC236}">
                <a16:creationId xmlns:a16="http://schemas.microsoft.com/office/drawing/2014/main" id="{D186E6AE-508C-3C28-7CD2-AB6187C6A3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1250" y="728663"/>
            <a:ext cx="11113" cy="11112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89" name="AutoShape 17">
            <a:extLst>
              <a:ext uri="{FF2B5EF4-FFF2-40B4-BE49-F238E27FC236}">
                <a16:creationId xmlns:a16="http://schemas.microsoft.com/office/drawing/2014/main" id="{1240102A-4A10-7AB0-FA6F-B64977B4B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4363" y="7866063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0" name="AutoShape 18">
            <a:extLst>
              <a:ext uri="{FF2B5EF4-FFF2-40B4-BE49-F238E27FC236}">
                <a16:creationId xmlns:a16="http://schemas.microsoft.com/office/drawing/2014/main" id="{2B24D286-AA20-DE04-1598-DD26A5303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8450" y="4921250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1" name="AutoShape 19">
            <a:extLst>
              <a:ext uri="{FF2B5EF4-FFF2-40B4-BE49-F238E27FC236}">
                <a16:creationId xmlns:a16="http://schemas.microsoft.com/office/drawing/2014/main" id="{8FEBAF35-8D8F-CE54-BF33-C24320B80A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3588" y="6145213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2" name="AutoShape 20">
            <a:extLst>
              <a:ext uri="{FF2B5EF4-FFF2-40B4-BE49-F238E27FC236}">
                <a16:creationId xmlns:a16="http://schemas.microsoft.com/office/drawing/2014/main" id="{4FB5A19D-7AD6-4473-4948-10950CF05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8600" y="5668963"/>
            <a:ext cx="23813" cy="23812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4" name="AutoShape 22">
            <a:extLst>
              <a:ext uri="{FF2B5EF4-FFF2-40B4-BE49-F238E27FC236}">
                <a16:creationId xmlns:a16="http://schemas.microsoft.com/office/drawing/2014/main" id="{A9837965-910B-A21A-1122-01EF25B93B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6323013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5" name="AutoShape 23">
            <a:extLst>
              <a:ext uri="{FF2B5EF4-FFF2-40B4-BE49-F238E27FC236}">
                <a16:creationId xmlns:a16="http://schemas.microsoft.com/office/drawing/2014/main" id="{A41A0EBC-6532-4A48-556C-591C327E3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5675" y="5775325"/>
            <a:ext cx="14288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6" name="AutoShape 24">
            <a:extLst>
              <a:ext uri="{FF2B5EF4-FFF2-40B4-BE49-F238E27FC236}">
                <a16:creationId xmlns:a16="http://schemas.microsoft.com/office/drawing/2014/main" id="{AF8D0ED3-AF74-BE1B-6C31-DC1AB2E03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0" y="177800"/>
            <a:ext cx="11113" cy="11113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7" name="AutoShape 25">
            <a:extLst>
              <a:ext uri="{FF2B5EF4-FFF2-40B4-BE49-F238E27FC236}">
                <a16:creationId xmlns:a16="http://schemas.microsoft.com/office/drawing/2014/main" id="{57CA0EB8-88AB-C0A6-3F28-5E1F2F166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6150" y="3775075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8" name="AutoShape 26">
            <a:extLst>
              <a:ext uri="{FF2B5EF4-FFF2-40B4-BE49-F238E27FC236}">
                <a16:creationId xmlns:a16="http://schemas.microsoft.com/office/drawing/2014/main" id="{13D6D610-D269-3CF9-56C2-6B5496103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1538" y="644525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099" name="AutoShape 27">
            <a:extLst>
              <a:ext uri="{FF2B5EF4-FFF2-40B4-BE49-F238E27FC236}">
                <a16:creationId xmlns:a16="http://schemas.microsoft.com/office/drawing/2014/main" id="{B63474FD-0DAF-30E3-CA66-42DDC63877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5" y="5033963"/>
            <a:ext cx="20638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0" name="AutoShape 28">
            <a:extLst>
              <a:ext uri="{FF2B5EF4-FFF2-40B4-BE49-F238E27FC236}">
                <a16:creationId xmlns:a16="http://schemas.microsoft.com/office/drawing/2014/main" id="{5DA86CB7-CC23-77A5-6E33-E7D18D1C3D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6688" y="1019175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1" name="AutoShape 29">
            <a:extLst>
              <a:ext uri="{FF2B5EF4-FFF2-40B4-BE49-F238E27FC236}">
                <a16:creationId xmlns:a16="http://schemas.microsoft.com/office/drawing/2014/main" id="{3C8CF315-94ED-5640-7F08-020542DEF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6750" y="2847975"/>
            <a:ext cx="17463" cy="17463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2" name="AutoShape 30">
            <a:extLst>
              <a:ext uri="{FF2B5EF4-FFF2-40B4-BE49-F238E27FC236}">
                <a16:creationId xmlns:a16="http://schemas.microsoft.com/office/drawing/2014/main" id="{1FB24EF1-2A27-656F-4B44-76BCC84A9F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3988" y="4652963"/>
            <a:ext cx="23812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3" name="AutoShape 31">
            <a:extLst>
              <a:ext uri="{FF2B5EF4-FFF2-40B4-BE49-F238E27FC236}">
                <a16:creationId xmlns:a16="http://schemas.microsoft.com/office/drawing/2014/main" id="{BCAD5C2F-9BE4-B1C3-0ED0-49CF9DC56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2275" y="568325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4" name="AutoShape 32">
            <a:extLst>
              <a:ext uri="{FF2B5EF4-FFF2-40B4-BE49-F238E27FC236}">
                <a16:creationId xmlns:a16="http://schemas.microsoft.com/office/drawing/2014/main" id="{450FE005-321A-235A-2B79-2028C3198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0438" y="4840288"/>
            <a:ext cx="23812" cy="23812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5" name="AutoShape 33">
            <a:extLst>
              <a:ext uri="{FF2B5EF4-FFF2-40B4-BE49-F238E27FC236}">
                <a16:creationId xmlns:a16="http://schemas.microsoft.com/office/drawing/2014/main" id="{6356BE25-98B8-74EC-CAF1-16DB46B49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3938" y="1547813"/>
            <a:ext cx="11112" cy="11112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7" name="AutoShape 35">
            <a:extLst>
              <a:ext uri="{FF2B5EF4-FFF2-40B4-BE49-F238E27FC236}">
                <a16:creationId xmlns:a16="http://schemas.microsoft.com/office/drawing/2014/main" id="{DD123354-2D2B-156E-6872-49349F913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0763" y="9139238"/>
            <a:ext cx="20637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09" name="AutoShape 37">
            <a:extLst>
              <a:ext uri="{FF2B5EF4-FFF2-40B4-BE49-F238E27FC236}">
                <a16:creationId xmlns:a16="http://schemas.microsoft.com/office/drawing/2014/main" id="{8313525F-1527-A104-88AA-C2944438F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7538" y="6580188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1" name="AutoShape 39">
            <a:extLst>
              <a:ext uri="{FF2B5EF4-FFF2-40B4-BE49-F238E27FC236}">
                <a16:creationId xmlns:a16="http://schemas.microsoft.com/office/drawing/2014/main" id="{2EE4CF95-8801-A918-322E-10966099D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6463" y="7280275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2" name="AutoShape 40">
            <a:extLst>
              <a:ext uri="{FF2B5EF4-FFF2-40B4-BE49-F238E27FC236}">
                <a16:creationId xmlns:a16="http://schemas.microsoft.com/office/drawing/2014/main" id="{CD588BD2-1B60-C5CD-8632-7340C32DC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1325" y="8015288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4" name="AutoShape 42">
            <a:extLst>
              <a:ext uri="{FF2B5EF4-FFF2-40B4-BE49-F238E27FC236}">
                <a16:creationId xmlns:a16="http://schemas.microsoft.com/office/drawing/2014/main" id="{30B76309-DCCC-2A6F-FB70-3126350EF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4925" y="1031875"/>
            <a:ext cx="14288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5" name="AutoShape 43">
            <a:extLst>
              <a:ext uri="{FF2B5EF4-FFF2-40B4-BE49-F238E27FC236}">
                <a16:creationId xmlns:a16="http://schemas.microsoft.com/office/drawing/2014/main" id="{B5B61E2A-880C-F240-D658-00DC35C77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7950" y="1697038"/>
            <a:ext cx="20638" cy="20637"/>
          </a:xfrm>
          <a:custGeom>
            <a:avLst/>
            <a:gdLst>
              <a:gd name="G0" fmla="*/ 60 1 2"/>
              <a:gd name="G1" fmla="*/ 1 48365 11520"/>
              <a:gd name="G2" fmla="*/ G1 32767 1"/>
              <a:gd name="G3" fmla="*/ G2 1 32767"/>
              <a:gd name="G4" fmla="cos G0 G3"/>
              <a:gd name="G5" fmla="*/ 60 1 2"/>
              <a:gd name="G6" fmla="*/ 1 48365 11520"/>
              <a:gd name="G7" fmla="*/ G6 32767 1"/>
              <a:gd name="G8" fmla="*/ G7 1 32767"/>
              <a:gd name="G9" fmla="sin G5 G8"/>
              <a:gd name="G10" fmla="*/ 60 1 2"/>
              <a:gd name="G11" fmla="+- G10 0 G4"/>
              <a:gd name="G12" fmla="+- G10 G4 0"/>
              <a:gd name="G13" fmla="+- G12 0 0"/>
              <a:gd name="G14" fmla="*/ 60 1 2"/>
              <a:gd name="G15" fmla="+- G14 0 G9"/>
              <a:gd name="G16" fmla="+- G14 G9 0"/>
              <a:gd name="G17" fmla="+- G16 0 0"/>
              <a:gd name="G18" fmla="+- 60 0 0"/>
              <a:gd name="G19" fmla="+- 6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6" name="AutoShape 44">
            <a:extLst>
              <a:ext uri="{FF2B5EF4-FFF2-40B4-BE49-F238E27FC236}">
                <a16:creationId xmlns:a16="http://schemas.microsoft.com/office/drawing/2014/main" id="{507A5DAD-CB0E-F7C8-19A3-23FF58C492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51475" y="660400"/>
            <a:ext cx="17463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7" name="AutoShape 45">
            <a:extLst>
              <a:ext uri="{FF2B5EF4-FFF2-40B4-BE49-F238E27FC236}">
                <a16:creationId xmlns:a16="http://schemas.microsoft.com/office/drawing/2014/main" id="{9070F360-9913-0867-AD7C-F40F19B1F5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8125" y="2117725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8" name="AutoShape 46">
            <a:extLst>
              <a:ext uri="{FF2B5EF4-FFF2-40B4-BE49-F238E27FC236}">
                <a16:creationId xmlns:a16="http://schemas.microsoft.com/office/drawing/2014/main" id="{520EE422-7B23-8D63-A25F-01CDA45099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3363" y="196850"/>
            <a:ext cx="17462" cy="17463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19" name="AutoShape 47">
            <a:extLst>
              <a:ext uri="{FF2B5EF4-FFF2-40B4-BE49-F238E27FC236}">
                <a16:creationId xmlns:a16="http://schemas.microsoft.com/office/drawing/2014/main" id="{5F9AE3B0-7084-BFAB-CF4C-5AE32B592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1250" y="9150350"/>
            <a:ext cx="20638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0" name="AutoShape 48">
            <a:extLst>
              <a:ext uri="{FF2B5EF4-FFF2-40B4-BE49-F238E27FC236}">
                <a16:creationId xmlns:a16="http://schemas.microsoft.com/office/drawing/2014/main" id="{D7BFB834-2339-FF21-FCC1-B7D3A5B491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992438"/>
            <a:ext cx="23812" cy="23812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1" name="AutoShape 49">
            <a:extLst>
              <a:ext uri="{FF2B5EF4-FFF2-40B4-BE49-F238E27FC236}">
                <a16:creationId xmlns:a16="http://schemas.microsoft.com/office/drawing/2014/main" id="{34CA4D04-5C00-6CB2-D711-5248A4F06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25" y="6032500"/>
            <a:ext cx="14288" cy="14288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2" name="AutoShape 50">
            <a:extLst>
              <a:ext uri="{FF2B5EF4-FFF2-40B4-BE49-F238E27FC236}">
                <a16:creationId xmlns:a16="http://schemas.microsoft.com/office/drawing/2014/main" id="{34EE064A-AC98-7A1F-4BBC-6004D79A1F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9813" y="2343150"/>
            <a:ext cx="20637" cy="20638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3" name="AutoShape 51">
            <a:extLst>
              <a:ext uri="{FF2B5EF4-FFF2-40B4-BE49-F238E27FC236}">
                <a16:creationId xmlns:a16="http://schemas.microsoft.com/office/drawing/2014/main" id="{E7B7620C-82EF-F0EC-DFB5-A10CC73EA8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3350" y="6173788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4" name="AutoShape 52">
            <a:extLst>
              <a:ext uri="{FF2B5EF4-FFF2-40B4-BE49-F238E27FC236}">
                <a16:creationId xmlns:a16="http://schemas.microsoft.com/office/drawing/2014/main" id="{DB8D17E1-0836-E0A2-F88E-ACB9E2054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1363" y="1600200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5" name="AutoShape 53">
            <a:extLst>
              <a:ext uri="{FF2B5EF4-FFF2-40B4-BE49-F238E27FC236}">
                <a16:creationId xmlns:a16="http://schemas.microsoft.com/office/drawing/2014/main" id="{D8D4BAC4-1A9C-17BE-0783-8C02ED491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9313" y="2868613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6" name="AutoShape 54">
            <a:extLst>
              <a:ext uri="{FF2B5EF4-FFF2-40B4-BE49-F238E27FC236}">
                <a16:creationId xmlns:a16="http://schemas.microsoft.com/office/drawing/2014/main" id="{74515EE6-9DD4-37A3-246A-C0BFC3AD3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5063" y="4116388"/>
            <a:ext cx="14287" cy="14287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7" name="AutoShape 55">
            <a:extLst>
              <a:ext uri="{FF2B5EF4-FFF2-40B4-BE49-F238E27FC236}">
                <a16:creationId xmlns:a16="http://schemas.microsoft.com/office/drawing/2014/main" id="{A03E0A0C-2816-9B2D-B264-44E89B8980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1238" y="9529763"/>
            <a:ext cx="23812" cy="23812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8" name="AutoShape 56">
            <a:extLst>
              <a:ext uri="{FF2B5EF4-FFF2-40B4-BE49-F238E27FC236}">
                <a16:creationId xmlns:a16="http://schemas.microsoft.com/office/drawing/2014/main" id="{FB64454E-A246-91FF-38E3-8B0D1B697E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7913" y="3186113"/>
            <a:ext cx="22225" cy="22225"/>
          </a:xfrm>
          <a:custGeom>
            <a:avLst/>
            <a:gdLst>
              <a:gd name="G0" fmla="*/ 62 1 2"/>
              <a:gd name="G1" fmla="*/ 1 48365 11520"/>
              <a:gd name="G2" fmla="*/ G1 32767 1"/>
              <a:gd name="G3" fmla="*/ G2 1 32767"/>
              <a:gd name="G4" fmla="cos G0 G3"/>
              <a:gd name="G5" fmla="*/ 62 1 2"/>
              <a:gd name="G6" fmla="*/ 1 48365 11520"/>
              <a:gd name="G7" fmla="*/ G6 32767 1"/>
              <a:gd name="G8" fmla="*/ G7 1 32767"/>
              <a:gd name="G9" fmla="sin G5 G8"/>
              <a:gd name="G10" fmla="*/ 62 1 2"/>
              <a:gd name="G11" fmla="+- G10 0 G4"/>
              <a:gd name="G12" fmla="+- G10 G4 0"/>
              <a:gd name="G13" fmla="+- G12 0 0"/>
              <a:gd name="G14" fmla="*/ 62 1 2"/>
              <a:gd name="G15" fmla="+- G14 0 G9"/>
              <a:gd name="G16" fmla="+- G14 G9 0"/>
              <a:gd name="G17" fmla="+- G16 0 0"/>
              <a:gd name="G18" fmla="+- 62 0 0"/>
              <a:gd name="G19" fmla="+- 6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29" name="AutoShape 57">
            <a:extLst>
              <a:ext uri="{FF2B5EF4-FFF2-40B4-BE49-F238E27FC236}">
                <a16:creationId xmlns:a16="http://schemas.microsoft.com/office/drawing/2014/main" id="{22E604D2-56D2-339C-1D11-50A88FE6B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7713" y="9391650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0" name="AutoShape 58">
            <a:extLst>
              <a:ext uri="{FF2B5EF4-FFF2-40B4-BE49-F238E27FC236}">
                <a16:creationId xmlns:a16="http://schemas.microsoft.com/office/drawing/2014/main" id="{580B4C7F-93ED-7A4E-C7C4-5EE86F991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2163763"/>
            <a:ext cx="11113" cy="11112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1" name="AutoShape 59">
            <a:extLst>
              <a:ext uri="{FF2B5EF4-FFF2-40B4-BE49-F238E27FC236}">
                <a16:creationId xmlns:a16="http://schemas.microsoft.com/office/drawing/2014/main" id="{F9CEEBFC-F653-764E-8755-853BC52064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7138" y="5808663"/>
            <a:ext cx="15875" cy="15875"/>
          </a:xfrm>
          <a:custGeom>
            <a:avLst/>
            <a:gdLst>
              <a:gd name="G0" fmla="*/ 46 1 2"/>
              <a:gd name="G1" fmla="*/ 1 48365 11520"/>
              <a:gd name="G2" fmla="*/ G1 32767 1"/>
              <a:gd name="G3" fmla="*/ G2 1 32767"/>
              <a:gd name="G4" fmla="cos G0 G3"/>
              <a:gd name="G5" fmla="*/ 46 1 2"/>
              <a:gd name="G6" fmla="*/ 1 48365 11520"/>
              <a:gd name="G7" fmla="*/ G6 32767 1"/>
              <a:gd name="G8" fmla="*/ G7 1 32767"/>
              <a:gd name="G9" fmla="sin G5 G8"/>
              <a:gd name="G10" fmla="*/ 46 1 2"/>
              <a:gd name="G11" fmla="+- G10 0 G4"/>
              <a:gd name="G12" fmla="+- G10 G4 0"/>
              <a:gd name="G13" fmla="+- G12 0 0"/>
              <a:gd name="G14" fmla="*/ 46 1 2"/>
              <a:gd name="G15" fmla="+- G14 0 G9"/>
              <a:gd name="G16" fmla="+- G14 G9 0"/>
              <a:gd name="G17" fmla="+- G16 0 0"/>
              <a:gd name="G18" fmla="+- 46 0 0"/>
              <a:gd name="G19" fmla="+- 4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2" name="AutoShape 60">
            <a:extLst>
              <a:ext uri="{FF2B5EF4-FFF2-40B4-BE49-F238E27FC236}">
                <a16:creationId xmlns:a16="http://schemas.microsoft.com/office/drawing/2014/main" id="{E533D7AF-A7C6-C2EB-23FA-675D6A2EE9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1050" y="4400550"/>
            <a:ext cx="20638" cy="20638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3" name="AutoShape 61">
            <a:extLst>
              <a:ext uri="{FF2B5EF4-FFF2-40B4-BE49-F238E27FC236}">
                <a16:creationId xmlns:a16="http://schemas.microsoft.com/office/drawing/2014/main" id="{345B14BC-47D9-D9C4-C72A-6806D31FA4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4113" y="2132013"/>
            <a:ext cx="14287" cy="14287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4" name="AutoShape 62">
            <a:extLst>
              <a:ext uri="{FF2B5EF4-FFF2-40B4-BE49-F238E27FC236}">
                <a16:creationId xmlns:a16="http://schemas.microsoft.com/office/drawing/2014/main" id="{800CC6F1-75F2-9D90-66BD-A28FEF652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8950" y="3192463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5" name="AutoShape 63">
            <a:extLst>
              <a:ext uri="{FF2B5EF4-FFF2-40B4-BE49-F238E27FC236}">
                <a16:creationId xmlns:a16="http://schemas.microsoft.com/office/drawing/2014/main" id="{854DF228-8FA8-FBE7-76A5-60A0D892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1714500"/>
            <a:ext cx="17463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6" name="AutoShape 64">
            <a:extLst>
              <a:ext uri="{FF2B5EF4-FFF2-40B4-BE49-F238E27FC236}">
                <a16:creationId xmlns:a16="http://schemas.microsoft.com/office/drawing/2014/main" id="{ACDFE663-C0AD-3696-148C-F13A10096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0600" y="1889125"/>
            <a:ext cx="22225" cy="22225"/>
          </a:xfrm>
          <a:custGeom>
            <a:avLst/>
            <a:gdLst>
              <a:gd name="G0" fmla="*/ 62 1 2"/>
              <a:gd name="G1" fmla="*/ 1 48365 11520"/>
              <a:gd name="G2" fmla="*/ G1 32767 1"/>
              <a:gd name="G3" fmla="*/ G2 1 32767"/>
              <a:gd name="G4" fmla="cos G0 G3"/>
              <a:gd name="G5" fmla="*/ 62 1 2"/>
              <a:gd name="G6" fmla="*/ 1 48365 11520"/>
              <a:gd name="G7" fmla="*/ G6 32767 1"/>
              <a:gd name="G8" fmla="*/ G7 1 32767"/>
              <a:gd name="G9" fmla="sin G5 G8"/>
              <a:gd name="G10" fmla="*/ 62 1 2"/>
              <a:gd name="G11" fmla="+- G10 0 G4"/>
              <a:gd name="G12" fmla="+- G10 G4 0"/>
              <a:gd name="G13" fmla="+- G12 0 0"/>
              <a:gd name="G14" fmla="*/ 62 1 2"/>
              <a:gd name="G15" fmla="+- G14 0 G9"/>
              <a:gd name="G16" fmla="+- G14 G9 0"/>
              <a:gd name="G17" fmla="+- G16 0 0"/>
              <a:gd name="G18" fmla="+- 62 0 0"/>
              <a:gd name="G19" fmla="+- 6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7" name="AutoShape 65">
            <a:extLst>
              <a:ext uri="{FF2B5EF4-FFF2-40B4-BE49-F238E27FC236}">
                <a16:creationId xmlns:a16="http://schemas.microsoft.com/office/drawing/2014/main" id="{FC270868-1E37-2C8E-534A-36B5882A41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1700" y="7908925"/>
            <a:ext cx="11113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8" name="AutoShape 66">
            <a:extLst>
              <a:ext uri="{FF2B5EF4-FFF2-40B4-BE49-F238E27FC236}">
                <a16:creationId xmlns:a16="http://schemas.microsoft.com/office/drawing/2014/main" id="{7AD1106D-F0D9-DD36-925F-C10C95522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40600" y="3848100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39" name="AutoShape 67">
            <a:extLst>
              <a:ext uri="{FF2B5EF4-FFF2-40B4-BE49-F238E27FC236}">
                <a16:creationId xmlns:a16="http://schemas.microsoft.com/office/drawing/2014/main" id="{4E4DC5D7-8EBD-3920-DD42-90479BCB6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9925" y="3952875"/>
            <a:ext cx="20638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0" name="AutoShape 68">
            <a:extLst>
              <a:ext uri="{FF2B5EF4-FFF2-40B4-BE49-F238E27FC236}">
                <a16:creationId xmlns:a16="http://schemas.microsoft.com/office/drawing/2014/main" id="{314DBA5E-9B69-5DC3-3F29-569336BB2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1338" y="2359025"/>
            <a:ext cx="20637" cy="20638"/>
          </a:xfrm>
          <a:custGeom>
            <a:avLst/>
            <a:gdLst>
              <a:gd name="G0" fmla="*/ 60 1 2"/>
              <a:gd name="G1" fmla="*/ 1 48365 11520"/>
              <a:gd name="G2" fmla="*/ G1 32767 1"/>
              <a:gd name="G3" fmla="*/ G2 1 32767"/>
              <a:gd name="G4" fmla="cos G0 G3"/>
              <a:gd name="G5" fmla="*/ 60 1 2"/>
              <a:gd name="G6" fmla="*/ 1 48365 11520"/>
              <a:gd name="G7" fmla="*/ G6 32767 1"/>
              <a:gd name="G8" fmla="*/ G7 1 32767"/>
              <a:gd name="G9" fmla="sin G5 G8"/>
              <a:gd name="G10" fmla="*/ 60 1 2"/>
              <a:gd name="G11" fmla="+- G10 0 G4"/>
              <a:gd name="G12" fmla="+- G10 G4 0"/>
              <a:gd name="G13" fmla="+- G12 0 0"/>
              <a:gd name="G14" fmla="*/ 60 1 2"/>
              <a:gd name="G15" fmla="+- G14 0 G9"/>
              <a:gd name="G16" fmla="+- G14 G9 0"/>
              <a:gd name="G17" fmla="+- G16 0 0"/>
              <a:gd name="G18" fmla="+- 60 0 0"/>
              <a:gd name="G19" fmla="+- 6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1" name="AutoShape 69">
            <a:extLst>
              <a:ext uri="{FF2B5EF4-FFF2-40B4-BE49-F238E27FC236}">
                <a16:creationId xmlns:a16="http://schemas.microsoft.com/office/drawing/2014/main" id="{6DF19418-56DB-70BB-C386-E95822615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500" y="3255963"/>
            <a:ext cx="17463" cy="17462"/>
          </a:xfrm>
          <a:custGeom>
            <a:avLst/>
            <a:gdLst>
              <a:gd name="G0" fmla="*/ 49 1 2"/>
              <a:gd name="G1" fmla="*/ 1 48365 11520"/>
              <a:gd name="G2" fmla="*/ G1 32767 1"/>
              <a:gd name="G3" fmla="*/ G2 1 32767"/>
              <a:gd name="G4" fmla="cos G0 G3"/>
              <a:gd name="G5" fmla="*/ 49 1 2"/>
              <a:gd name="G6" fmla="*/ 1 48365 11520"/>
              <a:gd name="G7" fmla="*/ G6 32767 1"/>
              <a:gd name="G8" fmla="*/ G7 1 32767"/>
              <a:gd name="G9" fmla="sin G5 G8"/>
              <a:gd name="G10" fmla="*/ 49 1 2"/>
              <a:gd name="G11" fmla="+- G10 0 G4"/>
              <a:gd name="G12" fmla="+- G10 G4 0"/>
              <a:gd name="G13" fmla="+- G12 0 0"/>
              <a:gd name="G14" fmla="*/ 49 1 2"/>
              <a:gd name="G15" fmla="+- G14 0 G9"/>
              <a:gd name="G16" fmla="+- G14 G9 0"/>
              <a:gd name="G17" fmla="+- G16 0 0"/>
              <a:gd name="G18" fmla="+- 49 0 0"/>
              <a:gd name="G19" fmla="+- 4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2" name="AutoShape 70">
            <a:extLst>
              <a:ext uri="{FF2B5EF4-FFF2-40B4-BE49-F238E27FC236}">
                <a16:creationId xmlns:a16="http://schemas.microsoft.com/office/drawing/2014/main" id="{C3B5141D-5AA0-FEFF-36EE-BD5AB4546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8038" y="777875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3" name="AutoShape 71">
            <a:extLst>
              <a:ext uri="{FF2B5EF4-FFF2-40B4-BE49-F238E27FC236}">
                <a16:creationId xmlns:a16="http://schemas.microsoft.com/office/drawing/2014/main" id="{90C459E4-4F56-C25A-7EA9-0C0BFCF2A1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225" y="9172575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4" name="AutoShape 72">
            <a:extLst>
              <a:ext uri="{FF2B5EF4-FFF2-40B4-BE49-F238E27FC236}">
                <a16:creationId xmlns:a16="http://schemas.microsoft.com/office/drawing/2014/main" id="{49B80E5D-034C-1DA7-DBA2-1FBE554B8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9288" y="2455863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5" name="AutoShape 73">
            <a:extLst>
              <a:ext uri="{FF2B5EF4-FFF2-40B4-BE49-F238E27FC236}">
                <a16:creationId xmlns:a16="http://schemas.microsoft.com/office/drawing/2014/main" id="{44824BB8-CF73-4E30-E40F-D884E5DBF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7088" y="4935538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6" name="AutoShape 74">
            <a:extLst>
              <a:ext uri="{FF2B5EF4-FFF2-40B4-BE49-F238E27FC236}">
                <a16:creationId xmlns:a16="http://schemas.microsoft.com/office/drawing/2014/main" id="{C6B8B545-25CB-D886-ACCF-591F80211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687388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7" name="AutoShape 75">
            <a:extLst>
              <a:ext uri="{FF2B5EF4-FFF2-40B4-BE49-F238E27FC236}">
                <a16:creationId xmlns:a16="http://schemas.microsoft.com/office/drawing/2014/main" id="{206F7DDB-F76A-31BD-F41D-02F8FEE8F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78713" y="3960813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8" name="AutoShape 76">
            <a:extLst>
              <a:ext uri="{FF2B5EF4-FFF2-40B4-BE49-F238E27FC236}">
                <a16:creationId xmlns:a16="http://schemas.microsoft.com/office/drawing/2014/main" id="{DFF76767-7E5B-DE6D-F441-81C59321E1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8885238"/>
            <a:ext cx="23812" cy="23812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49" name="AutoShape 77">
            <a:extLst>
              <a:ext uri="{FF2B5EF4-FFF2-40B4-BE49-F238E27FC236}">
                <a16:creationId xmlns:a16="http://schemas.microsoft.com/office/drawing/2014/main" id="{40D91DFD-4846-94A5-C535-C9056D9872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9488" y="9596438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0" name="AutoShape 78">
            <a:extLst>
              <a:ext uri="{FF2B5EF4-FFF2-40B4-BE49-F238E27FC236}">
                <a16:creationId xmlns:a16="http://schemas.microsoft.com/office/drawing/2014/main" id="{4BE4BF89-1024-0B72-C288-C41B23A761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1538" y="225425"/>
            <a:ext cx="14287" cy="14288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1" name="AutoShape 79">
            <a:extLst>
              <a:ext uri="{FF2B5EF4-FFF2-40B4-BE49-F238E27FC236}">
                <a16:creationId xmlns:a16="http://schemas.microsoft.com/office/drawing/2014/main" id="{EB1165D5-70BE-CB4A-428F-CADBB2013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5081588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2" name="AutoShape 80">
            <a:extLst>
              <a:ext uri="{FF2B5EF4-FFF2-40B4-BE49-F238E27FC236}">
                <a16:creationId xmlns:a16="http://schemas.microsoft.com/office/drawing/2014/main" id="{0121083C-67B2-A3E1-8105-5809A605EB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5" y="8237538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3" name="AutoShape 81">
            <a:extLst>
              <a:ext uri="{FF2B5EF4-FFF2-40B4-BE49-F238E27FC236}">
                <a16:creationId xmlns:a16="http://schemas.microsoft.com/office/drawing/2014/main" id="{BD9E5D78-E5D3-9E7A-B746-37D18F3CB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6888" y="3825875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4" name="AutoShape 82">
            <a:extLst>
              <a:ext uri="{FF2B5EF4-FFF2-40B4-BE49-F238E27FC236}">
                <a16:creationId xmlns:a16="http://schemas.microsoft.com/office/drawing/2014/main" id="{FC27131B-711F-DEB2-99DB-678ECAF82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5375" y="6097588"/>
            <a:ext cx="14288" cy="14287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5" name="AutoShape 83">
            <a:extLst>
              <a:ext uri="{FF2B5EF4-FFF2-40B4-BE49-F238E27FC236}">
                <a16:creationId xmlns:a16="http://schemas.microsoft.com/office/drawing/2014/main" id="{DB6B3A77-28A2-7C6C-F62D-0E0239A53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2713" y="9182100"/>
            <a:ext cx="23812" cy="23813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6" name="AutoShape 84">
            <a:extLst>
              <a:ext uri="{FF2B5EF4-FFF2-40B4-BE49-F238E27FC236}">
                <a16:creationId xmlns:a16="http://schemas.microsoft.com/office/drawing/2014/main" id="{A3E8D2F5-9A1A-EC17-2FA1-0CF2EA708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" y="7216775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7" name="AutoShape 85">
            <a:extLst>
              <a:ext uri="{FF2B5EF4-FFF2-40B4-BE49-F238E27FC236}">
                <a16:creationId xmlns:a16="http://schemas.microsoft.com/office/drawing/2014/main" id="{025D29A7-074A-1D70-A38A-7F8F17158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75" y="4387850"/>
            <a:ext cx="14288" cy="14288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8" name="AutoShape 86">
            <a:extLst>
              <a:ext uri="{FF2B5EF4-FFF2-40B4-BE49-F238E27FC236}">
                <a16:creationId xmlns:a16="http://schemas.microsoft.com/office/drawing/2014/main" id="{BAFDB745-DAED-93CA-31CE-370315D57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4889500"/>
            <a:ext cx="26988" cy="26988"/>
          </a:xfrm>
          <a:custGeom>
            <a:avLst/>
            <a:gdLst>
              <a:gd name="G0" fmla="*/ 75 1 2"/>
              <a:gd name="G1" fmla="*/ 1 48365 11520"/>
              <a:gd name="G2" fmla="*/ G1 32767 1"/>
              <a:gd name="G3" fmla="*/ G2 1 32767"/>
              <a:gd name="G4" fmla="cos G0 G3"/>
              <a:gd name="G5" fmla="*/ 75 1 2"/>
              <a:gd name="G6" fmla="*/ 1 48365 11520"/>
              <a:gd name="G7" fmla="*/ G6 32767 1"/>
              <a:gd name="G8" fmla="*/ G7 1 32767"/>
              <a:gd name="G9" fmla="sin G5 G8"/>
              <a:gd name="G10" fmla="*/ 75 1 2"/>
              <a:gd name="G11" fmla="+- G10 0 G4"/>
              <a:gd name="G12" fmla="+- G10 G4 0"/>
              <a:gd name="G13" fmla="+- G12 0 0"/>
              <a:gd name="G14" fmla="*/ 75 1 2"/>
              <a:gd name="G15" fmla="+- G14 0 G9"/>
              <a:gd name="G16" fmla="+- G14 G9 0"/>
              <a:gd name="G17" fmla="+- G16 0 0"/>
              <a:gd name="G18" fmla="+- 75 0 0"/>
              <a:gd name="G19" fmla="+- 7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59" name="AutoShape 87">
            <a:extLst>
              <a:ext uri="{FF2B5EF4-FFF2-40B4-BE49-F238E27FC236}">
                <a16:creationId xmlns:a16="http://schemas.microsoft.com/office/drawing/2014/main" id="{BB046679-2711-D2F3-39E8-E56C3D6D33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" y="2854325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0" name="AutoShape 88">
            <a:extLst>
              <a:ext uri="{FF2B5EF4-FFF2-40B4-BE49-F238E27FC236}">
                <a16:creationId xmlns:a16="http://schemas.microsoft.com/office/drawing/2014/main" id="{D066B16C-5681-C25A-C85A-A701399EF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5275" y="2470150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2" name="AutoShape 90">
            <a:extLst>
              <a:ext uri="{FF2B5EF4-FFF2-40B4-BE49-F238E27FC236}">
                <a16:creationId xmlns:a16="http://schemas.microsoft.com/office/drawing/2014/main" id="{D92F1100-0263-BD65-EAC3-0927BE6AD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3309938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3" name="AutoShape 91">
            <a:extLst>
              <a:ext uri="{FF2B5EF4-FFF2-40B4-BE49-F238E27FC236}">
                <a16:creationId xmlns:a16="http://schemas.microsoft.com/office/drawing/2014/main" id="{A49D8E5F-1652-F619-C7DB-BD17E7EFC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7300" y="2857500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4" name="AutoShape 92">
            <a:extLst>
              <a:ext uri="{FF2B5EF4-FFF2-40B4-BE49-F238E27FC236}">
                <a16:creationId xmlns:a16="http://schemas.microsoft.com/office/drawing/2014/main" id="{91B47109-D1D3-A1C9-5D10-2BF184AEB3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013" y="704850"/>
            <a:ext cx="20637" cy="20638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5" name="AutoShape 93">
            <a:extLst>
              <a:ext uri="{FF2B5EF4-FFF2-40B4-BE49-F238E27FC236}">
                <a16:creationId xmlns:a16="http://schemas.microsoft.com/office/drawing/2014/main" id="{175F6191-2FC0-EDBD-CC87-CF6B00F0C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0275" y="1042988"/>
            <a:ext cx="20638" cy="20637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6" name="AutoShape 94">
            <a:extLst>
              <a:ext uri="{FF2B5EF4-FFF2-40B4-BE49-F238E27FC236}">
                <a16:creationId xmlns:a16="http://schemas.microsoft.com/office/drawing/2014/main" id="{7D274FA3-A88E-AAD0-E73D-BA835358D9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8113" y="8062913"/>
            <a:ext cx="23812" cy="23812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7" name="AutoShape 95">
            <a:extLst>
              <a:ext uri="{FF2B5EF4-FFF2-40B4-BE49-F238E27FC236}">
                <a16:creationId xmlns:a16="http://schemas.microsoft.com/office/drawing/2014/main" id="{2D2E2C6C-8EA3-269D-42E4-E1541D26E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988" y="5840413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8" name="AutoShape 96">
            <a:extLst>
              <a:ext uri="{FF2B5EF4-FFF2-40B4-BE49-F238E27FC236}">
                <a16:creationId xmlns:a16="http://schemas.microsoft.com/office/drawing/2014/main" id="{B9F84942-7F8D-5884-D1C5-2623709FB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5763" y="8624888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69" name="AutoShape 97">
            <a:extLst>
              <a:ext uri="{FF2B5EF4-FFF2-40B4-BE49-F238E27FC236}">
                <a16:creationId xmlns:a16="http://schemas.microsoft.com/office/drawing/2014/main" id="{EBBF3707-2240-7524-9424-F5EB16E12D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9863" y="487363"/>
            <a:ext cx="14287" cy="14287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0" name="AutoShape 98">
            <a:extLst>
              <a:ext uri="{FF2B5EF4-FFF2-40B4-BE49-F238E27FC236}">
                <a16:creationId xmlns:a16="http://schemas.microsoft.com/office/drawing/2014/main" id="{C5B54C7E-255B-8B1C-930A-01FEA7475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6363" y="5738813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1" name="AutoShape 99">
            <a:extLst>
              <a:ext uri="{FF2B5EF4-FFF2-40B4-BE49-F238E27FC236}">
                <a16:creationId xmlns:a16="http://schemas.microsoft.com/office/drawing/2014/main" id="{9923C77A-26C9-8B4F-A127-D1DAD8606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7888" y="8451850"/>
            <a:ext cx="14287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2" name="AutoShape 100">
            <a:extLst>
              <a:ext uri="{FF2B5EF4-FFF2-40B4-BE49-F238E27FC236}">
                <a16:creationId xmlns:a16="http://schemas.microsoft.com/office/drawing/2014/main" id="{48751FF5-A078-3E58-E4DB-EEED3434A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2300" y="2760663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3" name="AutoShape 101">
            <a:extLst>
              <a:ext uri="{FF2B5EF4-FFF2-40B4-BE49-F238E27FC236}">
                <a16:creationId xmlns:a16="http://schemas.microsoft.com/office/drawing/2014/main" id="{B41FFF9E-6CA3-11EF-ED3A-ECEE87532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5063" y="2913063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4" name="AutoShape 102">
            <a:extLst>
              <a:ext uri="{FF2B5EF4-FFF2-40B4-BE49-F238E27FC236}">
                <a16:creationId xmlns:a16="http://schemas.microsoft.com/office/drawing/2014/main" id="{95BB5677-68FC-B293-3A13-0BA8914F5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0" y="3041650"/>
            <a:ext cx="26988" cy="26988"/>
          </a:xfrm>
          <a:custGeom>
            <a:avLst/>
            <a:gdLst>
              <a:gd name="G0" fmla="*/ 74 1 2"/>
              <a:gd name="G1" fmla="*/ 1 48365 11520"/>
              <a:gd name="G2" fmla="*/ G1 32767 1"/>
              <a:gd name="G3" fmla="*/ G2 1 32767"/>
              <a:gd name="G4" fmla="cos G0 G3"/>
              <a:gd name="G5" fmla="*/ 74 1 2"/>
              <a:gd name="G6" fmla="*/ 1 48365 11520"/>
              <a:gd name="G7" fmla="*/ G6 32767 1"/>
              <a:gd name="G8" fmla="*/ G7 1 32767"/>
              <a:gd name="G9" fmla="sin G5 G8"/>
              <a:gd name="G10" fmla="*/ 74 1 2"/>
              <a:gd name="G11" fmla="+- G10 0 G4"/>
              <a:gd name="G12" fmla="+- G10 G4 0"/>
              <a:gd name="G13" fmla="+- G12 0 0"/>
              <a:gd name="G14" fmla="*/ 74 1 2"/>
              <a:gd name="G15" fmla="+- G14 0 G9"/>
              <a:gd name="G16" fmla="+- G14 G9 0"/>
              <a:gd name="G17" fmla="+- G16 0 0"/>
              <a:gd name="G18" fmla="+- 74 0 0"/>
              <a:gd name="G19" fmla="+- 7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5" name="AutoShape 103">
            <a:extLst>
              <a:ext uri="{FF2B5EF4-FFF2-40B4-BE49-F238E27FC236}">
                <a16:creationId xmlns:a16="http://schemas.microsoft.com/office/drawing/2014/main" id="{26CC82DB-D14F-4923-BBF2-E7647D247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5988" y="7339013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6" name="AutoShape 104">
            <a:extLst>
              <a:ext uri="{FF2B5EF4-FFF2-40B4-BE49-F238E27FC236}">
                <a16:creationId xmlns:a16="http://schemas.microsoft.com/office/drawing/2014/main" id="{BCEC844B-3713-1445-275A-23DCC9034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0650" y="9936163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7" name="AutoShape 105">
            <a:extLst>
              <a:ext uri="{FF2B5EF4-FFF2-40B4-BE49-F238E27FC236}">
                <a16:creationId xmlns:a16="http://schemas.microsoft.com/office/drawing/2014/main" id="{C5B9D944-A40E-9143-7BF8-29479C9B1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6850" y="4965700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8" name="AutoShape 106">
            <a:extLst>
              <a:ext uri="{FF2B5EF4-FFF2-40B4-BE49-F238E27FC236}">
                <a16:creationId xmlns:a16="http://schemas.microsoft.com/office/drawing/2014/main" id="{821C771E-176F-EACA-3AE9-4D0C5ED72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6677025"/>
            <a:ext cx="11113" cy="11113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79" name="AutoShape 107">
            <a:extLst>
              <a:ext uri="{FF2B5EF4-FFF2-40B4-BE49-F238E27FC236}">
                <a16:creationId xmlns:a16="http://schemas.microsoft.com/office/drawing/2014/main" id="{590DA4B0-B5F8-4CBB-9B54-DBB1E2ED3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69075" y="9204325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0" name="AutoShape 108">
            <a:extLst>
              <a:ext uri="{FF2B5EF4-FFF2-40B4-BE49-F238E27FC236}">
                <a16:creationId xmlns:a16="http://schemas.microsoft.com/office/drawing/2014/main" id="{605AAF39-D4E2-583E-AE67-957C92EEB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6680200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1" name="AutoShape 109">
            <a:extLst>
              <a:ext uri="{FF2B5EF4-FFF2-40B4-BE49-F238E27FC236}">
                <a16:creationId xmlns:a16="http://schemas.microsoft.com/office/drawing/2014/main" id="{19B90AD1-DF44-D69E-5192-CE2BDE5D69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5050" y="3292475"/>
            <a:ext cx="25400" cy="25400"/>
          </a:xfrm>
          <a:custGeom>
            <a:avLst/>
            <a:gdLst>
              <a:gd name="G0" fmla="*/ 71 1 2"/>
              <a:gd name="G1" fmla="*/ 1 48365 11520"/>
              <a:gd name="G2" fmla="*/ G1 32767 1"/>
              <a:gd name="G3" fmla="*/ G2 1 32767"/>
              <a:gd name="G4" fmla="cos G0 G3"/>
              <a:gd name="G5" fmla="*/ 71 1 2"/>
              <a:gd name="G6" fmla="*/ 1 48365 11520"/>
              <a:gd name="G7" fmla="*/ G6 32767 1"/>
              <a:gd name="G8" fmla="*/ G7 1 32767"/>
              <a:gd name="G9" fmla="sin G5 G8"/>
              <a:gd name="G10" fmla="*/ 71 1 2"/>
              <a:gd name="G11" fmla="+- G10 0 G4"/>
              <a:gd name="G12" fmla="+- G10 G4 0"/>
              <a:gd name="G13" fmla="+- G12 0 0"/>
              <a:gd name="G14" fmla="*/ 71 1 2"/>
              <a:gd name="G15" fmla="+- G14 0 G9"/>
              <a:gd name="G16" fmla="+- G14 G9 0"/>
              <a:gd name="G17" fmla="+- G16 0 0"/>
              <a:gd name="G18" fmla="+- 71 0 0"/>
              <a:gd name="G19" fmla="+- 7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2" name="AutoShape 110">
            <a:extLst>
              <a:ext uri="{FF2B5EF4-FFF2-40B4-BE49-F238E27FC236}">
                <a16:creationId xmlns:a16="http://schemas.microsoft.com/office/drawing/2014/main" id="{E7E7BA9E-1988-3B19-6D08-7228C332C8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488" y="3235325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3" name="AutoShape 111">
            <a:extLst>
              <a:ext uri="{FF2B5EF4-FFF2-40B4-BE49-F238E27FC236}">
                <a16:creationId xmlns:a16="http://schemas.microsoft.com/office/drawing/2014/main" id="{6ED9F9DE-116A-5663-74D9-8E4D4DCF43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639763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4" name="AutoShape 112">
            <a:extLst>
              <a:ext uri="{FF2B5EF4-FFF2-40B4-BE49-F238E27FC236}">
                <a16:creationId xmlns:a16="http://schemas.microsoft.com/office/drawing/2014/main" id="{E13E49B5-A6E6-E94F-7919-9621766E4C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9756775"/>
            <a:ext cx="26987" cy="26988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6" name="AutoShape 114">
            <a:extLst>
              <a:ext uri="{FF2B5EF4-FFF2-40B4-BE49-F238E27FC236}">
                <a16:creationId xmlns:a16="http://schemas.microsoft.com/office/drawing/2014/main" id="{8FDE5BE2-A68B-13A5-F4A8-09B740C98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5938" y="9478963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7" name="AutoShape 115">
            <a:extLst>
              <a:ext uri="{FF2B5EF4-FFF2-40B4-BE49-F238E27FC236}">
                <a16:creationId xmlns:a16="http://schemas.microsoft.com/office/drawing/2014/main" id="{D007B1CF-0BC7-2D9C-D35D-1526597259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71663" y="8466138"/>
            <a:ext cx="20637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88" name="AutoShape 116">
            <a:extLst>
              <a:ext uri="{FF2B5EF4-FFF2-40B4-BE49-F238E27FC236}">
                <a16:creationId xmlns:a16="http://schemas.microsoft.com/office/drawing/2014/main" id="{44849AB4-D3F0-587C-0961-CA34D13225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7888" y="5754688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0" name="AutoShape 118">
            <a:extLst>
              <a:ext uri="{FF2B5EF4-FFF2-40B4-BE49-F238E27FC236}">
                <a16:creationId xmlns:a16="http://schemas.microsoft.com/office/drawing/2014/main" id="{C9B7816B-449F-A4FE-FE9B-594E4C9B71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588" y="1938338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1" name="AutoShape 119">
            <a:extLst>
              <a:ext uri="{FF2B5EF4-FFF2-40B4-BE49-F238E27FC236}">
                <a16:creationId xmlns:a16="http://schemas.microsoft.com/office/drawing/2014/main" id="{28BE34F7-FE3A-8D44-8154-A30D05189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89563" y="9215438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2" name="AutoShape 120">
            <a:extLst>
              <a:ext uri="{FF2B5EF4-FFF2-40B4-BE49-F238E27FC236}">
                <a16:creationId xmlns:a16="http://schemas.microsoft.com/office/drawing/2014/main" id="{420F2A07-14A5-FEA0-01F5-6A0D224ADD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8" y="1381125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3" name="AutoShape 121">
            <a:extLst>
              <a:ext uri="{FF2B5EF4-FFF2-40B4-BE49-F238E27FC236}">
                <a16:creationId xmlns:a16="http://schemas.microsoft.com/office/drawing/2014/main" id="{37E85954-F88E-073C-2655-2D45975B2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1838" y="2744788"/>
            <a:ext cx="14287" cy="14287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4" name="AutoShape 122">
            <a:extLst>
              <a:ext uri="{FF2B5EF4-FFF2-40B4-BE49-F238E27FC236}">
                <a16:creationId xmlns:a16="http://schemas.microsoft.com/office/drawing/2014/main" id="{313D4923-86BA-0760-870A-0CB5EE713D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6225" y="7437438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5" name="AutoShape 123">
            <a:extLst>
              <a:ext uri="{FF2B5EF4-FFF2-40B4-BE49-F238E27FC236}">
                <a16:creationId xmlns:a16="http://schemas.microsoft.com/office/drawing/2014/main" id="{D6B9B361-7F01-0B5A-C31E-CBC30EC45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2463" y="9591675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6" name="AutoShape 124">
            <a:extLst>
              <a:ext uri="{FF2B5EF4-FFF2-40B4-BE49-F238E27FC236}">
                <a16:creationId xmlns:a16="http://schemas.microsoft.com/office/drawing/2014/main" id="{FDBCA58C-3BA4-DE04-B879-6B0914492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975" y="3341688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7" name="AutoShape 125">
            <a:extLst>
              <a:ext uri="{FF2B5EF4-FFF2-40B4-BE49-F238E27FC236}">
                <a16:creationId xmlns:a16="http://schemas.microsoft.com/office/drawing/2014/main" id="{45F105C8-B499-8EEB-9F97-A7C289DC71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6038" y="2935288"/>
            <a:ext cx="23812" cy="23812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8" name="AutoShape 126">
            <a:extLst>
              <a:ext uri="{FF2B5EF4-FFF2-40B4-BE49-F238E27FC236}">
                <a16:creationId xmlns:a16="http://schemas.microsoft.com/office/drawing/2014/main" id="{E7C621BC-D907-259B-DE2D-7C10BD132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075" y="2505075"/>
            <a:ext cx="15875" cy="15875"/>
          </a:xfrm>
          <a:custGeom>
            <a:avLst/>
            <a:gdLst>
              <a:gd name="G0" fmla="*/ 46 1 2"/>
              <a:gd name="G1" fmla="*/ 1 48365 11520"/>
              <a:gd name="G2" fmla="*/ G1 32767 1"/>
              <a:gd name="G3" fmla="*/ G2 1 32767"/>
              <a:gd name="G4" fmla="cos G0 G3"/>
              <a:gd name="G5" fmla="*/ 46 1 2"/>
              <a:gd name="G6" fmla="*/ 1 48365 11520"/>
              <a:gd name="G7" fmla="*/ G6 32767 1"/>
              <a:gd name="G8" fmla="*/ G7 1 32767"/>
              <a:gd name="G9" fmla="sin G5 G8"/>
              <a:gd name="G10" fmla="*/ 46 1 2"/>
              <a:gd name="G11" fmla="+- G10 0 G4"/>
              <a:gd name="G12" fmla="+- G10 G4 0"/>
              <a:gd name="G13" fmla="+- G12 0 0"/>
              <a:gd name="G14" fmla="*/ 46 1 2"/>
              <a:gd name="G15" fmla="+- G14 0 G9"/>
              <a:gd name="G16" fmla="+- G14 G9 0"/>
              <a:gd name="G17" fmla="+- G16 0 0"/>
              <a:gd name="G18" fmla="+- 46 0 0"/>
              <a:gd name="G19" fmla="+- 4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199" name="AutoShape 127">
            <a:extLst>
              <a:ext uri="{FF2B5EF4-FFF2-40B4-BE49-F238E27FC236}">
                <a16:creationId xmlns:a16="http://schemas.microsoft.com/office/drawing/2014/main" id="{0CE915EF-8B30-4EBA-78C5-C08AF66556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4950" y="6242050"/>
            <a:ext cx="23813" cy="23813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0" name="AutoShape 128">
            <a:extLst>
              <a:ext uri="{FF2B5EF4-FFF2-40B4-BE49-F238E27FC236}">
                <a16:creationId xmlns:a16="http://schemas.microsoft.com/office/drawing/2014/main" id="{53A3A0B0-2D10-648C-155A-5C2C6763A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8280400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1" name="AutoShape 129">
            <a:extLst>
              <a:ext uri="{FF2B5EF4-FFF2-40B4-BE49-F238E27FC236}">
                <a16:creationId xmlns:a16="http://schemas.microsoft.com/office/drawing/2014/main" id="{9AE22B3E-F2C0-D8B1-D91D-D4286FE08D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0625" y="2751138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2" name="AutoShape 130">
            <a:extLst>
              <a:ext uri="{FF2B5EF4-FFF2-40B4-BE49-F238E27FC236}">
                <a16:creationId xmlns:a16="http://schemas.microsoft.com/office/drawing/2014/main" id="{1795BCBC-876E-3A84-9BDB-C26D5CEAB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0125" y="3905250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3" name="AutoShape 131">
            <a:extLst>
              <a:ext uri="{FF2B5EF4-FFF2-40B4-BE49-F238E27FC236}">
                <a16:creationId xmlns:a16="http://schemas.microsoft.com/office/drawing/2014/main" id="{C5276AE7-6F52-237A-B714-9568B84B82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5450" y="5873750"/>
            <a:ext cx="20638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4" name="AutoShape 132">
            <a:extLst>
              <a:ext uri="{FF2B5EF4-FFF2-40B4-BE49-F238E27FC236}">
                <a16:creationId xmlns:a16="http://schemas.microsoft.com/office/drawing/2014/main" id="{FF9DBCC0-D50A-37AD-F678-FD4EA09A2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2063" y="2789238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5" name="AutoShape 133">
            <a:extLst>
              <a:ext uri="{FF2B5EF4-FFF2-40B4-BE49-F238E27FC236}">
                <a16:creationId xmlns:a16="http://schemas.microsoft.com/office/drawing/2014/main" id="{8A685E82-8C52-221C-1791-8DF1CF165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7825" y="8902700"/>
            <a:ext cx="14288" cy="14288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7" name="AutoShape 135">
            <a:extLst>
              <a:ext uri="{FF2B5EF4-FFF2-40B4-BE49-F238E27FC236}">
                <a16:creationId xmlns:a16="http://schemas.microsoft.com/office/drawing/2014/main" id="{14B51780-6475-F5B8-92DF-32A8B53FA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8550" y="5132388"/>
            <a:ext cx="11113" cy="11112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8" name="AutoShape 136">
            <a:extLst>
              <a:ext uri="{FF2B5EF4-FFF2-40B4-BE49-F238E27FC236}">
                <a16:creationId xmlns:a16="http://schemas.microsoft.com/office/drawing/2014/main" id="{5509C6C4-FDFD-F67B-B44B-852B35DE69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13" y="3630613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09" name="AutoShape 137">
            <a:extLst>
              <a:ext uri="{FF2B5EF4-FFF2-40B4-BE49-F238E27FC236}">
                <a16:creationId xmlns:a16="http://schemas.microsoft.com/office/drawing/2014/main" id="{6CC07E07-2061-794C-6837-DB7D2EC73B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0013" y="7974013"/>
            <a:ext cx="15875" cy="15875"/>
          </a:xfrm>
          <a:custGeom>
            <a:avLst/>
            <a:gdLst>
              <a:gd name="G0" fmla="*/ 46 1 2"/>
              <a:gd name="G1" fmla="*/ 1 48365 11520"/>
              <a:gd name="G2" fmla="*/ G1 32767 1"/>
              <a:gd name="G3" fmla="*/ G2 1 32767"/>
              <a:gd name="G4" fmla="cos G0 G3"/>
              <a:gd name="G5" fmla="*/ 46 1 2"/>
              <a:gd name="G6" fmla="*/ 1 48365 11520"/>
              <a:gd name="G7" fmla="*/ G6 32767 1"/>
              <a:gd name="G8" fmla="*/ G7 1 32767"/>
              <a:gd name="G9" fmla="sin G5 G8"/>
              <a:gd name="G10" fmla="*/ 46 1 2"/>
              <a:gd name="G11" fmla="+- G10 0 G4"/>
              <a:gd name="G12" fmla="+- G10 G4 0"/>
              <a:gd name="G13" fmla="+- G12 0 0"/>
              <a:gd name="G14" fmla="*/ 46 1 2"/>
              <a:gd name="G15" fmla="+- G14 0 G9"/>
              <a:gd name="G16" fmla="+- G14 G9 0"/>
              <a:gd name="G17" fmla="+- G16 0 0"/>
              <a:gd name="G18" fmla="+- 46 0 0"/>
              <a:gd name="G19" fmla="+- 4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0" name="AutoShape 138">
            <a:extLst>
              <a:ext uri="{FF2B5EF4-FFF2-40B4-BE49-F238E27FC236}">
                <a16:creationId xmlns:a16="http://schemas.microsoft.com/office/drawing/2014/main" id="{214D4BC8-107E-CA5A-7B31-EF08C3EB2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1613" y="2236788"/>
            <a:ext cx="11112" cy="11112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1" name="AutoShape 139">
            <a:extLst>
              <a:ext uri="{FF2B5EF4-FFF2-40B4-BE49-F238E27FC236}">
                <a16:creationId xmlns:a16="http://schemas.microsoft.com/office/drawing/2014/main" id="{3EF45087-F5E2-6B44-9B6A-5312286D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3638" y="665163"/>
            <a:ext cx="20637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3" name="AutoShape 141">
            <a:extLst>
              <a:ext uri="{FF2B5EF4-FFF2-40B4-BE49-F238E27FC236}">
                <a16:creationId xmlns:a16="http://schemas.microsoft.com/office/drawing/2014/main" id="{B70A51F6-DA88-DDB5-84B3-47A6EA70C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613" y="6673850"/>
            <a:ext cx="11112" cy="11113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4" name="AutoShape 142">
            <a:extLst>
              <a:ext uri="{FF2B5EF4-FFF2-40B4-BE49-F238E27FC236}">
                <a16:creationId xmlns:a16="http://schemas.microsoft.com/office/drawing/2014/main" id="{2AF1D965-1885-AE5D-0731-769996585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9850" y="2519363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5" name="AutoShape 143">
            <a:extLst>
              <a:ext uri="{FF2B5EF4-FFF2-40B4-BE49-F238E27FC236}">
                <a16:creationId xmlns:a16="http://schemas.microsoft.com/office/drawing/2014/main" id="{18DAF598-0475-FFAA-1A21-CC7A1105D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0538" y="9237663"/>
            <a:ext cx="26987" cy="26987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6" name="AutoShape 144">
            <a:extLst>
              <a:ext uri="{FF2B5EF4-FFF2-40B4-BE49-F238E27FC236}">
                <a16:creationId xmlns:a16="http://schemas.microsoft.com/office/drawing/2014/main" id="{01626E8B-205B-D74F-4C6E-172CD6E6EB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0300" y="844550"/>
            <a:ext cx="14288" cy="14288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7" name="AutoShape 145">
            <a:extLst>
              <a:ext uri="{FF2B5EF4-FFF2-40B4-BE49-F238E27FC236}">
                <a16:creationId xmlns:a16="http://schemas.microsoft.com/office/drawing/2014/main" id="{B19100EB-3E49-A5AA-BD53-1718EEE106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9213" y="1649413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8" name="AutoShape 146">
            <a:extLst>
              <a:ext uri="{FF2B5EF4-FFF2-40B4-BE49-F238E27FC236}">
                <a16:creationId xmlns:a16="http://schemas.microsoft.com/office/drawing/2014/main" id="{C92B61AB-82D0-85EE-4763-E4B305C1A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3700" y="5783263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19" name="AutoShape 147">
            <a:extLst>
              <a:ext uri="{FF2B5EF4-FFF2-40B4-BE49-F238E27FC236}">
                <a16:creationId xmlns:a16="http://schemas.microsoft.com/office/drawing/2014/main" id="{D8BB8779-7133-89A2-43CE-9EA102EAEF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7825" y="7378700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0" name="AutoShape 148">
            <a:extLst>
              <a:ext uri="{FF2B5EF4-FFF2-40B4-BE49-F238E27FC236}">
                <a16:creationId xmlns:a16="http://schemas.microsoft.com/office/drawing/2014/main" id="{91A0BC39-5E75-133C-BFD7-2302E2A840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568325"/>
            <a:ext cx="14288" cy="14288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1" name="AutoShape 149">
            <a:extLst>
              <a:ext uri="{FF2B5EF4-FFF2-40B4-BE49-F238E27FC236}">
                <a16:creationId xmlns:a16="http://schemas.microsoft.com/office/drawing/2014/main" id="{4788E3F0-2FAB-0786-B53B-63C6AB68B2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7800" y="9661525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2" name="AutoShape 150">
            <a:extLst>
              <a:ext uri="{FF2B5EF4-FFF2-40B4-BE49-F238E27FC236}">
                <a16:creationId xmlns:a16="http://schemas.microsoft.com/office/drawing/2014/main" id="{3D59B9A2-A2F5-09C2-4CC3-DC5F4D1BE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2550" y="8672513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3" name="AutoShape 151">
            <a:extLst>
              <a:ext uri="{FF2B5EF4-FFF2-40B4-BE49-F238E27FC236}">
                <a16:creationId xmlns:a16="http://schemas.microsoft.com/office/drawing/2014/main" id="{7FAF4418-1E7C-9DB9-E993-15558F339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" y="1793875"/>
            <a:ext cx="11113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4" name="AutoShape 152">
            <a:extLst>
              <a:ext uri="{FF2B5EF4-FFF2-40B4-BE49-F238E27FC236}">
                <a16:creationId xmlns:a16="http://schemas.microsoft.com/office/drawing/2014/main" id="{63630076-A49D-EEB1-8D76-8315B441B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73425"/>
            <a:ext cx="11113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5" name="AutoShape 153">
            <a:extLst>
              <a:ext uri="{FF2B5EF4-FFF2-40B4-BE49-F238E27FC236}">
                <a16:creationId xmlns:a16="http://schemas.microsoft.com/office/drawing/2014/main" id="{3A952B74-9005-589A-BBA6-6E669AA58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9800" y="7243763"/>
            <a:ext cx="23813" cy="23812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7" name="AutoShape 155">
            <a:extLst>
              <a:ext uri="{FF2B5EF4-FFF2-40B4-BE49-F238E27FC236}">
                <a16:creationId xmlns:a16="http://schemas.microsoft.com/office/drawing/2014/main" id="{C77C9D62-A3C5-8CAD-F15F-3942F0F241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1025" y="9248775"/>
            <a:ext cx="11113" cy="11113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8" name="AutoShape 156">
            <a:extLst>
              <a:ext uri="{FF2B5EF4-FFF2-40B4-BE49-F238E27FC236}">
                <a16:creationId xmlns:a16="http://schemas.microsoft.com/office/drawing/2014/main" id="{D5DA6A0F-1DC4-E28E-0751-C56DEB7AD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7738" y="5605463"/>
            <a:ext cx="17462" cy="17462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29" name="AutoShape 157">
            <a:extLst>
              <a:ext uri="{FF2B5EF4-FFF2-40B4-BE49-F238E27FC236}">
                <a16:creationId xmlns:a16="http://schemas.microsoft.com/office/drawing/2014/main" id="{5E460EDF-3B7E-B7BA-30D3-9B1840FB0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1388" y="1100138"/>
            <a:ext cx="14287" cy="14287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0" name="AutoShape 158">
            <a:extLst>
              <a:ext uri="{FF2B5EF4-FFF2-40B4-BE49-F238E27FC236}">
                <a16:creationId xmlns:a16="http://schemas.microsoft.com/office/drawing/2014/main" id="{227F6D10-4DBB-6949-6933-42F40ACAFD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3638" y="9983788"/>
            <a:ext cx="23812" cy="23812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1" name="AutoShape 159">
            <a:extLst>
              <a:ext uri="{FF2B5EF4-FFF2-40B4-BE49-F238E27FC236}">
                <a16:creationId xmlns:a16="http://schemas.microsoft.com/office/drawing/2014/main" id="{7C11F69A-1D31-BBDF-A1F2-86222FF27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4713" y="6272213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2" name="AutoShape 160">
            <a:extLst>
              <a:ext uri="{FF2B5EF4-FFF2-40B4-BE49-F238E27FC236}">
                <a16:creationId xmlns:a16="http://schemas.microsoft.com/office/drawing/2014/main" id="{CFB649E1-7924-0509-E0C1-95EC6A0D2F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4211638"/>
            <a:ext cx="26987" cy="26987"/>
          </a:xfrm>
          <a:custGeom>
            <a:avLst/>
            <a:gdLst>
              <a:gd name="G0" fmla="*/ 75 1 2"/>
              <a:gd name="G1" fmla="*/ 1 48365 11520"/>
              <a:gd name="G2" fmla="*/ G1 32767 1"/>
              <a:gd name="G3" fmla="*/ G2 1 32767"/>
              <a:gd name="G4" fmla="cos G0 G3"/>
              <a:gd name="G5" fmla="*/ 75 1 2"/>
              <a:gd name="G6" fmla="*/ 1 48365 11520"/>
              <a:gd name="G7" fmla="*/ G6 32767 1"/>
              <a:gd name="G8" fmla="*/ G7 1 32767"/>
              <a:gd name="G9" fmla="sin G5 G8"/>
              <a:gd name="G10" fmla="*/ 75 1 2"/>
              <a:gd name="G11" fmla="+- G10 0 G4"/>
              <a:gd name="G12" fmla="+- G10 G4 0"/>
              <a:gd name="G13" fmla="+- G12 0 0"/>
              <a:gd name="G14" fmla="*/ 75 1 2"/>
              <a:gd name="G15" fmla="+- G14 0 G9"/>
              <a:gd name="G16" fmla="+- G14 G9 0"/>
              <a:gd name="G17" fmla="+- G16 0 0"/>
              <a:gd name="G18" fmla="+- 75 0 0"/>
              <a:gd name="G19" fmla="+- 7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4" name="AutoShape 162">
            <a:extLst>
              <a:ext uri="{FF2B5EF4-FFF2-40B4-BE49-F238E27FC236}">
                <a16:creationId xmlns:a16="http://schemas.microsoft.com/office/drawing/2014/main" id="{A6E00861-AAA7-C904-5532-E0287AE98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8888" y="1698625"/>
            <a:ext cx="17462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5" name="AutoShape 163">
            <a:extLst>
              <a:ext uri="{FF2B5EF4-FFF2-40B4-BE49-F238E27FC236}">
                <a16:creationId xmlns:a16="http://schemas.microsoft.com/office/drawing/2014/main" id="{16572ECC-EB08-FA70-6474-7F50DFBFF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1013" y="9628188"/>
            <a:ext cx="14287" cy="14287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6" name="AutoShape 164">
            <a:extLst>
              <a:ext uri="{FF2B5EF4-FFF2-40B4-BE49-F238E27FC236}">
                <a16:creationId xmlns:a16="http://schemas.microsoft.com/office/drawing/2014/main" id="{AF627736-73F5-2598-C483-51C0DB089E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5225" y="5799138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7" name="AutoShape 165">
            <a:extLst>
              <a:ext uri="{FF2B5EF4-FFF2-40B4-BE49-F238E27FC236}">
                <a16:creationId xmlns:a16="http://schemas.microsoft.com/office/drawing/2014/main" id="{C45934D4-A0F6-2C84-0B66-6061A1035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9388" y="4460875"/>
            <a:ext cx="14287" cy="14288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8" name="AutoShape 166">
            <a:extLst>
              <a:ext uri="{FF2B5EF4-FFF2-40B4-BE49-F238E27FC236}">
                <a16:creationId xmlns:a16="http://schemas.microsoft.com/office/drawing/2014/main" id="{B493F8F4-FFA9-BCD6-3F29-00995C25E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3725" y="9805988"/>
            <a:ext cx="14288" cy="14287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39" name="AutoShape 167">
            <a:extLst>
              <a:ext uri="{FF2B5EF4-FFF2-40B4-BE49-F238E27FC236}">
                <a16:creationId xmlns:a16="http://schemas.microsoft.com/office/drawing/2014/main" id="{785B28BE-AF4A-291F-C97E-391DF7383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0713" y="5905500"/>
            <a:ext cx="23812" cy="23813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0" name="AutoShape 168">
            <a:extLst>
              <a:ext uri="{FF2B5EF4-FFF2-40B4-BE49-F238E27FC236}">
                <a16:creationId xmlns:a16="http://schemas.microsoft.com/office/drawing/2014/main" id="{A6ADC062-6018-AEB3-BEB3-BB02787FA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6775" y="7013575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1" name="AutoShape 169">
            <a:extLst>
              <a:ext uri="{FF2B5EF4-FFF2-40B4-BE49-F238E27FC236}">
                <a16:creationId xmlns:a16="http://schemas.microsoft.com/office/drawing/2014/main" id="{DE5812EB-DEB0-83AB-BEEF-98C0AF2299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7375" y="7258050"/>
            <a:ext cx="14288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2" name="AutoShape 170">
            <a:extLst>
              <a:ext uri="{FF2B5EF4-FFF2-40B4-BE49-F238E27FC236}">
                <a16:creationId xmlns:a16="http://schemas.microsoft.com/office/drawing/2014/main" id="{282A3193-D769-2D77-ACC6-B80ABB5C6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774700"/>
            <a:ext cx="25400" cy="25400"/>
          </a:xfrm>
          <a:custGeom>
            <a:avLst/>
            <a:gdLst>
              <a:gd name="G0" fmla="*/ 71 1 2"/>
              <a:gd name="G1" fmla="*/ 1 48365 11520"/>
              <a:gd name="G2" fmla="*/ G1 32767 1"/>
              <a:gd name="G3" fmla="*/ G2 1 32767"/>
              <a:gd name="G4" fmla="cos G0 G3"/>
              <a:gd name="G5" fmla="*/ 71 1 2"/>
              <a:gd name="G6" fmla="*/ 1 48365 11520"/>
              <a:gd name="G7" fmla="*/ G6 32767 1"/>
              <a:gd name="G8" fmla="*/ G7 1 32767"/>
              <a:gd name="G9" fmla="sin G5 G8"/>
              <a:gd name="G10" fmla="*/ 71 1 2"/>
              <a:gd name="G11" fmla="+- G10 0 G4"/>
              <a:gd name="G12" fmla="+- G10 G4 0"/>
              <a:gd name="G13" fmla="+- G12 0 0"/>
              <a:gd name="G14" fmla="*/ 71 1 2"/>
              <a:gd name="G15" fmla="+- G14 0 G9"/>
              <a:gd name="G16" fmla="+- G14 G9 0"/>
              <a:gd name="G17" fmla="+- G16 0 0"/>
              <a:gd name="G18" fmla="+- 71 0 0"/>
              <a:gd name="G19" fmla="+- 7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3" name="AutoShape 171">
            <a:extLst>
              <a:ext uri="{FF2B5EF4-FFF2-40B4-BE49-F238E27FC236}">
                <a16:creationId xmlns:a16="http://schemas.microsoft.com/office/drawing/2014/main" id="{9FD89F38-53EC-BE87-69EA-A0AAC4E8A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000" y="1811338"/>
            <a:ext cx="23813" cy="23812"/>
          </a:xfrm>
          <a:custGeom>
            <a:avLst/>
            <a:gdLst>
              <a:gd name="G0" fmla="*/ 68 1 2"/>
              <a:gd name="G1" fmla="*/ 1 48365 11520"/>
              <a:gd name="G2" fmla="*/ G1 32767 1"/>
              <a:gd name="G3" fmla="*/ G2 1 32767"/>
              <a:gd name="G4" fmla="cos G0 G3"/>
              <a:gd name="G5" fmla="*/ 68 1 2"/>
              <a:gd name="G6" fmla="*/ 1 48365 11520"/>
              <a:gd name="G7" fmla="*/ G6 32767 1"/>
              <a:gd name="G8" fmla="*/ G7 1 32767"/>
              <a:gd name="G9" fmla="sin G5 G8"/>
              <a:gd name="G10" fmla="*/ 68 1 2"/>
              <a:gd name="G11" fmla="+- G10 0 G4"/>
              <a:gd name="G12" fmla="+- G10 G4 0"/>
              <a:gd name="G13" fmla="+- G12 0 0"/>
              <a:gd name="G14" fmla="*/ 68 1 2"/>
              <a:gd name="G15" fmla="+- G14 0 G9"/>
              <a:gd name="G16" fmla="+- G14 G9 0"/>
              <a:gd name="G17" fmla="+- G16 0 0"/>
              <a:gd name="G18" fmla="+- 68 0 0"/>
              <a:gd name="G19" fmla="+- 6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4" name="AutoShape 172">
            <a:extLst>
              <a:ext uri="{FF2B5EF4-FFF2-40B4-BE49-F238E27FC236}">
                <a16:creationId xmlns:a16="http://schemas.microsoft.com/office/drawing/2014/main" id="{25709241-CBC0-EA02-0A33-9ADF9F4C5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6325" y="4502150"/>
            <a:ext cx="17463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5" name="AutoShape 173">
            <a:extLst>
              <a:ext uri="{FF2B5EF4-FFF2-40B4-BE49-F238E27FC236}">
                <a16:creationId xmlns:a16="http://schemas.microsoft.com/office/drawing/2014/main" id="{CEE05206-620D-12BE-BF9B-FA315277D9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3375" y="2978150"/>
            <a:ext cx="26988" cy="26988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6" name="AutoShape 174">
            <a:extLst>
              <a:ext uri="{FF2B5EF4-FFF2-40B4-BE49-F238E27FC236}">
                <a16:creationId xmlns:a16="http://schemas.microsoft.com/office/drawing/2014/main" id="{428DF6E1-371F-1DEA-0C44-7DF3EC8308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6013" y="1430338"/>
            <a:ext cx="11112" cy="11112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7" name="AutoShape 175">
            <a:extLst>
              <a:ext uri="{FF2B5EF4-FFF2-40B4-BE49-F238E27FC236}">
                <a16:creationId xmlns:a16="http://schemas.microsoft.com/office/drawing/2014/main" id="{C05EE2E0-6356-FA35-AB26-2D691E2D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9700" y="4051300"/>
            <a:ext cx="11113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8" name="AutoShape 176">
            <a:extLst>
              <a:ext uri="{FF2B5EF4-FFF2-40B4-BE49-F238E27FC236}">
                <a16:creationId xmlns:a16="http://schemas.microsoft.com/office/drawing/2014/main" id="{B435C63E-8B99-8AC0-7AAC-73F661945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7063" y="4972050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49" name="AutoShape 177">
            <a:extLst>
              <a:ext uri="{FF2B5EF4-FFF2-40B4-BE49-F238E27FC236}">
                <a16:creationId xmlns:a16="http://schemas.microsoft.com/office/drawing/2014/main" id="{3251396A-9DEF-A169-1949-646A5E74D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8175" y="8383588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0" name="AutoShape 178">
            <a:extLst>
              <a:ext uri="{FF2B5EF4-FFF2-40B4-BE49-F238E27FC236}">
                <a16:creationId xmlns:a16="http://schemas.microsoft.com/office/drawing/2014/main" id="{627C21FB-4010-2167-B512-D889065B2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3" y="8420100"/>
            <a:ext cx="17462" cy="17463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1" name="AutoShape 179">
            <a:extLst>
              <a:ext uri="{FF2B5EF4-FFF2-40B4-BE49-F238E27FC236}">
                <a16:creationId xmlns:a16="http://schemas.microsoft.com/office/drawing/2014/main" id="{EBBE63E0-970B-169A-4F9E-706CAC35E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800" y="9269413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2" name="AutoShape 180">
            <a:extLst>
              <a:ext uri="{FF2B5EF4-FFF2-40B4-BE49-F238E27FC236}">
                <a16:creationId xmlns:a16="http://schemas.microsoft.com/office/drawing/2014/main" id="{B99E57AB-CCA2-F63F-08B4-30E4FB2882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5013" y="5067300"/>
            <a:ext cx="23812" cy="23813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3" name="AutoShape 181">
            <a:extLst>
              <a:ext uri="{FF2B5EF4-FFF2-40B4-BE49-F238E27FC236}">
                <a16:creationId xmlns:a16="http://schemas.microsoft.com/office/drawing/2014/main" id="{17DBCBC9-C53B-06D4-A794-67F06F8344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8763" y="4763"/>
            <a:ext cx="23812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4" name="AutoShape 182">
            <a:extLst>
              <a:ext uri="{FF2B5EF4-FFF2-40B4-BE49-F238E27FC236}">
                <a16:creationId xmlns:a16="http://schemas.microsoft.com/office/drawing/2014/main" id="{1F4C9D49-BC42-3D19-4B35-97959A1C2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1113" y="8329613"/>
            <a:ext cx="22225" cy="22225"/>
          </a:xfrm>
          <a:custGeom>
            <a:avLst/>
            <a:gdLst>
              <a:gd name="G0" fmla="*/ 62 1 2"/>
              <a:gd name="G1" fmla="*/ 1 48365 11520"/>
              <a:gd name="G2" fmla="*/ G1 32767 1"/>
              <a:gd name="G3" fmla="*/ G2 1 32767"/>
              <a:gd name="G4" fmla="cos G0 G3"/>
              <a:gd name="G5" fmla="*/ 62 1 2"/>
              <a:gd name="G6" fmla="*/ 1 48365 11520"/>
              <a:gd name="G7" fmla="*/ G6 32767 1"/>
              <a:gd name="G8" fmla="*/ G7 1 32767"/>
              <a:gd name="G9" fmla="sin G5 G8"/>
              <a:gd name="G10" fmla="*/ 62 1 2"/>
              <a:gd name="G11" fmla="+- G10 0 G4"/>
              <a:gd name="G12" fmla="+- G10 G4 0"/>
              <a:gd name="G13" fmla="+- G12 0 0"/>
              <a:gd name="G14" fmla="*/ 62 1 2"/>
              <a:gd name="G15" fmla="+- G14 0 G9"/>
              <a:gd name="G16" fmla="+- G14 G9 0"/>
              <a:gd name="G17" fmla="+- G16 0 0"/>
              <a:gd name="G18" fmla="+- 62 0 0"/>
              <a:gd name="G19" fmla="+- 6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5" name="AutoShape 183">
            <a:extLst>
              <a:ext uri="{FF2B5EF4-FFF2-40B4-BE49-F238E27FC236}">
                <a16:creationId xmlns:a16="http://schemas.microsoft.com/office/drawing/2014/main" id="{ACC26CC3-1AC2-B232-DABA-C13621677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8488" y="4057650"/>
            <a:ext cx="23812" cy="23813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6" name="AutoShape 184">
            <a:extLst>
              <a:ext uri="{FF2B5EF4-FFF2-40B4-BE49-F238E27FC236}">
                <a16:creationId xmlns:a16="http://schemas.microsoft.com/office/drawing/2014/main" id="{F1D8B836-90D4-2FF2-85C0-9679889E0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2550" y="1439863"/>
            <a:ext cx="17463" cy="17462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7" name="AutoShape 185">
            <a:extLst>
              <a:ext uri="{FF2B5EF4-FFF2-40B4-BE49-F238E27FC236}">
                <a16:creationId xmlns:a16="http://schemas.microsoft.com/office/drawing/2014/main" id="{AB78F8AE-F2B3-F9E2-95A9-A91ED1E68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1163" y="4665663"/>
            <a:ext cx="14287" cy="14287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59" name="AutoShape 187">
            <a:extLst>
              <a:ext uri="{FF2B5EF4-FFF2-40B4-BE49-F238E27FC236}">
                <a16:creationId xmlns:a16="http://schemas.microsoft.com/office/drawing/2014/main" id="{FEB98C50-1FDA-F878-D618-E623149E77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7588" y="5180013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0" name="AutoShape 188">
            <a:extLst>
              <a:ext uri="{FF2B5EF4-FFF2-40B4-BE49-F238E27FC236}">
                <a16:creationId xmlns:a16="http://schemas.microsoft.com/office/drawing/2014/main" id="{49A7791A-B49B-0B86-E7F8-FD1354BC0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100" y="790575"/>
            <a:ext cx="26988" cy="26988"/>
          </a:xfrm>
          <a:custGeom>
            <a:avLst/>
            <a:gdLst>
              <a:gd name="G0" fmla="*/ 74 1 2"/>
              <a:gd name="G1" fmla="*/ 1 48365 11520"/>
              <a:gd name="G2" fmla="*/ G1 32767 1"/>
              <a:gd name="G3" fmla="*/ G2 1 32767"/>
              <a:gd name="G4" fmla="cos G0 G3"/>
              <a:gd name="G5" fmla="*/ 74 1 2"/>
              <a:gd name="G6" fmla="*/ 1 48365 11520"/>
              <a:gd name="G7" fmla="*/ G6 32767 1"/>
              <a:gd name="G8" fmla="*/ G7 1 32767"/>
              <a:gd name="G9" fmla="sin G5 G8"/>
              <a:gd name="G10" fmla="*/ 74 1 2"/>
              <a:gd name="G11" fmla="+- G10 0 G4"/>
              <a:gd name="G12" fmla="+- G10 G4 0"/>
              <a:gd name="G13" fmla="+- G12 0 0"/>
              <a:gd name="G14" fmla="*/ 74 1 2"/>
              <a:gd name="G15" fmla="+- G14 0 G9"/>
              <a:gd name="G16" fmla="+- G14 G9 0"/>
              <a:gd name="G17" fmla="+- G16 0 0"/>
              <a:gd name="G18" fmla="+- 74 0 0"/>
              <a:gd name="G19" fmla="+- 7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1" name="AutoShape 189">
            <a:extLst>
              <a:ext uri="{FF2B5EF4-FFF2-40B4-BE49-F238E27FC236}">
                <a16:creationId xmlns:a16="http://schemas.microsoft.com/office/drawing/2014/main" id="{359593F4-2B8A-5641-F893-1014998FE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563" y="8953500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2" name="AutoShape 190">
            <a:extLst>
              <a:ext uri="{FF2B5EF4-FFF2-40B4-BE49-F238E27FC236}">
                <a16:creationId xmlns:a16="http://schemas.microsoft.com/office/drawing/2014/main" id="{674A6428-7426-F6AD-EBBF-EBB0A7DA6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9200" y="3679825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3" name="AutoShape 191">
            <a:extLst>
              <a:ext uri="{FF2B5EF4-FFF2-40B4-BE49-F238E27FC236}">
                <a16:creationId xmlns:a16="http://schemas.microsoft.com/office/drawing/2014/main" id="{1B74E44F-9AC5-F2A2-C0D9-5870A5A37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7875" y="9280525"/>
            <a:ext cx="14288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4" name="AutoShape 192">
            <a:extLst>
              <a:ext uri="{FF2B5EF4-FFF2-40B4-BE49-F238E27FC236}">
                <a16:creationId xmlns:a16="http://schemas.microsoft.com/office/drawing/2014/main" id="{EDE35512-B3F4-EAD3-9F41-78FE047E3F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450" y="9828213"/>
            <a:ext cx="26988" cy="26987"/>
          </a:xfrm>
          <a:custGeom>
            <a:avLst/>
            <a:gdLst>
              <a:gd name="G0" fmla="*/ 75 1 2"/>
              <a:gd name="G1" fmla="*/ 1 48365 11520"/>
              <a:gd name="G2" fmla="*/ G1 32767 1"/>
              <a:gd name="G3" fmla="*/ G2 1 32767"/>
              <a:gd name="G4" fmla="cos G0 G3"/>
              <a:gd name="G5" fmla="*/ 75 1 2"/>
              <a:gd name="G6" fmla="*/ 1 48365 11520"/>
              <a:gd name="G7" fmla="*/ G6 32767 1"/>
              <a:gd name="G8" fmla="*/ G7 1 32767"/>
              <a:gd name="G9" fmla="sin G5 G8"/>
              <a:gd name="G10" fmla="*/ 75 1 2"/>
              <a:gd name="G11" fmla="+- G10 0 G4"/>
              <a:gd name="G12" fmla="+- G10 G4 0"/>
              <a:gd name="G13" fmla="+- G12 0 0"/>
              <a:gd name="G14" fmla="*/ 75 1 2"/>
              <a:gd name="G15" fmla="+- G14 0 G9"/>
              <a:gd name="G16" fmla="+- G14 G9 0"/>
              <a:gd name="G17" fmla="+- G16 0 0"/>
              <a:gd name="G18" fmla="+- 75 0 0"/>
              <a:gd name="G19" fmla="+- 7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5" name="AutoShape 193">
            <a:extLst>
              <a:ext uri="{FF2B5EF4-FFF2-40B4-BE49-F238E27FC236}">
                <a16:creationId xmlns:a16="http://schemas.microsoft.com/office/drawing/2014/main" id="{C81B114A-4DC0-CEE8-AEDC-8FF61C639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9515475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6" name="AutoShape 194">
            <a:extLst>
              <a:ext uri="{FF2B5EF4-FFF2-40B4-BE49-F238E27FC236}">
                <a16:creationId xmlns:a16="http://schemas.microsoft.com/office/drawing/2014/main" id="{C549AC01-A978-6FB6-2B54-AFAC972881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54850" y="2473325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7" name="AutoShape 195">
            <a:extLst>
              <a:ext uri="{FF2B5EF4-FFF2-40B4-BE49-F238E27FC236}">
                <a16:creationId xmlns:a16="http://schemas.microsoft.com/office/drawing/2014/main" id="{E835ADF8-7784-CF87-E52A-C5FD326F5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2951163"/>
            <a:ext cx="15875" cy="15875"/>
          </a:xfrm>
          <a:custGeom>
            <a:avLst/>
            <a:gdLst>
              <a:gd name="G0" fmla="*/ 46 1 2"/>
              <a:gd name="G1" fmla="*/ 1 48365 11520"/>
              <a:gd name="G2" fmla="*/ G1 32767 1"/>
              <a:gd name="G3" fmla="*/ G2 1 32767"/>
              <a:gd name="G4" fmla="cos G0 G3"/>
              <a:gd name="G5" fmla="*/ 46 1 2"/>
              <a:gd name="G6" fmla="*/ 1 48365 11520"/>
              <a:gd name="G7" fmla="*/ G6 32767 1"/>
              <a:gd name="G8" fmla="*/ G7 1 32767"/>
              <a:gd name="G9" fmla="sin G5 G8"/>
              <a:gd name="G10" fmla="*/ 46 1 2"/>
              <a:gd name="G11" fmla="+- G10 0 G4"/>
              <a:gd name="G12" fmla="+- G10 G4 0"/>
              <a:gd name="G13" fmla="+- G12 0 0"/>
              <a:gd name="G14" fmla="*/ 46 1 2"/>
              <a:gd name="G15" fmla="+- G14 0 G9"/>
              <a:gd name="G16" fmla="+- G14 G9 0"/>
              <a:gd name="G17" fmla="+- G16 0 0"/>
              <a:gd name="G18" fmla="+- 46 0 0"/>
              <a:gd name="G19" fmla="+- 4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69" name="AutoShape 197">
            <a:extLst>
              <a:ext uri="{FF2B5EF4-FFF2-40B4-BE49-F238E27FC236}">
                <a16:creationId xmlns:a16="http://schemas.microsoft.com/office/drawing/2014/main" id="{4CE38EB8-0F46-2A32-0AEA-2D6CB0CA9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4350" y="3000375"/>
            <a:ext cx="11113" cy="11113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0" name="AutoShape 198">
            <a:extLst>
              <a:ext uri="{FF2B5EF4-FFF2-40B4-BE49-F238E27FC236}">
                <a16:creationId xmlns:a16="http://schemas.microsoft.com/office/drawing/2014/main" id="{23CB89B4-BA2B-273C-3565-89DE7B0442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7088" y="893763"/>
            <a:ext cx="17462" cy="17462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1" name="AutoShape 199">
            <a:extLst>
              <a:ext uri="{FF2B5EF4-FFF2-40B4-BE49-F238E27FC236}">
                <a16:creationId xmlns:a16="http://schemas.microsoft.com/office/drawing/2014/main" id="{23EFB137-ADC2-B005-A237-684277AC64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7075" y="2954338"/>
            <a:ext cx="22225" cy="22225"/>
          </a:xfrm>
          <a:custGeom>
            <a:avLst/>
            <a:gdLst>
              <a:gd name="G0" fmla="*/ 62 1 2"/>
              <a:gd name="G1" fmla="*/ 1 48365 11520"/>
              <a:gd name="G2" fmla="*/ G1 32767 1"/>
              <a:gd name="G3" fmla="*/ G2 1 32767"/>
              <a:gd name="G4" fmla="cos G0 G3"/>
              <a:gd name="G5" fmla="*/ 62 1 2"/>
              <a:gd name="G6" fmla="*/ 1 48365 11520"/>
              <a:gd name="G7" fmla="*/ G6 32767 1"/>
              <a:gd name="G8" fmla="*/ G7 1 32767"/>
              <a:gd name="G9" fmla="sin G5 G8"/>
              <a:gd name="G10" fmla="*/ 62 1 2"/>
              <a:gd name="G11" fmla="+- G10 0 G4"/>
              <a:gd name="G12" fmla="+- G10 G4 0"/>
              <a:gd name="G13" fmla="+- G12 0 0"/>
              <a:gd name="G14" fmla="*/ 62 1 2"/>
              <a:gd name="G15" fmla="+- G14 0 G9"/>
              <a:gd name="G16" fmla="+- G14 G9 0"/>
              <a:gd name="G17" fmla="+- G16 0 0"/>
              <a:gd name="G18" fmla="+- 62 0 0"/>
              <a:gd name="G19" fmla="+- 6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2" name="AutoShape 200">
            <a:extLst>
              <a:ext uri="{FF2B5EF4-FFF2-40B4-BE49-F238E27FC236}">
                <a16:creationId xmlns:a16="http://schemas.microsoft.com/office/drawing/2014/main" id="{07596FE8-FF73-27BC-74B8-7369CCF45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4538" y="3316288"/>
            <a:ext cx="14287" cy="14287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3" name="AutoShape 201">
            <a:extLst>
              <a:ext uri="{FF2B5EF4-FFF2-40B4-BE49-F238E27FC236}">
                <a16:creationId xmlns:a16="http://schemas.microsoft.com/office/drawing/2014/main" id="{550B516A-FF38-7A95-9792-65521F917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738" y="6170613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4" name="AutoShape 202">
            <a:extLst>
              <a:ext uri="{FF2B5EF4-FFF2-40B4-BE49-F238E27FC236}">
                <a16:creationId xmlns:a16="http://schemas.microsoft.com/office/drawing/2014/main" id="{939755A3-3E28-9C68-4EDB-EA0C2221BF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938" y="5646738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5" name="AutoShape 203">
            <a:extLst>
              <a:ext uri="{FF2B5EF4-FFF2-40B4-BE49-F238E27FC236}">
                <a16:creationId xmlns:a16="http://schemas.microsoft.com/office/drawing/2014/main" id="{848B1544-9BFF-25FA-7804-477E082AD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763" y="5938838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6" name="AutoShape 204">
            <a:extLst>
              <a:ext uri="{FF2B5EF4-FFF2-40B4-BE49-F238E27FC236}">
                <a16:creationId xmlns:a16="http://schemas.microsoft.com/office/drawing/2014/main" id="{DB83783F-4A22-DDF9-97F0-1A92019B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1488" y="1177925"/>
            <a:ext cx="23812" cy="23813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7" name="AutoShape 205">
            <a:extLst>
              <a:ext uri="{FF2B5EF4-FFF2-40B4-BE49-F238E27FC236}">
                <a16:creationId xmlns:a16="http://schemas.microsoft.com/office/drawing/2014/main" id="{1ED3475E-4D8C-614E-F1FF-29BFEF50A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1538" y="5614988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8" name="AutoShape 206">
            <a:extLst>
              <a:ext uri="{FF2B5EF4-FFF2-40B4-BE49-F238E27FC236}">
                <a16:creationId xmlns:a16="http://schemas.microsoft.com/office/drawing/2014/main" id="{915B0797-CF23-E09D-D7F7-571D987ED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5575" y="3322638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79" name="AutoShape 207">
            <a:extLst>
              <a:ext uri="{FF2B5EF4-FFF2-40B4-BE49-F238E27FC236}">
                <a16:creationId xmlns:a16="http://schemas.microsoft.com/office/drawing/2014/main" id="{3D08D7F9-7F3F-4551-054D-9431A9CB3C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8550275"/>
            <a:ext cx="20637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0" name="AutoShape 208">
            <a:extLst>
              <a:ext uri="{FF2B5EF4-FFF2-40B4-BE49-F238E27FC236}">
                <a16:creationId xmlns:a16="http://schemas.microsoft.com/office/drawing/2014/main" id="{C7F0EA9C-8855-DDD4-A015-133005FE12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8025" y="5373688"/>
            <a:ext cx="20638" cy="20637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1" name="AutoShape 209">
            <a:extLst>
              <a:ext uri="{FF2B5EF4-FFF2-40B4-BE49-F238E27FC236}">
                <a16:creationId xmlns:a16="http://schemas.microsoft.com/office/drawing/2014/main" id="{4314CA74-2E44-EA8E-D5B9-FF6151545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6738" y="8039100"/>
            <a:ext cx="20637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2" name="AutoShape 210">
            <a:extLst>
              <a:ext uri="{FF2B5EF4-FFF2-40B4-BE49-F238E27FC236}">
                <a16:creationId xmlns:a16="http://schemas.microsoft.com/office/drawing/2014/main" id="{E3002567-A254-2EF1-3FAE-95BE36212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2625" y="625475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4" name="AutoShape 212">
            <a:extLst>
              <a:ext uri="{FF2B5EF4-FFF2-40B4-BE49-F238E27FC236}">
                <a16:creationId xmlns:a16="http://schemas.microsoft.com/office/drawing/2014/main" id="{D293FD4D-84F7-68FB-A241-8C1087FB8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375" y="2489200"/>
            <a:ext cx="14288" cy="14288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5" name="AutoShape 213">
            <a:extLst>
              <a:ext uri="{FF2B5EF4-FFF2-40B4-BE49-F238E27FC236}">
                <a16:creationId xmlns:a16="http://schemas.microsoft.com/office/drawing/2014/main" id="{E9F703E9-B0C9-4642-3C6F-58B00D7F47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525" y="33338"/>
            <a:ext cx="20638" cy="20637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6" name="AutoShape 214">
            <a:extLst>
              <a:ext uri="{FF2B5EF4-FFF2-40B4-BE49-F238E27FC236}">
                <a16:creationId xmlns:a16="http://schemas.microsoft.com/office/drawing/2014/main" id="{125C531F-F345-52BB-A48B-F7BF6BBF8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3875" y="4260850"/>
            <a:ext cx="14288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7" name="AutoShape 215">
            <a:extLst>
              <a:ext uri="{FF2B5EF4-FFF2-40B4-BE49-F238E27FC236}">
                <a16:creationId xmlns:a16="http://schemas.microsoft.com/office/drawing/2014/main" id="{0EC568CA-0143-2F35-5CA7-2EA4F1353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8850" y="9302750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8" name="AutoShape 216">
            <a:extLst>
              <a:ext uri="{FF2B5EF4-FFF2-40B4-BE49-F238E27FC236}">
                <a16:creationId xmlns:a16="http://schemas.microsoft.com/office/drawing/2014/main" id="{5A32B806-34F5-657F-4AC2-57ECA3D2D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313" y="9291638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89" name="AutoShape 217">
            <a:extLst>
              <a:ext uri="{FF2B5EF4-FFF2-40B4-BE49-F238E27FC236}">
                <a16:creationId xmlns:a16="http://schemas.microsoft.com/office/drawing/2014/main" id="{EEBBFD9C-0E4D-E550-FC85-9308F2C7F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" y="8420100"/>
            <a:ext cx="23813" cy="23813"/>
          </a:xfrm>
          <a:custGeom>
            <a:avLst/>
            <a:gdLst>
              <a:gd name="G0" fmla="*/ 68 1 2"/>
              <a:gd name="G1" fmla="*/ 1 48365 11520"/>
              <a:gd name="G2" fmla="*/ G1 32767 1"/>
              <a:gd name="G3" fmla="*/ G2 1 32767"/>
              <a:gd name="G4" fmla="cos G0 G3"/>
              <a:gd name="G5" fmla="*/ 68 1 2"/>
              <a:gd name="G6" fmla="*/ 1 48365 11520"/>
              <a:gd name="G7" fmla="*/ G6 32767 1"/>
              <a:gd name="G8" fmla="*/ G7 1 32767"/>
              <a:gd name="G9" fmla="sin G5 G8"/>
              <a:gd name="G10" fmla="*/ 68 1 2"/>
              <a:gd name="G11" fmla="+- G10 0 G4"/>
              <a:gd name="G12" fmla="+- G10 G4 0"/>
              <a:gd name="G13" fmla="+- G12 0 0"/>
              <a:gd name="G14" fmla="*/ 68 1 2"/>
              <a:gd name="G15" fmla="+- G14 0 G9"/>
              <a:gd name="G16" fmla="+- G14 G9 0"/>
              <a:gd name="G17" fmla="+- G16 0 0"/>
              <a:gd name="G18" fmla="+- 68 0 0"/>
              <a:gd name="G19" fmla="+- 6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0" name="AutoShape 218">
            <a:extLst>
              <a:ext uri="{FF2B5EF4-FFF2-40B4-BE49-F238E27FC236}">
                <a16:creationId xmlns:a16="http://schemas.microsoft.com/office/drawing/2014/main" id="{E9D7A158-39B8-0E97-CF60-8836521322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0113" y="819150"/>
            <a:ext cx="11112" cy="11113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1" name="AutoShape 219">
            <a:extLst>
              <a:ext uri="{FF2B5EF4-FFF2-40B4-BE49-F238E27FC236}">
                <a16:creationId xmlns:a16="http://schemas.microsoft.com/office/drawing/2014/main" id="{CF5785F5-087A-8305-0826-47FB588284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9150" y="738188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2" name="AutoShape 220">
            <a:extLst>
              <a:ext uri="{FF2B5EF4-FFF2-40B4-BE49-F238E27FC236}">
                <a16:creationId xmlns:a16="http://schemas.microsoft.com/office/drawing/2014/main" id="{058B327B-D121-C43F-E3CD-8B12F00C7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2663" y="2309813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3" name="AutoShape 221">
            <a:extLst>
              <a:ext uri="{FF2B5EF4-FFF2-40B4-BE49-F238E27FC236}">
                <a16:creationId xmlns:a16="http://schemas.microsoft.com/office/drawing/2014/main" id="{6557C9AB-67EC-CF7A-1B16-8AC76345CF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4525" y="9726613"/>
            <a:ext cx="23813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4" name="AutoShape 222">
            <a:extLst>
              <a:ext uri="{FF2B5EF4-FFF2-40B4-BE49-F238E27FC236}">
                <a16:creationId xmlns:a16="http://schemas.microsoft.com/office/drawing/2014/main" id="{3492BFBD-97D2-2127-5E70-9B30E61C4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563" y="7062788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5" name="AutoShape 223">
            <a:extLst>
              <a:ext uri="{FF2B5EF4-FFF2-40B4-BE49-F238E27FC236}">
                <a16:creationId xmlns:a16="http://schemas.microsoft.com/office/drawing/2014/main" id="{645CB14D-1A04-0E34-8FC9-BC7FA3F4D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5238" y="8564563"/>
            <a:ext cx="11112" cy="11112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6" name="AutoShape 224">
            <a:extLst>
              <a:ext uri="{FF2B5EF4-FFF2-40B4-BE49-F238E27FC236}">
                <a16:creationId xmlns:a16="http://schemas.microsoft.com/office/drawing/2014/main" id="{EF2B6228-B86D-4304-A637-9935ADA3CC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613" y="8367713"/>
            <a:ext cx="23812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7" name="AutoShape 225">
            <a:extLst>
              <a:ext uri="{FF2B5EF4-FFF2-40B4-BE49-F238E27FC236}">
                <a16:creationId xmlns:a16="http://schemas.microsoft.com/office/drawing/2014/main" id="{85B5A001-E8D2-C098-6A54-026CD4CC37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2713" y="603250"/>
            <a:ext cx="17462" cy="17463"/>
          </a:xfrm>
          <a:custGeom>
            <a:avLst/>
            <a:gdLst>
              <a:gd name="G0" fmla="*/ 49 1 2"/>
              <a:gd name="G1" fmla="*/ 1 48365 11520"/>
              <a:gd name="G2" fmla="*/ G1 32767 1"/>
              <a:gd name="G3" fmla="*/ G2 1 32767"/>
              <a:gd name="G4" fmla="cos G0 G3"/>
              <a:gd name="G5" fmla="*/ 49 1 2"/>
              <a:gd name="G6" fmla="*/ 1 48365 11520"/>
              <a:gd name="G7" fmla="*/ G6 32767 1"/>
              <a:gd name="G8" fmla="*/ G7 1 32767"/>
              <a:gd name="G9" fmla="sin G5 G8"/>
              <a:gd name="G10" fmla="*/ 49 1 2"/>
              <a:gd name="G11" fmla="+- G10 0 G4"/>
              <a:gd name="G12" fmla="+- G10 G4 0"/>
              <a:gd name="G13" fmla="+- G12 0 0"/>
              <a:gd name="G14" fmla="*/ 49 1 2"/>
              <a:gd name="G15" fmla="+- G14 0 G9"/>
              <a:gd name="G16" fmla="+- G14 G9 0"/>
              <a:gd name="G17" fmla="+- G16 0 0"/>
              <a:gd name="G18" fmla="+- 49 0 0"/>
              <a:gd name="G19" fmla="+- 4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8" name="AutoShape 226">
            <a:extLst>
              <a:ext uri="{FF2B5EF4-FFF2-40B4-BE49-F238E27FC236}">
                <a16:creationId xmlns:a16="http://schemas.microsoft.com/office/drawing/2014/main" id="{2E8046F7-21EA-D9FB-3979-53C31C27C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1213" y="9580563"/>
            <a:ext cx="11112" cy="11112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299" name="AutoShape 227">
            <a:extLst>
              <a:ext uri="{FF2B5EF4-FFF2-40B4-BE49-F238E27FC236}">
                <a16:creationId xmlns:a16="http://schemas.microsoft.com/office/drawing/2014/main" id="{3F0A4E81-80ED-D800-9ECB-EC19D8369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9338" y="9313863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0" name="AutoShape 228">
            <a:extLst>
              <a:ext uri="{FF2B5EF4-FFF2-40B4-BE49-F238E27FC236}">
                <a16:creationId xmlns:a16="http://schemas.microsoft.com/office/drawing/2014/main" id="{8140E5D8-CCC6-62FB-DD65-C208D6A024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8750" y="3994150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3" name="AutoShape 231">
            <a:extLst>
              <a:ext uri="{FF2B5EF4-FFF2-40B4-BE49-F238E27FC236}">
                <a16:creationId xmlns:a16="http://schemas.microsoft.com/office/drawing/2014/main" id="{2F45E77B-FC4D-7E8E-98E3-29D1EF440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25" y="9690100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4" name="AutoShape 232">
            <a:extLst>
              <a:ext uri="{FF2B5EF4-FFF2-40B4-BE49-F238E27FC236}">
                <a16:creationId xmlns:a16="http://schemas.microsoft.com/office/drawing/2014/main" id="{B9129F01-4BBF-BC48-93DE-CF3C44077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2700" y="5953125"/>
            <a:ext cx="17463" cy="17463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5" name="AutoShape 233">
            <a:extLst>
              <a:ext uri="{FF2B5EF4-FFF2-40B4-BE49-F238E27FC236}">
                <a16:creationId xmlns:a16="http://schemas.microsoft.com/office/drawing/2014/main" id="{852108C6-B86E-64DF-032F-11055207D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9300" y="8061325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6" name="AutoShape 234">
            <a:extLst>
              <a:ext uri="{FF2B5EF4-FFF2-40B4-BE49-F238E27FC236}">
                <a16:creationId xmlns:a16="http://schemas.microsoft.com/office/drawing/2014/main" id="{59E98D3F-25B3-7A5C-06FF-75BF94061D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0" y="87313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7" name="AutoShape 235">
            <a:extLst>
              <a:ext uri="{FF2B5EF4-FFF2-40B4-BE49-F238E27FC236}">
                <a16:creationId xmlns:a16="http://schemas.microsoft.com/office/drawing/2014/main" id="{6A54E04E-ADAF-E3E4-5D6C-29E9EA3E59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725" y="6340475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8" name="AutoShape 236">
            <a:extLst>
              <a:ext uri="{FF2B5EF4-FFF2-40B4-BE49-F238E27FC236}">
                <a16:creationId xmlns:a16="http://schemas.microsoft.com/office/drawing/2014/main" id="{6920318E-E5BC-3E84-84C5-DF7589D4E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0050" y="835025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09" name="AutoShape 237">
            <a:extLst>
              <a:ext uri="{FF2B5EF4-FFF2-40B4-BE49-F238E27FC236}">
                <a16:creationId xmlns:a16="http://schemas.microsoft.com/office/drawing/2014/main" id="{AC4B14FE-1FAC-67D0-B3C0-F77460E9D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300" y="7878763"/>
            <a:ext cx="23813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0" name="AutoShape 238">
            <a:extLst>
              <a:ext uri="{FF2B5EF4-FFF2-40B4-BE49-F238E27FC236}">
                <a16:creationId xmlns:a16="http://schemas.microsoft.com/office/drawing/2014/main" id="{E2D9406A-DF71-F98C-2C4F-30388C4FF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5538" y="1489075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1" name="AutoShape 239">
            <a:extLst>
              <a:ext uri="{FF2B5EF4-FFF2-40B4-BE49-F238E27FC236}">
                <a16:creationId xmlns:a16="http://schemas.microsoft.com/office/drawing/2014/main" id="{A90C9B98-0596-6C9F-A81C-90332F1AE1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9025" y="5970588"/>
            <a:ext cx="11113" cy="11112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2" name="AutoShape 240">
            <a:extLst>
              <a:ext uri="{FF2B5EF4-FFF2-40B4-BE49-F238E27FC236}">
                <a16:creationId xmlns:a16="http://schemas.microsoft.com/office/drawing/2014/main" id="{205B8D46-7F67-F436-D215-E26C7A6EF7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7788" y="5402263"/>
            <a:ext cx="17462" cy="17462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3" name="AutoShape 241">
            <a:extLst>
              <a:ext uri="{FF2B5EF4-FFF2-40B4-BE49-F238E27FC236}">
                <a16:creationId xmlns:a16="http://schemas.microsoft.com/office/drawing/2014/main" id="{DE6E99C7-B67F-25F9-EED0-C906A3691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9500" y="3970338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4" name="AutoShape 242">
            <a:extLst>
              <a:ext uri="{FF2B5EF4-FFF2-40B4-BE49-F238E27FC236}">
                <a16:creationId xmlns:a16="http://schemas.microsoft.com/office/drawing/2014/main" id="{1354B179-EAAF-B7B8-A156-E08C3CDB3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2988" y="5868988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5" name="AutoShape 243">
            <a:extLst>
              <a:ext uri="{FF2B5EF4-FFF2-40B4-BE49-F238E27FC236}">
                <a16:creationId xmlns:a16="http://schemas.microsoft.com/office/drawing/2014/main" id="{B2307E84-759D-640E-8318-D763EA4C9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9913" y="5230813"/>
            <a:ext cx="17462" cy="17462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6" name="AutoShape 244">
            <a:extLst>
              <a:ext uri="{FF2B5EF4-FFF2-40B4-BE49-F238E27FC236}">
                <a16:creationId xmlns:a16="http://schemas.microsoft.com/office/drawing/2014/main" id="{E6EA7ECC-ADA6-3515-C5F2-D766A1846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1938" y="6243638"/>
            <a:ext cx="23812" cy="23812"/>
          </a:xfrm>
          <a:custGeom>
            <a:avLst/>
            <a:gdLst>
              <a:gd name="G0" fmla="*/ 68 1 2"/>
              <a:gd name="G1" fmla="*/ 1 48365 11520"/>
              <a:gd name="G2" fmla="*/ G1 32767 1"/>
              <a:gd name="G3" fmla="*/ G2 1 32767"/>
              <a:gd name="G4" fmla="cos G0 G3"/>
              <a:gd name="G5" fmla="*/ 68 1 2"/>
              <a:gd name="G6" fmla="*/ 1 48365 11520"/>
              <a:gd name="G7" fmla="*/ G6 32767 1"/>
              <a:gd name="G8" fmla="*/ G7 1 32767"/>
              <a:gd name="G9" fmla="sin G5 G8"/>
              <a:gd name="G10" fmla="*/ 68 1 2"/>
              <a:gd name="G11" fmla="+- G10 0 G4"/>
              <a:gd name="G12" fmla="+- G10 G4 0"/>
              <a:gd name="G13" fmla="+- G12 0 0"/>
              <a:gd name="G14" fmla="*/ 68 1 2"/>
              <a:gd name="G15" fmla="+- G14 0 G9"/>
              <a:gd name="G16" fmla="+- G14 G9 0"/>
              <a:gd name="G17" fmla="+- G16 0 0"/>
              <a:gd name="G18" fmla="+- 68 0 0"/>
              <a:gd name="G19" fmla="+- 6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7" name="AutoShape 245">
            <a:extLst>
              <a:ext uri="{FF2B5EF4-FFF2-40B4-BE49-F238E27FC236}">
                <a16:creationId xmlns:a16="http://schemas.microsoft.com/office/drawing/2014/main" id="{C09CD72F-95CF-99D2-C7E7-0307ABE66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1688" y="3043238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8" name="AutoShape 246">
            <a:extLst>
              <a:ext uri="{FF2B5EF4-FFF2-40B4-BE49-F238E27FC236}">
                <a16:creationId xmlns:a16="http://schemas.microsoft.com/office/drawing/2014/main" id="{57CCD23E-1558-EBD1-59D9-F92274322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5438" y="9877425"/>
            <a:ext cx="14287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19" name="AutoShape 247">
            <a:extLst>
              <a:ext uri="{FF2B5EF4-FFF2-40B4-BE49-F238E27FC236}">
                <a16:creationId xmlns:a16="http://schemas.microsoft.com/office/drawing/2014/main" id="{C40BB8DB-E0E6-9F49-A0F1-07CD91D289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413" y="763588"/>
            <a:ext cx="26987" cy="26987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0" name="AutoShape 248">
            <a:extLst>
              <a:ext uri="{FF2B5EF4-FFF2-40B4-BE49-F238E27FC236}">
                <a16:creationId xmlns:a16="http://schemas.microsoft.com/office/drawing/2014/main" id="{CE09E83F-5D15-9910-C786-09A19BACB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7275" y="7938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1" name="AutoShape 249">
            <a:extLst>
              <a:ext uri="{FF2B5EF4-FFF2-40B4-BE49-F238E27FC236}">
                <a16:creationId xmlns:a16="http://schemas.microsoft.com/office/drawing/2014/main" id="{D8998991-DCE3-FB4F-35A4-CDFF4947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7288" y="1743075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2" name="AutoShape 250">
            <a:extLst>
              <a:ext uri="{FF2B5EF4-FFF2-40B4-BE49-F238E27FC236}">
                <a16:creationId xmlns:a16="http://schemas.microsoft.com/office/drawing/2014/main" id="{465401B7-B297-A2FA-D59C-DDE47F670A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7475" y="101600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3" name="AutoShape 251">
            <a:extLst>
              <a:ext uri="{FF2B5EF4-FFF2-40B4-BE49-F238E27FC236}">
                <a16:creationId xmlns:a16="http://schemas.microsoft.com/office/drawing/2014/main" id="{19BC608D-D326-6064-EDBB-F37B4B578A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4113" y="9334500"/>
            <a:ext cx="17462" cy="17463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4" name="AutoShape 252">
            <a:extLst>
              <a:ext uri="{FF2B5EF4-FFF2-40B4-BE49-F238E27FC236}">
                <a16:creationId xmlns:a16="http://schemas.microsoft.com/office/drawing/2014/main" id="{ED279266-F7C9-4DD9-D5BD-9AA558155A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025" y="3457575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5" name="AutoShape 253">
            <a:extLst>
              <a:ext uri="{FF2B5EF4-FFF2-40B4-BE49-F238E27FC236}">
                <a16:creationId xmlns:a16="http://schemas.microsoft.com/office/drawing/2014/main" id="{4F29E119-3544-A7FD-1964-DADF24EC5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2475" y="6775450"/>
            <a:ext cx="23813" cy="23813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6" name="AutoShape 254">
            <a:extLst>
              <a:ext uri="{FF2B5EF4-FFF2-40B4-BE49-F238E27FC236}">
                <a16:creationId xmlns:a16="http://schemas.microsoft.com/office/drawing/2014/main" id="{B1263376-02E8-9471-D994-24B9D2A34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3365500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7" name="AutoShape 255">
            <a:extLst>
              <a:ext uri="{FF2B5EF4-FFF2-40B4-BE49-F238E27FC236}">
                <a16:creationId xmlns:a16="http://schemas.microsoft.com/office/drawing/2014/main" id="{423F005C-32C8-EC42-E939-0991DE40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1400" y="7475538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8" name="AutoShape 256">
            <a:extLst>
              <a:ext uri="{FF2B5EF4-FFF2-40B4-BE49-F238E27FC236}">
                <a16:creationId xmlns:a16="http://schemas.microsoft.com/office/drawing/2014/main" id="{257ED4B6-7084-3AEB-3CD4-8A624A21F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3181350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29" name="AutoShape 257">
            <a:extLst>
              <a:ext uri="{FF2B5EF4-FFF2-40B4-BE49-F238E27FC236}">
                <a16:creationId xmlns:a16="http://schemas.microsoft.com/office/drawing/2014/main" id="{9CB4A1E5-058E-CDAE-985D-1906D809A9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9475" y="4730750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0" name="AutoShape 258">
            <a:extLst>
              <a:ext uri="{FF2B5EF4-FFF2-40B4-BE49-F238E27FC236}">
                <a16:creationId xmlns:a16="http://schemas.microsoft.com/office/drawing/2014/main" id="{426D6FE9-8C1C-D1D2-0DE8-B7CAFFE67C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375" y="6256338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1" name="AutoShape 259">
            <a:extLst>
              <a:ext uri="{FF2B5EF4-FFF2-40B4-BE49-F238E27FC236}">
                <a16:creationId xmlns:a16="http://schemas.microsoft.com/office/drawing/2014/main" id="{9BB5C259-A218-EED1-926D-9E40F1F9E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300" y="1892300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2" name="AutoShape 260">
            <a:extLst>
              <a:ext uri="{FF2B5EF4-FFF2-40B4-BE49-F238E27FC236}">
                <a16:creationId xmlns:a16="http://schemas.microsoft.com/office/drawing/2014/main" id="{8BAD6F7A-2981-3ADC-8471-72572ED33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513" y="5884863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3" name="AutoShape 261">
            <a:extLst>
              <a:ext uri="{FF2B5EF4-FFF2-40B4-BE49-F238E27FC236}">
                <a16:creationId xmlns:a16="http://schemas.microsoft.com/office/drawing/2014/main" id="{2FFC4A8C-3644-90A8-9172-9AE792313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1475" y="2312988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4" name="AutoShape 262">
            <a:extLst>
              <a:ext uri="{FF2B5EF4-FFF2-40B4-BE49-F238E27FC236}">
                <a16:creationId xmlns:a16="http://schemas.microsoft.com/office/drawing/2014/main" id="{DE3F756C-CEC9-B8ED-4F03-7CEDD7877F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4813" y="5421313"/>
            <a:ext cx="23812" cy="23812"/>
          </a:xfrm>
          <a:custGeom>
            <a:avLst/>
            <a:gdLst>
              <a:gd name="G0" fmla="*/ 68 1 2"/>
              <a:gd name="G1" fmla="*/ 1 48365 11520"/>
              <a:gd name="G2" fmla="*/ G1 32767 1"/>
              <a:gd name="G3" fmla="*/ G2 1 32767"/>
              <a:gd name="G4" fmla="cos G0 G3"/>
              <a:gd name="G5" fmla="*/ 68 1 2"/>
              <a:gd name="G6" fmla="*/ 1 48365 11520"/>
              <a:gd name="G7" fmla="*/ G6 32767 1"/>
              <a:gd name="G8" fmla="*/ G7 1 32767"/>
              <a:gd name="G9" fmla="sin G5 G8"/>
              <a:gd name="G10" fmla="*/ 68 1 2"/>
              <a:gd name="G11" fmla="+- G10 0 G4"/>
              <a:gd name="G12" fmla="+- G10 G4 0"/>
              <a:gd name="G13" fmla="+- G12 0 0"/>
              <a:gd name="G14" fmla="*/ 68 1 2"/>
              <a:gd name="G15" fmla="+- G14 0 G9"/>
              <a:gd name="G16" fmla="+- G14 G9 0"/>
              <a:gd name="G17" fmla="+- G16 0 0"/>
              <a:gd name="G18" fmla="+- 68 0 0"/>
              <a:gd name="G19" fmla="+- 6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5" name="AutoShape 263">
            <a:extLst>
              <a:ext uri="{FF2B5EF4-FFF2-40B4-BE49-F238E27FC236}">
                <a16:creationId xmlns:a16="http://schemas.microsoft.com/office/drawing/2014/main" id="{28D61011-2A4B-43A5-3D5A-6A79E7DC5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4600" y="9345613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6" name="AutoShape 264">
            <a:extLst>
              <a:ext uri="{FF2B5EF4-FFF2-40B4-BE49-F238E27FC236}">
                <a16:creationId xmlns:a16="http://schemas.microsoft.com/office/drawing/2014/main" id="{E775CC08-D847-534F-EF11-D19EB03FF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3463" y="8218488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7" name="AutoShape 265">
            <a:extLst>
              <a:ext uri="{FF2B5EF4-FFF2-40B4-BE49-F238E27FC236}">
                <a16:creationId xmlns:a16="http://schemas.microsoft.com/office/drawing/2014/main" id="{084A8C39-6014-CCAD-6441-0086EEA7B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3063" y="6227763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39" name="AutoShape 267">
            <a:extLst>
              <a:ext uri="{FF2B5EF4-FFF2-40B4-BE49-F238E27FC236}">
                <a16:creationId xmlns:a16="http://schemas.microsoft.com/office/drawing/2014/main" id="{56E3C478-CE6E-0EE9-DBCE-9EECFDFB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488" y="6369050"/>
            <a:ext cx="26987" cy="26988"/>
          </a:xfrm>
          <a:custGeom>
            <a:avLst/>
            <a:gdLst>
              <a:gd name="G0" fmla="*/ 75 1 2"/>
              <a:gd name="G1" fmla="*/ 1 48365 11520"/>
              <a:gd name="G2" fmla="*/ G1 32767 1"/>
              <a:gd name="G3" fmla="*/ G2 1 32767"/>
              <a:gd name="G4" fmla="cos G0 G3"/>
              <a:gd name="G5" fmla="*/ 75 1 2"/>
              <a:gd name="G6" fmla="*/ 1 48365 11520"/>
              <a:gd name="G7" fmla="*/ G6 32767 1"/>
              <a:gd name="G8" fmla="*/ G7 1 32767"/>
              <a:gd name="G9" fmla="sin G5 G8"/>
              <a:gd name="G10" fmla="*/ 75 1 2"/>
              <a:gd name="G11" fmla="+- G10 0 G4"/>
              <a:gd name="G12" fmla="+- G10 G4 0"/>
              <a:gd name="G13" fmla="+- G12 0 0"/>
              <a:gd name="G14" fmla="*/ 75 1 2"/>
              <a:gd name="G15" fmla="+- G14 0 G9"/>
              <a:gd name="G16" fmla="+- G14 G9 0"/>
              <a:gd name="G17" fmla="+- G16 0 0"/>
              <a:gd name="G18" fmla="+- 75 0 0"/>
              <a:gd name="G19" fmla="+- 7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0" name="AutoShape 268">
            <a:extLst>
              <a:ext uri="{FF2B5EF4-FFF2-40B4-BE49-F238E27FC236}">
                <a16:creationId xmlns:a16="http://schemas.microsoft.com/office/drawing/2014/main" id="{E8D4B2B9-15E5-52EA-866A-44DB0A257E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613" y="6824663"/>
            <a:ext cx="20637" cy="20637"/>
          </a:xfrm>
          <a:custGeom>
            <a:avLst/>
            <a:gdLst>
              <a:gd name="G0" fmla="*/ 60 1 2"/>
              <a:gd name="G1" fmla="*/ 1 48365 11520"/>
              <a:gd name="G2" fmla="*/ G1 32767 1"/>
              <a:gd name="G3" fmla="*/ G2 1 32767"/>
              <a:gd name="G4" fmla="cos G0 G3"/>
              <a:gd name="G5" fmla="*/ 60 1 2"/>
              <a:gd name="G6" fmla="*/ 1 48365 11520"/>
              <a:gd name="G7" fmla="*/ G6 32767 1"/>
              <a:gd name="G8" fmla="*/ G7 1 32767"/>
              <a:gd name="G9" fmla="sin G5 G8"/>
              <a:gd name="G10" fmla="*/ 60 1 2"/>
              <a:gd name="G11" fmla="+- G10 0 G4"/>
              <a:gd name="G12" fmla="+- G10 G4 0"/>
              <a:gd name="G13" fmla="+- G12 0 0"/>
              <a:gd name="G14" fmla="*/ 60 1 2"/>
              <a:gd name="G15" fmla="+- G14 0 G9"/>
              <a:gd name="G16" fmla="+- G14 G9 0"/>
              <a:gd name="G17" fmla="+- G16 0 0"/>
              <a:gd name="G18" fmla="+- 60 0 0"/>
              <a:gd name="G19" fmla="+- 6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1" name="AutoShape 269">
            <a:extLst>
              <a:ext uri="{FF2B5EF4-FFF2-40B4-BE49-F238E27FC236}">
                <a16:creationId xmlns:a16="http://schemas.microsoft.com/office/drawing/2014/main" id="{32A6AA0C-AC0A-B0E1-FEDF-CDAE35E8E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2663" y="3065463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2" name="AutoShape 270">
            <a:extLst>
              <a:ext uri="{FF2B5EF4-FFF2-40B4-BE49-F238E27FC236}">
                <a16:creationId xmlns:a16="http://schemas.microsoft.com/office/drawing/2014/main" id="{1479DE9F-220E-D6D9-C44A-2D1BEBE40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100" y="9340850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3" name="AutoShape 271">
            <a:extLst>
              <a:ext uri="{FF2B5EF4-FFF2-40B4-BE49-F238E27FC236}">
                <a16:creationId xmlns:a16="http://schemas.microsoft.com/office/drawing/2014/main" id="{BC5A9220-712F-980D-F83D-2CD20309E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4588" y="9725025"/>
            <a:ext cx="20637" cy="20638"/>
          </a:xfrm>
          <a:custGeom>
            <a:avLst/>
            <a:gdLst>
              <a:gd name="G0" fmla="*/ 60 1 2"/>
              <a:gd name="G1" fmla="*/ 1 48365 11520"/>
              <a:gd name="G2" fmla="*/ G1 32767 1"/>
              <a:gd name="G3" fmla="*/ G2 1 32767"/>
              <a:gd name="G4" fmla="cos G0 G3"/>
              <a:gd name="G5" fmla="*/ 60 1 2"/>
              <a:gd name="G6" fmla="*/ 1 48365 11520"/>
              <a:gd name="G7" fmla="*/ G6 32767 1"/>
              <a:gd name="G8" fmla="*/ G7 1 32767"/>
              <a:gd name="G9" fmla="sin G5 G8"/>
              <a:gd name="G10" fmla="*/ 60 1 2"/>
              <a:gd name="G11" fmla="+- G10 0 G4"/>
              <a:gd name="G12" fmla="+- G10 G4 0"/>
              <a:gd name="G13" fmla="+- G12 0 0"/>
              <a:gd name="G14" fmla="*/ 60 1 2"/>
              <a:gd name="G15" fmla="+- G14 0 G9"/>
              <a:gd name="G16" fmla="+- G14 G9 0"/>
              <a:gd name="G17" fmla="+- G16 0 0"/>
              <a:gd name="G18" fmla="+- 60 0 0"/>
              <a:gd name="G19" fmla="+- 6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5" name="AutoShape 273">
            <a:extLst>
              <a:ext uri="{FF2B5EF4-FFF2-40B4-BE49-F238E27FC236}">
                <a16:creationId xmlns:a16="http://schemas.microsoft.com/office/drawing/2014/main" id="{CF232F78-E33A-BC6C-3F5F-EEE8EC9C37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1063" y="9588500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7" name="AutoShape 275">
            <a:extLst>
              <a:ext uri="{FF2B5EF4-FFF2-40B4-BE49-F238E27FC236}">
                <a16:creationId xmlns:a16="http://schemas.microsoft.com/office/drawing/2014/main" id="{553B3CD1-50D5-AEAB-0C88-BFB8A83995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2075" y="6003925"/>
            <a:ext cx="14288" cy="14288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8" name="AutoShape 276">
            <a:extLst>
              <a:ext uri="{FF2B5EF4-FFF2-40B4-BE49-F238E27FC236}">
                <a16:creationId xmlns:a16="http://schemas.microsoft.com/office/drawing/2014/main" id="{EDB0FAF4-0C11-F681-6A8D-63E285BA5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9625013"/>
            <a:ext cx="26988" cy="26987"/>
          </a:xfrm>
          <a:custGeom>
            <a:avLst/>
            <a:gdLst>
              <a:gd name="G0" fmla="*/ 74 1 2"/>
              <a:gd name="G1" fmla="*/ 1 48365 11520"/>
              <a:gd name="G2" fmla="*/ G1 32767 1"/>
              <a:gd name="G3" fmla="*/ G2 1 32767"/>
              <a:gd name="G4" fmla="cos G0 G3"/>
              <a:gd name="G5" fmla="*/ 74 1 2"/>
              <a:gd name="G6" fmla="*/ 1 48365 11520"/>
              <a:gd name="G7" fmla="*/ G6 32767 1"/>
              <a:gd name="G8" fmla="*/ G7 1 32767"/>
              <a:gd name="G9" fmla="sin G5 G8"/>
              <a:gd name="G10" fmla="*/ 74 1 2"/>
              <a:gd name="G11" fmla="+- G10 0 G4"/>
              <a:gd name="G12" fmla="+- G10 G4 0"/>
              <a:gd name="G13" fmla="+- G12 0 0"/>
              <a:gd name="G14" fmla="*/ 74 1 2"/>
              <a:gd name="G15" fmla="+- G14 0 G9"/>
              <a:gd name="G16" fmla="+- G14 G9 0"/>
              <a:gd name="G17" fmla="+- G16 0 0"/>
              <a:gd name="G18" fmla="+- 74 0 0"/>
              <a:gd name="G19" fmla="+- 7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49" name="AutoShape 277">
            <a:extLst>
              <a:ext uri="{FF2B5EF4-FFF2-40B4-BE49-F238E27FC236}">
                <a16:creationId xmlns:a16="http://schemas.microsoft.com/office/drawing/2014/main" id="{AB80ADA8-51F7-018F-968C-B27B99DDD0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" y="2327275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0" name="AutoShape 278">
            <a:extLst>
              <a:ext uri="{FF2B5EF4-FFF2-40B4-BE49-F238E27FC236}">
                <a16:creationId xmlns:a16="http://schemas.microsoft.com/office/drawing/2014/main" id="{C397B6B8-C9F1-A018-768D-5BF57671E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8416925"/>
            <a:ext cx="11113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1" name="AutoShape 279">
            <a:extLst>
              <a:ext uri="{FF2B5EF4-FFF2-40B4-BE49-F238E27FC236}">
                <a16:creationId xmlns:a16="http://schemas.microsoft.com/office/drawing/2014/main" id="{8E39B260-0865-686B-9C68-3FD390CB52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0575" y="1909763"/>
            <a:ext cx="14288" cy="14287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2" name="AutoShape 280">
            <a:extLst>
              <a:ext uri="{FF2B5EF4-FFF2-40B4-BE49-F238E27FC236}">
                <a16:creationId xmlns:a16="http://schemas.microsoft.com/office/drawing/2014/main" id="{1D2BF624-7702-2DBC-82EA-BD6F6410D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3638" y="7115175"/>
            <a:ext cx="11112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3" name="AutoShape 281">
            <a:extLst>
              <a:ext uri="{FF2B5EF4-FFF2-40B4-BE49-F238E27FC236}">
                <a16:creationId xmlns:a16="http://schemas.microsoft.com/office/drawing/2014/main" id="{8DF5D2BC-5CA0-BEAF-B4B4-8EBA331A2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5050" y="8105775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4" name="AutoShape 282">
            <a:extLst>
              <a:ext uri="{FF2B5EF4-FFF2-40B4-BE49-F238E27FC236}">
                <a16:creationId xmlns:a16="http://schemas.microsoft.com/office/drawing/2014/main" id="{D3C044B6-B452-717A-02EE-62727BC216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38" y="9072563"/>
            <a:ext cx="14287" cy="14287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5" name="AutoShape 283">
            <a:extLst>
              <a:ext uri="{FF2B5EF4-FFF2-40B4-BE49-F238E27FC236}">
                <a16:creationId xmlns:a16="http://schemas.microsoft.com/office/drawing/2014/main" id="{26B019EC-A2DF-BFBC-21E8-C0F5B207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3275" y="4148138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7" name="AutoShape 285">
            <a:extLst>
              <a:ext uri="{FF2B5EF4-FFF2-40B4-BE49-F238E27FC236}">
                <a16:creationId xmlns:a16="http://schemas.microsoft.com/office/drawing/2014/main" id="{8D21FD49-4EA9-BB20-20E2-68FCEC4CAA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8" y="3452813"/>
            <a:ext cx="14287" cy="14287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8" name="AutoShape 286">
            <a:extLst>
              <a:ext uri="{FF2B5EF4-FFF2-40B4-BE49-F238E27FC236}">
                <a16:creationId xmlns:a16="http://schemas.microsoft.com/office/drawing/2014/main" id="{DF46E308-2BA1-20A3-2333-66018073A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9488" y="6002338"/>
            <a:ext cx="20637" cy="20637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59" name="AutoShape 287">
            <a:extLst>
              <a:ext uri="{FF2B5EF4-FFF2-40B4-BE49-F238E27FC236}">
                <a16:creationId xmlns:a16="http://schemas.microsoft.com/office/drawing/2014/main" id="{B89691D6-2726-58F7-0DDE-280F07A737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7163" y="9367838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2" name="AutoShape 290">
            <a:extLst>
              <a:ext uri="{FF2B5EF4-FFF2-40B4-BE49-F238E27FC236}">
                <a16:creationId xmlns:a16="http://schemas.microsoft.com/office/drawing/2014/main" id="{E3257998-F0F8-5A5E-BD6B-A25672979F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938" y="5913438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3" name="AutoShape 291">
            <a:extLst>
              <a:ext uri="{FF2B5EF4-FFF2-40B4-BE49-F238E27FC236}">
                <a16:creationId xmlns:a16="http://schemas.microsoft.com/office/drawing/2014/main" id="{E28080F1-9152-573E-FF5E-449FC2599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263" y="4156075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4" name="AutoShape 292">
            <a:extLst>
              <a:ext uri="{FF2B5EF4-FFF2-40B4-BE49-F238E27FC236}">
                <a16:creationId xmlns:a16="http://schemas.microsoft.com/office/drawing/2014/main" id="{A1C3BA10-05DB-9854-EC4A-9DFEC6F12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275" y="4052888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5" name="AutoShape 293">
            <a:extLst>
              <a:ext uri="{FF2B5EF4-FFF2-40B4-BE49-F238E27FC236}">
                <a16:creationId xmlns:a16="http://schemas.microsoft.com/office/drawing/2014/main" id="{EDF4BBB8-0300-6F5D-F335-8759860AA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2838" y="9791700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6" name="AutoShape 294">
            <a:extLst>
              <a:ext uri="{FF2B5EF4-FFF2-40B4-BE49-F238E27FC236}">
                <a16:creationId xmlns:a16="http://schemas.microsoft.com/office/drawing/2014/main" id="{979D9BD3-6CBA-F30C-E806-8748E6D22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4575" y="5451475"/>
            <a:ext cx="20638" cy="20638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7" name="AutoShape 295">
            <a:extLst>
              <a:ext uri="{FF2B5EF4-FFF2-40B4-BE49-F238E27FC236}">
                <a16:creationId xmlns:a16="http://schemas.microsoft.com/office/drawing/2014/main" id="{BFDC409A-92D9-FFAD-8094-562B04EAA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7363" y="5276850"/>
            <a:ext cx="26987" cy="26988"/>
          </a:xfrm>
          <a:custGeom>
            <a:avLst/>
            <a:gdLst>
              <a:gd name="G0" fmla="*/ 75 1 2"/>
              <a:gd name="G1" fmla="*/ 1 48365 11520"/>
              <a:gd name="G2" fmla="*/ G1 32767 1"/>
              <a:gd name="G3" fmla="*/ G2 1 32767"/>
              <a:gd name="G4" fmla="cos G0 G3"/>
              <a:gd name="G5" fmla="*/ 75 1 2"/>
              <a:gd name="G6" fmla="*/ 1 48365 11520"/>
              <a:gd name="G7" fmla="*/ G6 32767 1"/>
              <a:gd name="G8" fmla="*/ G7 1 32767"/>
              <a:gd name="G9" fmla="sin G5 G8"/>
              <a:gd name="G10" fmla="*/ 75 1 2"/>
              <a:gd name="G11" fmla="+- G10 0 G4"/>
              <a:gd name="G12" fmla="+- G10 G4 0"/>
              <a:gd name="G13" fmla="+- G12 0 0"/>
              <a:gd name="G14" fmla="*/ 75 1 2"/>
              <a:gd name="G15" fmla="+- G14 0 G9"/>
              <a:gd name="G16" fmla="+- G14 G9 0"/>
              <a:gd name="G17" fmla="+- G16 0 0"/>
              <a:gd name="G18" fmla="+- 75 0 0"/>
              <a:gd name="G19" fmla="+- 7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8" name="AutoShape 296">
            <a:extLst>
              <a:ext uri="{FF2B5EF4-FFF2-40B4-BE49-F238E27FC236}">
                <a16:creationId xmlns:a16="http://schemas.microsoft.com/office/drawing/2014/main" id="{9C3FFC3C-F249-2C91-941C-441217DC1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3825" y="3403600"/>
            <a:ext cx="20638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69" name="AutoShape 297">
            <a:extLst>
              <a:ext uri="{FF2B5EF4-FFF2-40B4-BE49-F238E27FC236}">
                <a16:creationId xmlns:a16="http://schemas.microsoft.com/office/drawing/2014/main" id="{0FF49559-B0B1-7FE4-8811-24ABEBB6C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5" y="4021138"/>
            <a:ext cx="11113" cy="11112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0" name="AutoShape 298">
            <a:extLst>
              <a:ext uri="{FF2B5EF4-FFF2-40B4-BE49-F238E27FC236}">
                <a16:creationId xmlns:a16="http://schemas.microsoft.com/office/drawing/2014/main" id="{4B3A0CF1-C7D0-E426-70C0-FA6B64C7B3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1263650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1" name="AutoShape 299">
            <a:extLst>
              <a:ext uri="{FF2B5EF4-FFF2-40B4-BE49-F238E27FC236}">
                <a16:creationId xmlns:a16="http://schemas.microsoft.com/office/drawing/2014/main" id="{A79879B7-4EA7-4C9E-66AF-A307A619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7650" y="9378950"/>
            <a:ext cx="20638" cy="20638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2" name="AutoShape 300">
            <a:extLst>
              <a:ext uri="{FF2B5EF4-FFF2-40B4-BE49-F238E27FC236}">
                <a16:creationId xmlns:a16="http://schemas.microsoft.com/office/drawing/2014/main" id="{880C303E-11B9-1912-7CE9-3A51B22C7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8175" y="2382838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3" name="AutoShape 301">
            <a:extLst>
              <a:ext uri="{FF2B5EF4-FFF2-40B4-BE49-F238E27FC236}">
                <a16:creationId xmlns:a16="http://schemas.microsoft.com/office/drawing/2014/main" id="{4B27390A-84FD-42FC-B1CE-BAFA2F37F9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7225" y="4583113"/>
            <a:ext cx="11113" cy="11112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4" name="AutoShape 302">
            <a:extLst>
              <a:ext uri="{FF2B5EF4-FFF2-40B4-BE49-F238E27FC236}">
                <a16:creationId xmlns:a16="http://schemas.microsoft.com/office/drawing/2014/main" id="{16F27C3E-A04B-6568-69A4-D7FB288815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0263" y="57150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5" name="AutoShape 303">
            <a:extLst>
              <a:ext uri="{FF2B5EF4-FFF2-40B4-BE49-F238E27FC236}">
                <a16:creationId xmlns:a16="http://schemas.microsoft.com/office/drawing/2014/main" id="{A17E91C1-AE6E-506E-9292-8DC301B61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3049588"/>
            <a:ext cx="23813" cy="23812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7" name="AutoShape 305">
            <a:extLst>
              <a:ext uri="{FF2B5EF4-FFF2-40B4-BE49-F238E27FC236}">
                <a16:creationId xmlns:a16="http://schemas.microsoft.com/office/drawing/2014/main" id="{CB1B5155-90F4-5D78-615A-C8D45111A2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6025" y="8126413"/>
            <a:ext cx="11113" cy="11112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8" name="AutoShape 306">
            <a:extLst>
              <a:ext uri="{FF2B5EF4-FFF2-40B4-BE49-F238E27FC236}">
                <a16:creationId xmlns:a16="http://schemas.microsoft.com/office/drawing/2014/main" id="{69D651EB-60F8-43AF-BEBA-BE96B290F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4713" y="8535988"/>
            <a:ext cx="20637" cy="20637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79" name="AutoShape 307">
            <a:extLst>
              <a:ext uri="{FF2B5EF4-FFF2-40B4-BE49-F238E27FC236}">
                <a16:creationId xmlns:a16="http://schemas.microsoft.com/office/drawing/2014/main" id="{7461FB14-BD7F-E2C6-5272-C77F5D30F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2238" y="3052763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0" name="AutoShape 308">
            <a:extLst>
              <a:ext uri="{FF2B5EF4-FFF2-40B4-BE49-F238E27FC236}">
                <a16:creationId xmlns:a16="http://schemas.microsoft.com/office/drawing/2014/main" id="{60E2076E-E818-DD64-0210-B219AC6EF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0263" y="5929313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1" name="AutoShape 309">
            <a:extLst>
              <a:ext uri="{FF2B5EF4-FFF2-40B4-BE49-F238E27FC236}">
                <a16:creationId xmlns:a16="http://schemas.microsoft.com/office/drawing/2014/main" id="{7BC78803-4797-1024-736B-C6BC46ED62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1413" y="1238250"/>
            <a:ext cx="17462" cy="17463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2" name="AutoShape 310">
            <a:extLst>
              <a:ext uri="{FF2B5EF4-FFF2-40B4-BE49-F238E27FC236}">
                <a16:creationId xmlns:a16="http://schemas.microsoft.com/office/drawing/2014/main" id="{D4603DDF-9242-7925-37B2-32EE920B2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9563" y="3230563"/>
            <a:ext cx="12700" cy="12700"/>
          </a:xfrm>
          <a:custGeom>
            <a:avLst/>
            <a:gdLst>
              <a:gd name="G0" fmla="*/ 36 1 2"/>
              <a:gd name="G1" fmla="*/ 1 48365 11520"/>
              <a:gd name="G2" fmla="*/ G1 32767 1"/>
              <a:gd name="G3" fmla="*/ G2 1 32767"/>
              <a:gd name="G4" fmla="cos G0 G3"/>
              <a:gd name="G5" fmla="*/ 36 1 2"/>
              <a:gd name="G6" fmla="*/ 1 48365 11520"/>
              <a:gd name="G7" fmla="*/ G6 32767 1"/>
              <a:gd name="G8" fmla="*/ G7 1 32767"/>
              <a:gd name="G9" fmla="sin G5 G8"/>
              <a:gd name="G10" fmla="*/ 36 1 2"/>
              <a:gd name="G11" fmla="+- G10 0 G4"/>
              <a:gd name="G12" fmla="+- G10 G4 0"/>
              <a:gd name="G13" fmla="+- G12 0 0"/>
              <a:gd name="G14" fmla="*/ 36 1 2"/>
              <a:gd name="G15" fmla="+- G14 0 G9"/>
              <a:gd name="G16" fmla="+- G14 G9 0"/>
              <a:gd name="G17" fmla="+- G16 0 0"/>
              <a:gd name="G18" fmla="+- 36 0 0"/>
              <a:gd name="G19" fmla="+- 3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3" name="AutoShape 311">
            <a:extLst>
              <a:ext uri="{FF2B5EF4-FFF2-40B4-BE49-F238E27FC236}">
                <a16:creationId xmlns:a16="http://schemas.microsoft.com/office/drawing/2014/main" id="{EBB6F8A3-A437-BAC3-1F37-C6DAF0B3B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7338" y="6037263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4" name="AutoShape 312">
            <a:extLst>
              <a:ext uri="{FF2B5EF4-FFF2-40B4-BE49-F238E27FC236}">
                <a16:creationId xmlns:a16="http://schemas.microsoft.com/office/drawing/2014/main" id="{E446E33F-7077-416B-3B87-751FEA20CF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213" y="3790950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5" name="AutoShape 313">
            <a:extLst>
              <a:ext uri="{FF2B5EF4-FFF2-40B4-BE49-F238E27FC236}">
                <a16:creationId xmlns:a16="http://schemas.microsoft.com/office/drawing/2014/main" id="{EFA8BC38-9B1F-1A05-62F2-FB24F98C38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213" y="682625"/>
            <a:ext cx="11112" cy="11113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6" name="AutoShape 314">
            <a:extLst>
              <a:ext uri="{FF2B5EF4-FFF2-40B4-BE49-F238E27FC236}">
                <a16:creationId xmlns:a16="http://schemas.microsoft.com/office/drawing/2014/main" id="{40AD69A7-F6EC-B116-8481-C8DB570250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904875"/>
            <a:ext cx="17463" cy="17463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7" name="AutoShape 315">
            <a:extLst>
              <a:ext uri="{FF2B5EF4-FFF2-40B4-BE49-F238E27FC236}">
                <a16:creationId xmlns:a16="http://schemas.microsoft.com/office/drawing/2014/main" id="{DD7E7056-62B1-2251-C1DF-0FC2660D4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1238" y="8648700"/>
            <a:ext cx="11112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89" name="AutoShape 317">
            <a:extLst>
              <a:ext uri="{FF2B5EF4-FFF2-40B4-BE49-F238E27FC236}">
                <a16:creationId xmlns:a16="http://schemas.microsoft.com/office/drawing/2014/main" id="{6909896B-A50C-F075-CF2C-23EA85C8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3108325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1" name="AutoShape 319">
            <a:extLst>
              <a:ext uri="{FF2B5EF4-FFF2-40B4-BE49-F238E27FC236}">
                <a16:creationId xmlns:a16="http://schemas.microsoft.com/office/drawing/2014/main" id="{E2E4312D-BB94-71F0-6992-4E12D653CA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30925" y="7534275"/>
            <a:ext cx="26988" cy="26988"/>
          </a:xfrm>
          <a:custGeom>
            <a:avLst/>
            <a:gdLst>
              <a:gd name="G0" fmla="*/ 74 1 2"/>
              <a:gd name="G1" fmla="*/ 1 48365 11520"/>
              <a:gd name="G2" fmla="*/ G1 32767 1"/>
              <a:gd name="G3" fmla="*/ G2 1 32767"/>
              <a:gd name="G4" fmla="cos G0 G3"/>
              <a:gd name="G5" fmla="*/ 74 1 2"/>
              <a:gd name="G6" fmla="*/ 1 48365 11520"/>
              <a:gd name="G7" fmla="*/ G6 32767 1"/>
              <a:gd name="G8" fmla="*/ G7 1 32767"/>
              <a:gd name="G9" fmla="sin G5 G8"/>
              <a:gd name="G10" fmla="*/ 74 1 2"/>
              <a:gd name="G11" fmla="+- G10 0 G4"/>
              <a:gd name="G12" fmla="+- G10 G4 0"/>
              <a:gd name="G13" fmla="+- G12 0 0"/>
              <a:gd name="G14" fmla="*/ 74 1 2"/>
              <a:gd name="G15" fmla="+- G14 0 G9"/>
              <a:gd name="G16" fmla="+- G14 G9 0"/>
              <a:gd name="G17" fmla="+- G16 0 0"/>
              <a:gd name="G18" fmla="+- 74 0 0"/>
              <a:gd name="G19" fmla="+- 7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2" name="AutoShape 320">
            <a:extLst>
              <a:ext uri="{FF2B5EF4-FFF2-40B4-BE49-F238E27FC236}">
                <a16:creationId xmlns:a16="http://schemas.microsoft.com/office/drawing/2014/main" id="{912AE578-3DD0-E903-F9FC-174F30814E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2100" y="5102225"/>
            <a:ext cx="25400" cy="25400"/>
          </a:xfrm>
          <a:custGeom>
            <a:avLst/>
            <a:gdLst>
              <a:gd name="G0" fmla="*/ 71 1 2"/>
              <a:gd name="G1" fmla="*/ 1 48365 11520"/>
              <a:gd name="G2" fmla="*/ G1 32767 1"/>
              <a:gd name="G3" fmla="*/ G2 1 32767"/>
              <a:gd name="G4" fmla="cos G0 G3"/>
              <a:gd name="G5" fmla="*/ 71 1 2"/>
              <a:gd name="G6" fmla="*/ 1 48365 11520"/>
              <a:gd name="G7" fmla="*/ G6 32767 1"/>
              <a:gd name="G8" fmla="*/ G7 1 32767"/>
              <a:gd name="G9" fmla="sin G5 G8"/>
              <a:gd name="G10" fmla="*/ 71 1 2"/>
              <a:gd name="G11" fmla="+- G10 0 G4"/>
              <a:gd name="G12" fmla="+- G10 G4 0"/>
              <a:gd name="G13" fmla="+- G12 0 0"/>
              <a:gd name="G14" fmla="*/ 71 1 2"/>
              <a:gd name="G15" fmla="+- G14 0 G9"/>
              <a:gd name="G16" fmla="+- G14 G9 0"/>
              <a:gd name="G17" fmla="+- G16 0 0"/>
              <a:gd name="G18" fmla="+- 71 0 0"/>
              <a:gd name="G19" fmla="+- 7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4" name="AutoShape 322">
            <a:extLst>
              <a:ext uri="{FF2B5EF4-FFF2-40B4-BE49-F238E27FC236}">
                <a16:creationId xmlns:a16="http://schemas.microsoft.com/office/drawing/2014/main" id="{BDF14E30-BF0F-6BB8-56B1-124900D8A1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088" y="1844675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5" name="AutoShape 323">
            <a:extLst>
              <a:ext uri="{FF2B5EF4-FFF2-40B4-BE49-F238E27FC236}">
                <a16:creationId xmlns:a16="http://schemas.microsoft.com/office/drawing/2014/main" id="{CAF175D2-3875-3592-C0FF-72E56C52CB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625" y="9399588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6" name="AutoShape 324">
            <a:extLst>
              <a:ext uri="{FF2B5EF4-FFF2-40B4-BE49-F238E27FC236}">
                <a16:creationId xmlns:a16="http://schemas.microsoft.com/office/drawing/2014/main" id="{96EE4B49-8F48-EBE7-91D4-9CCFCA8BB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038" y="1846263"/>
            <a:ext cx="11112" cy="11112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7" name="AutoShape 325">
            <a:extLst>
              <a:ext uri="{FF2B5EF4-FFF2-40B4-BE49-F238E27FC236}">
                <a16:creationId xmlns:a16="http://schemas.microsoft.com/office/drawing/2014/main" id="{9D9FF309-27AE-44FD-01F1-737083DA1C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4600" y="3487738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8" name="AutoShape 326">
            <a:extLst>
              <a:ext uri="{FF2B5EF4-FFF2-40B4-BE49-F238E27FC236}">
                <a16:creationId xmlns:a16="http://schemas.microsoft.com/office/drawing/2014/main" id="{841DF32F-3041-2660-97A0-DA3615E62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738" y="8459788"/>
            <a:ext cx="14287" cy="14287"/>
          </a:xfrm>
          <a:custGeom>
            <a:avLst/>
            <a:gdLst>
              <a:gd name="G0" fmla="*/ 42 1 2"/>
              <a:gd name="G1" fmla="*/ 1 48365 11520"/>
              <a:gd name="G2" fmla="*/ G1 32767 1"/>
              <a:gd name="G3" fmla="*/ G2 1 32767"/>
              <a:gd name="G4" fmla="cos G0 G3"/>
              <a:gd name="G5" fmla="*/ 42 1 2"/>
              <a:gd name="G6" fmla="*/ 1 48365 11520"/>
              <a:gd name="G7" fmla="*/ G6 32767 1"/>
              <a:gd name="G8" fmla="*/ G7 1 32767"/>
              <a:gd name="G9" fmla="sin G5 G8"/>
              <a:gd name="G10" fmla="*/ 42 1 2"/>
              <a:gd name="G11" fmla="+- G10 0 G4"/>
              <a:gd name="G12" fmla="+- G10 G4 0"/>
              <a:gd name="G13" fmla="+- G12 0 0"/>
              <a:gd name="G14" fmla="*/ 42 1 2"/>
              <a:gd name="G15" fmla="+- G14 0 G9"/>
              <a:gd name="G16" fmla="+- G14 G9 0"/>
              <a:gd name="G17" fmla="+- G16 0 0"/>
              <a:gd name="G18" fmla="+- 42 0 0"/>
              <a:gd name="G19" fmla="+- 4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399" name="AutoShape 327">
            <a:extLst>
              <a:ext uri="{FF2B5EF4-FFF2-40B4-BE49-F238E27FC236}">
                <a16:creationId xmlns:a16="http://schemas.microsoft.com/office/drawing/2014/main" id="{296E86E2-B529-BE6B-70F9-C03EE5A4F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28925" y="835025"/>
            <a:ext cx="26988" cy="26988"/>
          </a:xfrm>
          <a:custGeom>
            <a:avLst/>
            <a:gdLst>
              <a:gd name="G0" fmla="*/ 75 1 2"/>
              <a:gd name="G1" fmla="*/ 1 48365 11520"/>
              <a:gd name="G2" fmla="*/ G1 32767 1"/>
              <a:gd name="G3" fmla="*/ G2 1 32767"/>
              <a:gd name="G4" fmla="cos G0 G3"/>
              <a:gd name="G5" fmla="*/ 75 1 2"/>
              <a:gd name="G6" fmla="*/ 1 48365 11520"/>
              <a:gd name="G7" fmla="*/ G6 32767 1"/>
              <a:gd name="G8" fmla="*/ G7 1 32767"/>
              <a:gd name="G9" fmla="sin G5 G8"/>
              <a:gd name="G10" fmla="*/ 75 1 2"/>
              <a:gd name="G11" fmla="+- G10 0 G4"/>
              <a:gd name="G12" fmla="+- G10 G4 0"/>
              <a:gd name="G13" fmla="+- G12 0 0"/>
              <a:gd name="G14" fmla="*/ 75 1 2"/>
              <a:gd name="G15" fmla="+- G14 0 G9"/>
              <a:gd name="G16" fmla="+- G14 G9 0"/>
              <a:gd name="G17" fmla="+- G16 0 0"/>
              <a:gd name="G18" fmla="+- 75 0 0"/>
              <a:gd name="G19" fmla="+- 7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0" name="AutoShape 328">
            <a:extLst>
              <a:ext uri="{FF2B5EF4-FFF2-40B4-BE49-F238E27FC236}">
                <a16:creationId xmlns:a16="http://schemas.microsoft.com/office/drawing/2014/main" id="{628661D8-C013-77E0-1BED-9C5AED036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8388" y="4922838"/>
            <a:ext cx="15875" cy="15875"/>
          </a:xfrm>
          <a:custGeom>
            <a:avLst/>
            <a:gdLst>
              <a:gd name="G0" fmla="*/ 47 1 2"/>
              <a:gd name="G1" fmla="*/ 1 48365 11520"/>
              <a:gd name="G2" fmla="*/ G1 32767 1"/>
              <a:gd name="G3" fmla="*/ G2 1 32767"/>
              <a:gd name="G4" fmla="cos G0 G3"/>
              <a:gd name="G5" fmla="*/ 47 1 2"/>
              <a:gd name="G6" fmla="*/ 1 48365 11520"/>
              <a:gd name="G7" fmla="*/ G6 32767 1"/>
              <a:gd name="G8" fmla="*/ G7 1 32767"/>
              <a:gd name="G9" fmla="sin G5 G8"/>
              <a:gd name="G10" fmla="*/ 47 1 2"/>
              <a:gd name="G11" fmla="+- G10 0 G4"/>
              <a:gd name="G12" fmla="+- G10 G4 0"/>
              <a:gd name="G13" fmla="+- G12 0 0"/>
              <a:gd name="G14" fmla="*/ 47 1 2"/>
              <a:gd name="G15" fmla="+- G14 0 G9"/>
              <a:gd name="G16" fmla="+- G14 G9 0"/>
              <a:gd name="G17" fmla="+- G16 0 0"/>
              <a:gd name="G18" fmla="+- 47 0 0"/>
              <a:gd name="G19" fmla="+- 4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1" name="AutoShape 329">
            <a:extLst>
              <a:ext uri="{FF2B5EF4-FFF2-40B4-BE49-F238E27FC236}">
                <a16:creationId xmlns:a16="http://schemas.microsoft.com/office/drawing/2014/main" id="{2DBD6A65-69CA-ED49-C4CC-EB82F631C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4795838"/>
            <a:ext cx="23812" cy="23812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2" name="AutoShape 330">
            <a:extLst>
              <a:ext uri="{FF2B5EF4-FFF2-40B4-BE49-F238E27FC236}">
                <a16:creationId xmlns:a16="http://schemas.microsoft.com/office/drawing/2014/main" id="{559A36F4-2C90-49E8-E6E6-0B27490DF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1188" y="4645025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3" name="AutoShape 331">
            <a:extLst>
              <a:ext uri="{FF2B5EF4-FFF2-40B4-BE49-F238E27FC236}">
                <a16:creationId xmlns:a16="http://schemas.microsoft.com/office/drawing/2014/main" id="{1EB855B0-389D-6563-9352-AE31D8DD62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013" y="8662988"/>
            <a:ext cx="17462" cy="17462"/>
          </a:xfrm>
          <a:custGeom>
            <a:avLst/>
            <a:gdLst>
              <a:gd name="G0" fmla="*/ 51 1 2"/>
              <a:gd name="G1" fmla="*/ 1 48365 11520"/>
              <a:gd name="G2" fmla="*/ G1 32767 1"/>
              <a:gd name="G3" fmla="*/ G2 1 32767"/>
              <a:gd name="G4" fmla="cos G0 G3"/>
              <a:gd name="G5" fmla="*/ 51 1 2"/>
              <a:gd name="G6" fmla="*/ 1 48365 11520"/>
              <a:gd name="G7" fmla="*/ G6 32767 1"/>
              <a:gd name="G8" fmla="*/ G7 1 32767"/>
              <a:gd name="G9" fmla="sin G5 G8"/>
              <a:gd name="G10" fmla="*/ 51 1 2"/>
              <a:gd name="G11" fmla="+- G10 0 G4"/>
              <a:gd name="G12" fmla="+- G10 G4 0"/>
              <a:gd name="G13" fmla="+- G12 0 0"/>
              <a:gd name="G14" fmla="*/ 51 1 2"/>
              <a:gd name="G15" fmla="+- G14 0 G9"/>
              <a:gd name="G16" fmla="+- G14 G9 0"/>
              <a:gd name="G17" fmla="+- G16 0 0"/>
              <a:gd name="G18" fmla="+- 51 0 0"/>
              <a:gd name="G19" fmla="+- 5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4" name="AutoShape 332">
            <a:extLst>
              <a:ext uri="{FF2B5EF4-FFF2-40B4-BE49-F238E27FC236}">
                <a16:creationId xmlns:a16="http://schemas.microsoft.com/office/drawing/2014/main" id="{AEB62D1A-3340-E1A1-6D60-C1EEA959BD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3138" y="922338"/>
            <a:ext cx="19050" cy="19050"/>
          </a:xfrm>
          <a:custGeom>
            <a:avLst/>
            <a:gdLst>
              <a:gd name="G0" fmla="*/ 54 1 2"/>
              <a:gd name="G1" fmla="*/ 1 48365 11520"/>
              <a:gd name="G2" fmla="*/ G1 32767 1"/>
              <a:gd name="G3" fmla="*/ G2 1 32767"/>
              <a:gd name="G4" fmla="cos G0 G3"/>
              <a:gd name="G5" fmla="*/ 54 1 2"/>
              <a:gd name="G6" fmla="*/ 1 48365 11520"/>
              <a:gd name="G7" fmla="*/ G6 32767 1"/>
              <a:gd name="G8" fmla="*/ G7 1 32767"/>
              <a:gd name="G9" fmla="sin G5 G8"/>
              <a:gd name="G10" fmla="*/ 54 1 2"/>
              <a:gd name="G11" fmla="+- G10 0 G4"/>
              <a:gd name="G12" fmla="+- G10 G4 0"/>
              <a:gd name="G13" fmla="+- G12 0 0"/>
              <a:gd name="G14" fmla="*/ 54 1 2"/>
              <a:gd name="G15" fmla="+- G14 0 G9"/>
              <a:gd name="G16" fmla="+- G14 G9 0"/>
              <a:gd name="G17" fmla="+- G16 0 0"/>
              <a:gd name="G18" fmla="+- 54 0 0"/>
              <a:gd name="G19" fmla="+- 5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5" name="AutoShape 333">
            <a:extLst>
              <a:ext uri="{FF2B5EF4-FFF2-40B4-BE49-F238E27FC236}">
                <a16:creationId xmlns:a16="http://schemas.microsoft.com/office/drawing/2014/main" id="{CB02666A-8F22-9250-D7E4-AEF276AF29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5730875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6" name="AutoShape 334">
            <a:extLst>
              <a:ext uri="{FF2B5EF4-FFF2-40B4-BE49-F238E27FC236}">
                <a16:creationId xmlns:a16="http://schemas.microsoft.com/office/drawing/2014/main" id="{A0682E2C-406E-0D62-694F-952958B555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7164388"/>
            <a:ext cx="15875" cy="15875"/>
          </a:xfrm>
          <a:custGeom>
            <a:avLst/>
            <a:gdLst>
              <a:gd name="G0" fmla="*/ 43 1 2"/>
              <a:gd name="G1" fmla="*/ 1 48365 11520"/>
              <a:gd name="G2" fmla="*/ G1 32767 1"/>
              <a:gd name="G3" fmla="*/ G2 1 32767"/>
              <a:gd name="G4" fmla="cos G0 G3"/>
              <a:gd name="G5" fmla="*/ 43 1 2"/>
              <a:gd name="G6" fmla="*/ 1 48365 11520"/>
              <a:gd name="G7" fmla="*/ G6 32767 1"/>
              <a:gd name="G8" fmla="*/ G7 1 32767"/>
              <a:gd name="G9" fmla="sin G5 G8"/>
              <a:gd name="G10" fmla="*/ 43 1 2"/>
              <a:gd name="G11" fmla="+- G10 0 G4"/>
              <a:gd name="G12" fmla="+- G10 G4 0"/>
              <a:gd name="G13" fmla="+- G12 0 0"/>
              <a:gd name="G14" fmla="*/ 43 1 2"/>
              <a:gd name="G15" fmla="+- G14 0 G9"/>
              <a:gd name="G16" fmla="+- G14 G9 0"/>
              <a:gd name="G17" fmla="+- G16 0 0"/>
              <a:gd name="G18" fmla="+- 43 0 0"/>
              <a:gd name="G19" fmla="+- 4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7" name="AutoShape 335">
            <a:extLst>
              <a:ext uri="{FF2B5EF4-FFF2-40B4-BE49-F238E27FC236}">
                <a16:creationId xmlns:a16="http://schemas.microsoft.com/office/drawing/2014/main" id="{64F154DF-C7DE-BD9C-CE2A-3EFF5F6AD1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2913" y="9410700"/>
            <a:ext cx="23812" cy="23813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8" name="AutoShape 336">
            <a:extLst>
              <a:ext uri="{FF2B5EF4-FFF2-40B4-BE49-F238E27FC236}">
                <a16:creationId xmlns:a16="http://schemas.microsoft.com/office/drawing/2014/main" id="{F803212F-60F0-E37E-3175-3F0716DCA8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4475" y="6605588"/>
            <a:ext cx="14288" cy="14287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09" name="AutoShape 337">
            <a:extLst>
              <a:ext uri="{FF2B5EF4-FFF2-40B4-BE49-F238E27FC236}">
                <a16:creationId xmlns:a16="http://schemas.microsoft.com/office/drawing/2014/main" id="{F4BFD911-FC62-42C8-6040-002979A94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6775" y="2940050"/>
            <a:ext cx="11113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0" name="AutoShape 338">
            <a:extLst>
              <a:ext uri="{FF2B5EF4-FFF2-40B4-BE49-F238E27FC236}">
                <a16:creationId xmlns:a16="http://schemas.microsoft.com/office/drawing/2014/main" id="{DF8D643E-7B5E-592A-5400-F02AC9A7EF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675" y="2603500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1" name="AutoShape 339">
            <a:extLst>
              <a:ext uri="{FF2B5EF4-FFF2-40B4-BE49-F238E27FC236}">
                <a16:creationId xmlns:a16="http://schemas.microsoft.com/office/drawing/2014/main" id="{9CD350B9-2AA6-C76E-334D-BA228F3B55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7400" y="9786938"/>
            <a:ext cx="20638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2" name="AutoShape 340">
            <a:extLst>
              <a:ext uri="{FF2B5EF4-FFF2-40B4-BE49-F238E27FC236}">
                <a16:creationId xmlns:a16="http://schemas.microsoft.com/office/drawing/2014/main" id="{75015D3D-ED72-BB85-F831-CEF296B76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8425" y="8566150"/>
            <a:ext cx="12700" cy="12700"/>
          </a:xfrm>
          <a:custGeom>
            <a:avLst/>
            <a:gdLst>
              <a:gd name="G0" fmla="*/ 35 1 2"/>
              <a:gd name="G1" fmla="*/ 1 48365 11520"/>
              <a:gd name="G2" fmla="*/ G1 32767 1"/>
              <a:gd name="G3" fmla="*/ G2 1 32767"/>
              <a:gd name="G4" fmla="cos G0 G3"/>
              <a:gd name="G5" fmla="*/ 35 1 2"/>
              <a:gd name="G6" fmla="*/ 1 48365 11520"/>
              <a:gd name="G7" fmla="*/ G6 32767 1"/>
              <a:gd name="G8" fmla="*/ G7 1 32767"/>
              <a:gd name="G9" fmla="sin G5 G8"/>
              <a:gd name="G10" fmla="*/ 35 1 2"/>
              <a:gd name="G11" fmla="+- G10 0 G4"/>
              <a:gd name="G12" fmla="+- G10 G4 0"/>
              <a:gd name="G13" fmla="+- G12 0 0"/>
              <a:gd name="G14" fmla="*/ 35 1 2"/>
              <a:gd name="G15" fmla="+- G14 0 G9"/>
              <a:gd name="G16" fmla="+- G14 G9 0"/>
              <a:gd name="G17" fmla="+- G16 0 0"/>
              <a:gd name="G18" fmla="+- 35 0 0"/>
              <a:gd name="G19" fmla="+- 3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8"/>
                </a:moveTo>
                <a:lnTo>
                  <a:pt x="18" y="18"/>
                </a:lnTo>
                <a:lnTo>
                  <a:pt x="180" y="90"/>
                </a:lnTo>
                <a:lnTo>
                  <a:pt x="18" y="1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3" name="AutoShape 341">
            <a:extLst>
              <a:ext uri="{FF2B5EF4-FFF2-40B4-BE49-F238E27FC236}">
                <a16:creationId xmlns:a16="http://schemas.microsoft.com/office/drawing/2014/main" id="{EE090B80-D5A5-B999-F8D4-9AEC7F176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0975" y="3130550"/>
            <a:ext cx="20638" cy="20638"/>
          </a:xfrm>
          <a:custGeom>
            <a:avLst/>
            <a:gdLst>
              <a:gd name="G0" fmla="*/ 60 1 2"/>
              <a:gd name="G1" fmla="*/ 1 48365 11520"/>
              <a:gd name="G2" fmla="*/ G1 32767 1"/>
              <a:gd name="G3" fmla="*/ G2 1 32767"/>
              <a:gd name="G4" fmla="cos G0 G3"/>
              <a:gd name="G5" fmla="*/ 60 1 2"/>
              <a:gd name="G6" fmla="*/ 1 48365 11520"/>
              <a:gd name="G7" fmla="*/ G6 32767 1"/>
              <a:gd name="G8" fmla="*/ G7 1 32767"/>
              <a:gd name="G9" fmla="sin G5 G8"/>
              <a:gd name="G10" fmla="*/ 60 1 2"/>
              <a:gd name="G11" fmla="+- G10 0 G4"/>
              <a:gd name="G12" fmla="+- G10 G4 0"/>
              <a:gd name="G13" fmla="+- G12 0 0"/>
              <a:gd name="G14" fmla="*/ 60 1 2"/>
              <a:gd name="G15" fmla="+- G14 0 G9"/>
              <a:gd name="G16" fmla="+- G14 G9 0"/>
              <a:gd name="G17" fmla="+- G16 0 0"/>
              <a:gd name="G18" fmla="+- 60 0 0"/>
              <a:gd name="G19" fmla="+- 6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4" name="AutoShape 342">
            <a:extLst>
              <a:ext uri="{FF2B5EF4-FFF2-40B4-BE49-F238E27FC236}">
                <a16:creationId xmlns:a16="http://schemas.microsoft.com/office/drawing/2014/main" id="{DDF726A8-64CA-6102-74D0-9E80006DF5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7525" y="7729538"/>
            <a:ext cx="22225" cy="22225"/>
          </a:xfrm>
          <a:custGeom>
            <a:avLst/>
            <a:gdLst>
              <a:gd name="G0" fmla="*/ 62 1 2"/>
              <a:gd name="G1" fmla="*/ 1 48365 11520"/>
              <a:gd name="G2" fmla="*/ G1 32767 1"/>
              <a:gd name="G3" fmla="*/ G2 1 32767"/>
              <a:gd name="G4" fmla="cos G0 G3"/>
              <a:gd name="G5" fmla="*/ 62 1 2"/>
              <a:gd name="G6" fmla="*/ 1 48365 11520"/>
              <a:gd name="G7" fmla="*/ G6 32767 1"/>
              <a:gd name="G8" fmla="*/ G7 1 32767"/>
              <a:gd name="G9" fmla="sin G5 G8"/>
              <a:gd name="G10" fmla="*/ 62 1 2"/>
              <a:gd name="G11" fmla="+- G10 0 G4"/>
              <a:gd name="G12" fmla="+- G10 G4 0"/>
              <a:gd name="G13" fmla="+- G12 0 0"/>
              <a:gd name="G14" fmla="*/ 62 1 2"/>
              <a:gd name="G15" fmla="+- G14 0 G9"/>
              <a:gd name="G16" fmla="+- G14 G9 0"/>
              <a:gd name="G17" fmla="+- G16 0 0"/>
              <a:gd name="G18" fmla="+- 62 0 0"/>
              <a:gd name="G19" fmla="+- 6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5" name="AutoShape 343">
            <a:extLst>
              <a:ext uri="{FF2B5EF4-FFF2-40B4-BE49-F238E27FC236}">
                <a16:creationId xmlns:a16="http://schemas.microsoft.com/office/drawing/2014/main" id="{2F1EC3DE-254B-D7A4-1BDE-15E52FE75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8300" y="6438900"/>
            <a:ext cx="20638" cy="20638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6" name="AutoShape 344">
            <a:extLst>
              <a:ext uri="{FF2B5EF4-FFF2-40B4-BE49-F238E27FC236}">
                <a16:creationId xmlns:a16="http://schemas.microsoft.com/office/drawing/2014/main" id="{4C1DA268-16C4-C7CD-3316-7CE13F614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363" y="3448050"/>
            <a:ext cx="23812" cy="23813"/>
          </a:xfrm>
          <a:custGeom>
            <a:avLst/>
            <a:gdLst>
              <a:gd name="G0" fmla="*/ 68 1 2"/>
              <a:gd name="G1" fmla="*/ 1 48365 11520"/>
              <a:gd name="G2" fmla="*/ G1 32767 1"/>
              <a:gd name="G3" fmla="*/ G2 1 32767"/>
              <a:gd name="G4" fmla="cos G0 G3"/>
              <a:gd name="G5" fmla="*/ 68 1 2"/>
              <a:gd name="G6" fmla="*/ 1 48365 11520"/>
              <a:gd name="G7" fmla="*/ G6 32767 1"/>
              <a:gd name="G8" fmla="*/ G7 1 32767"/>
              <a:gd name="G9" fmla="sin G5 G8"/>
              <a:gd name="G10" fmla="*/ 68 1 2"/>
              <a:gd name="G11" fmla="+- G10 0 G4"/>
              <a:gd name="G12" fmla="+- G10 G4 0"/>
              <a:gd name="G13" fmla="+- G12 0 0"/>
              <a:gd name="G14" fmla="*/ 68 1 2"/>
              <a:gd name="G15" fmla="+- G14 0 G9"/>
              <a:gd name="G16" fmla="+- G14 G9 0"/>
              <a:gd name="G17" fmla="+- G16 0 0"/>
              <a:gd name="G18" fmla="+- 68 0 0"/>
              <a:gd name="G19" fmla="+- 6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7" name="AutoShape 345">
            <a:extLst>
              <a:ext uri="{FF2B5EF4-FFF2-40B4-BE49-F238E27FC236}">
                <a16:creationId xmlns:a16="http://schemas.microsoft.com/office/drawing/2014/main" id="{E64F50B7-78B2-E1C4-E66C-E099E4D43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3975" y="2947988"/>
            <a:ext cx="23813" cy="23812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8" name="AutoShape 346">
            <a:extLst>
              <a:ext uri="{FF2B5EF4-FFF2-40B4-BE49-F238E27FC236}">
                <a16:creationId xmlns:a16="http://schemas.microsoft.com/office/drawing/2014/main" id="{A64B6AAB-EAD6-09DD-A430-FAF151E75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3163" y="9129713"/>
            <a:ext cx="23812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19" name="AutoShape 347">
            <a:extLst>
              <a:ext uri="{FF2B5EF4-FFF2-40B4-BE49-F238E27FC236}">
                <a16:creationId xmlns:a16="http://schemas.microsoft.com/office/drawing/2014/main" id="{E35BBF3F-1323-1412-BCD3-F2003B9507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6069013"/>
            <a:ext cx="19050" cy="19050"/>
          </a:xfrm>
          <a:custGeom>
            <a:avLst/>
            <a:gdLst>
              <a:gd name="G0" fmla="*/ 52 1 2"/>
              <a:gd name="G1" fmla="*/ 1 48365 11520"/>
              <a:gd name="G2" fmla="*/ G1 32767 1"/>
              <a:gd name="G3" fmla="*/ G2 1 32767"/>
              <a:gd name="G4" fmla="cos G0 G3"/>
              <a:gd name="G5" fmla="*/ 52 1 2"/>
              <a:gd name="G6" fmla="*/ 1 48365 11520"/>
              <a:gd name="G7" fmla="*/ G6 32767 1"/>
              <a:gd name="G8" fmla="*/ G7 1 32767"/>
              <a:gd name="G9" fmla="sin G5 G8"/>
              <a:gd name="G10" fmla="*/ 52 1 2"/>
              <a:gd name="G11" fmla="+- G10 0 G4"/>
              <a:gd name="G12" fmla="+- G10 G4 0"/>
              <a:gd name="G13" fmla="+- G12 0 0"/>
              <a:gd name="G14" fmla="*/ 52 1 2"/>
              <a:gd name="G15" fmla="+- G14 0 G9"/>
              <a:gd name="G16" fmla="+- G14 G9 0"/>
              <a:gd name="G17" fmla="+- G16 0 0"/>
              <a:gd name="G18" fmla="+- 52 0 0"/>
              <a:gd name="G19" fmla="+- 5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6"/>
                </a:moveTo>
                <a:lnTo>
                  <a:pt x="26" y="26"/>
                </a:lnTo>
                <a:lnTo>
                  <a:pt x="180" y="90"/>
                </a:lnTo>
                <a:lnTo>
                  <a:pt x="26" y="2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0" name="AutoShape 348">
            <a:extLst>
              <a:ext uri="{FF2B5EF4-FFF2-40B4-BE49-F238E27FC236}">
                <a16:creationId xmlns:a16="http://schemas.microsoft.com/office/drawing/2014/main" id="{ADDAFBFE-3894-9585-0C2B-2A104FF79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3" y="8013700"/>
            <a:ext cx="11112" cy="11113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1" name="AutoShape 349">
            <a:extLst>
              <a:ext uri="{FF2B5EF4-FFF2-40B4-BE49-F238E27FC236}">
                <a16:creationId xmlns:a16="http://schemas.microsoft.com/office/drawing/2014/main" id="{7147B52D-1782-8BB7-4474-B9C9843D6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92763" y="9097963"/>
            <a:ext cx="11112" cy="11112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2" name="AutoShape 350">
            <a:extLst>
              <a:ext uri="{FF2B5EF4-FFF2-40B4-BE49-F238E27FC236}">
                <a16:creationId xmlns:a16="http://schemas.microsoft.com/office/drawing/2014/main" id="{10D9C32A-2BA3-64C0-9668-4B494203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0613" y="3452813"/>
            <a:ext cx="23812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3" name="AutoShape 351">
            <a:extLst>
              <a:ext uri="{FF2B5EF4-FFF2-40B4-BE49-F238E27FC236}">
                <a16:creationId xmlns:a16="http://schemas.microsoft.com/office/drawing/2014/main" id="{092C58D6-086D-E301-FB7D-B47EF70ED8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9688" y="5327650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4" name="AutoShape 352">
            <a:extLst>
              <a:ext uri="{FF2B5EF4-FFF2-40B4-BE49-F238E27FC236}">
                <a16:creationId xmlns:a16="http://schemas.microsoft.com/office/drawing/2014/main" id="{63C9061F-95EA-1B9F-DCDA-5320CD2F2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7663" y="8856663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5" name="AutoShape 353">
            <a:extLst>
              <a:ext uri="{FF2B5EF4-FFF2-40B4-BE49-F238E27FC236}">
                <a16:creationId xmlns:a16="http://schemas.microsoft.com/office/drawing/2014/main" id="{7089634F-96DC-B747-81D9-BA7F057461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563" y="8170863"/>
            <a:ext cx="14287" cy="14287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7" name="AutoShape 355">
            <a:extLst>
              <a:ext uri="{FF2B5EF4-FFF2-40B4-BE49-F238E27FC236}">
                <a16:creationId xmlns:a16="http://schemas.microsoft.com/office/drawing/2014/main" id="{38B219E8-62E2-1AC9-4A75-9E8667DBB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6988" y="860425"/>
            <a:ext cx="17462" cy="17463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8" name="AutoShape 356">
            <a:extLst>
              <a:ext uri="{FF2B5EF4-FFF2-40B4-BE49-F238E27FC236}">
                <a16:creationId xmlns:a16="http://schemas.microsoft.com/office/drawing/2014/main" id="{F255B15E-D5CC-8B7C-5E46-831DF79939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3000" y="2619375"/>
            <a:ext cx="23813" cy="23813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29" name="AutoShape 357">
            <a:extLst>
              <a:ext uri="{FF2B5EF4-FFF2-40B4-BE49-F238E27FC236}">
                <a16:creationId xmlns:a16="http://schemas.microsoft.com/office/drawing/2014/main" id="{BE514C94-919C-4ED2-F5E2-63663AF19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8963" y="6869113"/>
            <a:ext cx="25400" cy="25400"/>
          </a:xfrm>
          <a:custGeom>
            <a:avLst/>
            <a:gdLst>
              <a:gd name="G0" fmla="*/ 70 1 2"/>
              <a:gd name="G1" fmla="*/ 1 48365 11520"/>
              <a:gd name="G2" fmla="*/ G1 32767 1"/>
              <a:gd name="G3" fmla="*/ G2 1 32767"/>
              <a:gd name="G4" fmla="cos G0 G3"/>
              <a:gd name="G5" fmla="*/ 70 1 2"/>
              <a:gd name="G6" fmla="*/ 1 48365 11520"/>
              <a:gd name="G7" fmla="*/ G6 32767 1"/>
              <a:gd name="G8" fmla="*/ G7 1 32767"/>
              <a:gd name="G9" fmla="sin G5 G8"/>
              <a:gd name="G10" fmla="*/ 70 1 2"/>
              <a:gd name="G11" fmla="+- G10 0 G4"/>
              <a:gd name="G12" fmla="+- G10 G4 0"/>
              <a:gd name="G13" fmla="+- G12 0 0"/>
              <a:gd name="G14" fmla="*/ 70 1 2"/>
              <a:gd name="G15" fmla="+- G14 0 G9"/>
              <a:gd name="G16" fmla="+- G14 G9 0"/>
              <a:gd name="G17" fmla="+- G16 0 0"/>
              <a:gd name="G18" fmla="+- 70 0 0"/>
              <a:gd name="G19" fmla="+- 7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0" name="AutoShape 358">
            <a:extLst>
              <a:ext uri="{FF2B5EF4-FFF2-40B4-BE49-F238E27FC236}">
                <a16:creationId xmlns:a16="http://schemas.microsoft.com/office/drawing/2014/main" id="{4240E9C4-82AF-381E-5322-DCDC20CCCD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7743825"/>
            <a:ext cx="11113" cy="11113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1" name="AutoShape 359">
            <a:extLst>
              <a:ext uri="{FF2B5EF4-FFF2-40B4-BE49-F238E27FC236}">
                <a16:creationId xmlns:a16="http://schemas.microsoft.com/office/drawing/2014/main" id="{711FADAA-01D5-EF48-D51F-44893F852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475" y="9432925"/>
            <a:ext cx="23813" cy="23813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2" name="AutoShape 360">
            <a:extLst>
              <a:ext uri="{FF2B5EF4-FFF2-40B4-BE49-F238E27FC236}">
                <a16:creationId xmlns:a16="http://schemas.microsoft.com/office/drawing/2014/main" id="{71818988-E4C4-E2FC-C673-2811CA74A2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" y="6069013"/>
            <a:ext cx="20638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3" name="AutoShape 361">
            <a:extLst>
              <a:ext uri="{FF2B5EF4-FFF2-40B4-BE49-F238E27FC236}">
                <a16:creationId xmlns:a16="http://schemas.microsoft.com/office/drawing/2014/main" id="{A769D4FD-1C7B-1BCB-E917-12F96ECAB3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4150" y="1844675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4" name="AutoShape 362">
            <a:extLst>
              <a:ext uri="{FF2B5EF4-FFF2-40B4-BE49-F238E27FC236}">
                <a16:creationId xmlns:a16="http://schemas.microsoft.com/office/drawing/2014/main" id="{90F2B8C1-1699-C68B-F18B-346176752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5150" y="949325"/>
            <a:ext cx="20638" cy="20638"/>
          </a:xfrm>
          <a:custGeom>
            <a:avLst/>
            <a:gdLst>
              <a:gd name="G0" fmla="*/ 60 1 2"/>
              <a:gd name="G1" fmla="*/ 1 48365 11520"/>
              <a:gd name="G2" fmla="*/ G1 32767 1"/>
              <a:gd name="G3" fmla="*/ G2 1 32767"/>
              <a:gd name="G4" fmla="cos G0 G3"/>
              <a:gd name="G5" fmla="*/ 60 1 2"/>
              <a:gd name="G6" fmla="*/ 1 48365 11520"/>
              <a:gd name="G7" fmla="*/ G6 32767 1"/>
              <a:gd name="G8" fmla="*/ G7 1 32767"/>
              <a:gd name="G9" fmla="sin G5 G8"/>
              <a:gd name="G10" fmla="*/ 60 1 2"/>
              <a:gd name="G11" fmla="+- G10 0 G4"/>
              <a:gd name="G12" fmla="+- G10 G4 0"/>
              <a:gd name="G13" fmla="+- G12 0 0"/>
              <a:gd name="G14" fmla="*/ 60 1 2"/>
              <a:gd name="G15" fmla="+- G14 0 G9"/>
              <a:gd name="G16" fmla="+- G14 G9 0"/>
              <a:gd name="G17" fmla="+- G16 0 0"/>
              <a:gd name="G18" fmla="+- 60 0 0"/>
              <a:gd name="G19" fmla="+- 6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6" name="AutoShape 364">
            <a:extLst>
              <a:ext uri="{FF2B5EF4-FFF2-40B4-BE49-F238E27FC236}">
                <a16:creationId xmlns:a16="http://schemas.microsoft.com/office/drawing/2014/main" id="{430ADB99-1012-241A-4157-1F40BF20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3888" y="5792788"/>
            <a:ext cx="20637" cy="20637"/>
          </a:xfrm>
          <a:custGeom>
            <a:avLst/>
            <a:gdLst>
              <a:gd name="G0" fmla="*/ 57 1 2"/>
              <a:gd name="G1" fmla="*/ 1 48365 11520"/>
              <a:gd name="G2" fmla="*/ G1 32767 1"/>
              <a:gd name="G3" fmla="*/ G2 1 32767"/>
              <a:gd name="G4" fmla="cos G0 G3"/>
              <a:gd name="G5" fmla="*/ 57 1 2"/>
              <a:gd name="G6" fmla="*/ 1 48365 11520"/>
              <a:gd name="G7" fmla="*/ G6 32767 1"/>
              <a:gd name="G8" fmla="*/ G7 1 32767"/>
              <a:gd name="G9" fmla="sin G5 G8"/>
              <a:gd name="G10" fmla="*/ 57 1 2"/>
              <a:gd name="G11" fmla="+- G10 0 G4"/>
              <a:gd name="G12" fmla="+- G10 G4 0"/>
              <a:gd name="G13" fmla="+- G12 0 0"/>
              <a:gd name="G14" fmla="*/ 57 1 2"/>
              <a:gd name="G15" fmla="+- G14 0 G9"/>
              <a:gd name="G16" fmla="+- G14 G9 0"/>
              <a:gd name="G17" fmla="+- G16 0 0"/>
              <a:gd name="G18" fmla="+- 57 0 0"/>
              <a:gd name="G19" fmla="+- 5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7" name="AutoShape 365">
            <a:extLst>
              <a:ext uri="{FF2B5EF4-FFF2-40B4-BE49-F238E27FC236}">
                <a16:creationId xmlns:a16="http://schemas.microsoft.com/office/drawing/2014/main" id="{7FA6398A-C502-94AD-52B6-52E1ED4A9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" y="9856788"/>
            <a:ext cx="17463" cy="17462"/>
          </a:xfrm>
          <a:custGeom>
            <a:avLst/>
            <a:gdLst>
              <a:gd name="G0" fmla="*/ 49 1 2"/>
              <a:gd name="G1" fmla="*/ 1 48365 11520"/>
              <a:gd name="G2" fmla="*/ G1 32767 1"/>
              <a:gd name="G3" fmla="*/ G2 1 32767"/>
              <a:gd name="G4" fmla="cos G0 G3"/>
              <a:gd name="G5" fmla="*/ 49 1 2"/>
              <a:gd name="G6" fmla="*/ 1 48365 11520"/>
              <a:gd name="G7" fmla="*/ G6 32767 1"/>
              <a:gd name="G8" fmla="*/ G7 1 32767"/>
              <a:gd name="G9" fmla="sin G5 G8"/>
              <a:gd name="G10" fmla="*/ 49 1 2"/>
              <a:gd name="G11" fmla="+- G10 0 G4"/>
              <a:gd name="G12" fmla="+- G10 G4 0"/>
              <a:gd name="G13" fmla="+- G12 0 0"/>
              <a:gd name="G14" fmla="*/ 49 1 2"/>
              <a:gd name="G15" fmla="+- G14 0 G9"/>
              <a:gd name="G16" fmla="+- G14 G9 0"/>
              <a:gd name="G17" fmla="+- G16 0 0"/>
              <a:gd name="G18" fmla="+- 49 0 0"/>
              <a:gd name="G19" fmla="+- 4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8" name="AutoShape 366">
            <a:extLst>
              <a:ext uri="{FF2B5EF4-FFF2-40B4-BE49-F238E27FC236}">
                <a16:creationId xmlns:a16="http://schemas.microsoft.com/office/drawing/2014/main" id="{63D73A74-51DB-9A2D-F0A4-4B59FF639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5588" y="3840163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39" name="AutoShape 367">
            <a:extLst>
              <a:ext uri="{FF2B5EF4-FFF2-40B4-BE49-F238E27FC236}">
                <a16:creationId xmlns:a16="http://schemas.microsoft.com/office/drawing/2014/main" id="{D7BCD2B4-5A36-EA8A-6E25-65C5FFD1EB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1075" y="1989138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0" name="AutoShape 368">
            <a:extLst>
              <a:ext uri="{FF2B5EF4-FFF2-40B4-BE49-F238E27FC236}">
                <a16:creationId xmlns:a16="http://schemas.microsoft.com/office/drawing/2014/main" id="{41FAB698-9B39-F156-795C-2CB169846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0238" y="8497888"/>
            <a:ext cx="17462" cy="17462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1" name="AutoShape 369">
            <a:extLst>
              <a:ext uri="{FF2B5EF4-FFF2-40B4-BE49-F238E27FC236}">
                <a16:creationId xmlns:a16="http://schemas.microsoft.com/office/drawing/2014/main" id="{BA908167-317E-F495-6D5E-978A386DE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3150" y="7439025"/>
            <a:ext cx="20638" cy="20638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2" name="AutoShape 370">
            <a:extLst>
              <a:ext uri="{FF2B5EF4-FFF2-40B4-BE49-F238E27FC236}">
                <a16:creationId xmlns:a16="http://schemas.microsoft.com/office/drawing/2014/main" id="{D4F11B4E-D71D-2A9E-5229-3D900F976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2438" y="3005138"/>
            <a:ext cx="26987" cy="26987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3" name="AutoShape 371">
            <a:extLst>
              <a:ext uri="{FF2B5EF4-FFF2-40B4-BE49-F238E27FC236}">
                <a16:creationId xmlns:a16="http://schemas.microsoft.com/office/drawing/2014/main" id="{BCECD08C-3277-9923-3ED6-20E5C18E5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5963" y="9444038"/>
            <a:ext cx="25400" cy="25400"/>
          </a:xfrm>
          <a:custGeom>
            <a:avLst/>
            <a:gdLst>
              <a:gd name="G0" fmla="*/ 71 1 2"/>
              <a:gd name="G1" fmla="*/ 1 48365 11520"/>
              <a:gd name="G2" fmla="*/ G1 32767 1"/>
              <a:gd name="G3" fmla="*/ G2 1 32767"/>
              <a:gd name="G4" fmla="cos G0 G3"/>
              <a:gd name="G5" fmla="*/ 71 1 2"/>
              <a:gd name="G6" fmla="*/ 1 48365 11520"/>
              <a:gd name="G7" fmla="*/ G6 32767 1"/>
              <a:gd name="G8" fmla="*/ G7 1 32767"/>
              <a:gd name="G9" fmla="sin G5 G8"/>
              <a:gd name="G10" fmla="*/ 71 1 2"/>
              <a:gd name="G11" fmla="+- G10 0 G4"/>
              <a:gd name="G12" fmla="+- G10 G4 0"/>
              <a:gd name="G13" fmla="+- G12 0 0"/>
              <a:gd name="G14" fmla="*/ 71 1 2"/>
              <a:gd name="G15" fmla="+- G14 0 G9"/>
              <a:gd name="G16" fmla="+- G14 G9 0"/>
              <a:gd name="G17" fmla="+- G16 0 0"/>
              <a:gd name="G18" fmla="+- 71 0 0"/>
              <a:gd name="G19" fmla="+- 7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4" name="AutoShape 372">
            <a:extLst>
              <a:ext uri="{FF2B5EF4-FFF2-40B4-BE49-F238E27FC236}">
                <a16:creationId xmlns:a16="http://schemas.microsoft.com/office/drawing/2014/main" id="{8DA903F1-0749-1019-A84D-6ACC7BF8D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9188" y="771525"/>
            <a:ext cx="23812" cy="23813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5" name="AutoShape 373">
            <a:extLst>
              <a:ext uri="{FF2B5EF4-FFF2-40B4-BE49-F238E27FC236}">
                <a16:creationId xmlns:a16="http://schemas.microsoft.com/office/drawing/2014/main" id="{AD31EF3E-013D-B6DB-CA2E-30048BCCE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4738" y="1296988"/>
            <a:ext cx="11112" cy="11112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7" name="AutoShape 375">
            <a:extLst>
              <a:ext uri="{FF2B5EF4-FFF2-40B4-BE49-F238E27FC236}">
                <a16:creationId xmlns:a16="http://schemas.microsoft.com/office/drawing/2014/main" id="{52D3076D-9F75-1B09-CB77-7CABEBC76A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8063" y="6467475"/>
            <a:ext cx="17462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8" name="AutoShape 376">
            <a:extLst>
              <a:ext uri="{FF2B5EF4-FFF2-40B4-BE49-F238E27FC236}">
                <a16:creationId xmlns:a16="http://schemas.microsoft.com/office/drawing/2014/main" id="{3A754DED-B022-CE43-3AD0-4D38A028C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3925" y="9436100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49" name="AutoShape 377">
            <a:extLst>
              <a:ext uri="{FF2B5EF4-FFF2-40B4-BE49-F238E27FC236}">
                <a16:creationId xmlns:a16="http://schemas.microsoft.com/office/drawing/2014/main" id="{A9045593-5914-2536-1CEB-68EB867B5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94338" y="8191500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0" name="AutoShape 378">
            <a:extLst>
              <a:ext uri="{FF2B5EF4-FFF2-40B4-BE49-F238E27FC236}">
                <a16:creationId xmlns:a16="http://schemas.microsoft.com/office/drawing/2014/main" id="{4FE8D031-5813-CEF0-6FB8-26533CDBA5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5725" y="6923088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1" name="AutoShape 379">
            <a:extLst>
              <a:ext uri="{FF2B5EF4-FFF2-40B4-BE49-F238E27FC236}">
                <a16:creationId xmlns:a16="http://schemas.microsoft.com/office/drawing/2014/main" id="{0F95D2E7-84E5-9AE8-1BF9-0ED0FED94A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4363" y="9823450"/>
            <a:ext cx="11112" cy="11113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2" name="AutoShape 380">
            <a:extLst>
              <a:ext uri="{FF2B5EF4-FFF2-40B4-BE49-F238E27FC236}">
                <a16:creationId xmlns:a16="http://schemas.microsoft.com/office/drawing/2014/main" id="{83B8D2C0-BED0-4116-BD2D-36C6B6C580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6675" y="965200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3" name="AutoShape 381">
            <a:extLst>
              <a:ext uri="{FF2B5EF4-FFF2-40B4-BE49-F238E27FC236}">
                <a16:creationId xmlns:a16="http://schemas.microsoft.com/office/drawing/2014/main" id="{6336AC24-949D-F19E-FFD1-005F0C9A0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4325" y="4656138"/>
            <a:ext cx="11113" cy="11112"/>
          </a:xfrm>
          <a:custGeom>
            <a:avLst/>
            <a:gdLst>
              <a:gd name="G0" fmla="*/ 34 1 2"/>
              <a:gd name="G1" fmla="*/ 1 48365 11520"/>
              <a:gd name="G2" fmla="*/ G1 32767 1"/>
              <a:gd name="G3" fmla="*/ G2 1 32767"/>
              <a:gd name="G4" fmla="cos G0 G3"/>
              <a:gd name="G5" fmla="*/ 34 1 2"/>
              <a:gd name="G6" fmla="*/ 1 48365 11520"/>
              <a:gd name="G7" fmla="*/ G6 32767 1"/>
              <a:gd name="G8" fmla="*/ G7 1 32767"/>
              <a:gd name="G9" fmla="sin G5 G8"/>
              <a:gd name="G10" fmla="*/ 34 1 2"/>
              <a:gd name="G11" fmla="+- G10 0 G4"/>
              <a:gd name="G12" fmla="+- G10 G4 0"/>
              <a:gd name="G13" fmla="+- G12 0 0"/>
              <a:gd name="G14" fmla="*/ 34 1 2"/>
              <a:gd name="G15" fmla="+- G14 0 G9"/>
              <a:gd name="G16" fmla="+- G14 G9 0"/>
              <a:gd name="G17" fmla="+- G16 0 0"/>
              <a:gd name="G18" fmla="+- 34 0 0"/>
              <a:gd name="G19" fmla="+- 3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4" name="AutoShape 382">
            <a:extLst>
              <a:ext uri="{FF2B5EF4-FFF2-40B4-BE49-F238E27FC236}">
                <a16:creationId xmlns:a16="http://schemas.microsoft.com/office/drawing/2014/main" id="{04D77CCF-5D5B-0F0B-4AED-2EE146FB8F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5175" y="4972050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5" name="AutoShape 383">
            <a:extLst>
              <a:ext uri="{FF2B5EF4-FFF2-40B4-BE49-F238E27FC236}">
                <a16:creationId xmlns:a16="http://schemas.microsoft.com/office/drawing/2014/main" id="{C8B1DE60-D99C-1C87-9343-8028DF3430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5650" y="6102350"/>
            <a:ext cx="20638" cy="20638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6" name="AutoShape 384">
            <a:extLst>
              <a:ext uri="{FF2B5EF4-FFF2-40B4-BE49-F238E27FC236}">
                <a16:creationId xmlns:a16="http://schemas.microsoft.com/office/drawing/2014/main" id="{0D51986D-FDE5-2016-AB93-74DF11B2E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2025" y="2179638"/>
            <a:ext cx="20638" cy="20637"/>
          </a:xfrm>
          <a:custGeom>
            <a:avLst/>
            <a:gdLst>
              <a:gd name="G0" fmla="*/ 59 1 2"/>
              <a:gd name="G1" fmla="*/ 1 48365 11520"/>
              <a:gd name="G2" fmla="*/ G1 32767 1"/>
              <a:gd name="G3" fmla="*/ G2 1 32767"/>
              <a:gd name="G4" fmla="cos G0 G3"/>
              <a:gd name="G5" fmla="*/ 59 1 2"/>
              <a:gd name="G6" fmla="*/ 1 48365 11520"/>
              <a:gd name="G7" fmla="*/ G6 32767 1"/>
              <a:gd name="G8" fmla="*/ G7 1 32767"/>
              <a:gd name="G9" fmla="sin G5 G8"/>
              <a:gd name="G10" fmla="*/ 59 1 2"/>
              <a:gd name="G11" fmla="+- G10 0 G4"/>
              <a:gd name="G12" fmla="+- G10 G4 0"/>
              <a:gd name="G13" fmla="+- G12 0 0"/>
              <a:gd name="G14" fmla="*/ 59 1 2"/>
              <a:gd name="G15" fmla="+- G14 0 G9"/>
              <a:gd name="G16" fmla="+- G14 G9 0"/>
              <a:gd name="G17" fmla="+- G16 0 0"/>
              <a:gd name="G18" fmla="+- 59 0 0"/>
              <a:gd name="G19" fmla="+- 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0"/>
                </a:moveTo>
                <a:lnTo>
                  <a:pt x="30" y="30"/>
                </a:lnTo>
                <a:lnTo>
                  <a:pt x="180" y="90"/>
                </a:lnTo>
                <a:lnTo>
                  <a:pt x="30" y="3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8" name="AutoShape 386">
            <a:extLst>
              <a:ext uri="{FF2B5EF4-FFF2-40B4-BE49-F238E27FC236}">
                <a16:creationId xmlns:a16="http://schemas.microsoft.com/office/drawing/2014/main" id="{BFDE79A5-5DD1-5F28-59D0-7ABCA61161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8025" y="5999163"/>
            <a:ext cx="14288" cy="14287"/>
          </a:xfrm>
          <a:custGeom>
            <a:avLst/>
            <a:gdLst>
              <a:gd name="G0" fmla="*/ 41 1 2"/>
              <a:gd name="G1" fmla="*/ 1 48365 11520"/>
              <a:gd name="G2" fmla="*/ G1 32767 1"/>
              <a:gd name="G3" fmla="*/ G2 1 32767"/>
              <a:gd name="G4" fmla="cos G0 G3"/>
              <a:gd name="G5" fmla="*/ 41 1 2"/>
              <a:gd name="G6" fmla="*/ 1 48365 11520"/>
              <a:gd name="G7" fmla="*/ G6 32767 1"/>
              <a:gd name="G8" fmla="*/ G7 1 32767"/>
              <a:gd name="G9" fmla="sin G5 G8"/>
              <a:gd name="G10" fmla="*/ 41 1 2"/>
              <a:gd name="G11" fmla="+- G10 0 G4"/>
              <a:gd name="G12" fmla="+- G10 G4 0"/>
              <a:gd name="G13" fmla="+- G12 0 0"/>
              <a:gd name="G14" fmla="*/ 41 1 2"/>
              <a:gd name="G15" fmla="+- G14 0 G9"/>
              <a:gd name="G16" fmla="+- G14 G9 0"/>
              <a:gd name="G17" fmla="+- G16 0 0"/>
              <a:gd name="G18" fmla="+- 41 0 0"/>
              <a:gd name="G19" fmla="+- 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1"/>
                </a:moveTo>
                <a:lnTo>
                  <a:pt x="21" y="21"/>
                </a:lnTo>
                <a:lnTo>
                  <a:pt x="180" y="90"/>
                </a:lnTo>
                <a:lnTo>
                  <a:pt x="21" y="2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59" name="AutoShape 387">
            <a:extLst>
              <a:ext uri="{FF2B5EF4-FFF2-40B4-BE49-F238E27FC236}">
                <a16:creationId xmlns:a16="http://schemas.microsoft.com/office/drawing/2014/main" id="{0ED4FF10-5404-D56D-25C0-B3AE3C0B3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0350" y="2008188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0" name="AutoShape 388">
            <a:extLst>
              <a:ext uri="{FF2B5EF4-FFF2-40B4-BE49-F238E27FC236}">
                <a16:creationId xmlns:a16="http://schemas.microsoft.com/office/drawing/2014/main" id="{E57BD705-D559-7603-19C8-D9F081198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3" y="9726613"/>
            <a:ext cx="22225" cy="22225"/>
          </a:xfrm>
          <a:custGeom>
            <a:avLst/>
            <a:gdLst>
              <a:gd name="G0" fmla="*/ 64 1 2"/>
              <a:gd name="G1" fmla="*/ 1 48365 11520"/>
              <a:gd name="G2" fmla="*/ G1 32767 1"/>
              <a:gd name="G3" fmla="*/ G2 1 32767"/>
              <a:gd name="G4" fmla="cos G0 G3"/>
              <a:gd name="G5" fmla="*/ 64 1 2"/>
              <a:gd name="G6" fmla="*/ 1 48365 11520"/>
              <a:gd name="G7" fmla="*/ G6 32767 1"/>
              <a:gd name="G8" fmla="*/ G7 1 32767"/>
              <a:gd name="G9" fmla="sin G5 G8"/>
              <a:gd name="G10" fmla="*/ 64 1 2"/>
              <a:gd name="G11" fmla="+- G10 0 G4"/>
              <a:gd name="G12" fmla="+- G10 G4 0"/>
              <a:gd name="G13" fmla="+- G12 0 0"/>
              <a:gd name="G14" fmla="*/ 64 1 2"/>
              <a:gd name="G15" fmla="+- G14 0 G9"/>
              <a:gd name="G16" fmla="+- G14 G9 0"/>
              <a:gd name="G17" fmla="+- G16 0 0"/>
              <a:gd name="G18" fmla="+- 64 0 0"/>
              <a:gd name="G19" fmla="+- 6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1" name="AutoShape 389">
            <a:extLst>
              <a:ext uri="{FF2B5EF4-FFF2-40B4-BE49-F238E27FC236}">
                <a16:creationId xmlns:a16="http://schemas.microsoft.com/office/drawing/2014/main" id="{F36195CB-D38A-792A-229A-561748E85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" y="3173413"/>
            <a:ext cx="23813" cy="23812"/>
          </a:xfrm>
          <a:custGeom>
            <a:avLst/>
            <a:gdLst>
              <a:gd name="G0" fmla="*/ 69 1 2"/>
              <a:gd name="G1" fmla="*/ 1 48365 11520"/>
              <a:gd name="G2" fmla="*/ G1 32767 1"/>
              <a:gd name="G3" fmla="*/ G2 1 32767"/>
              <a:gd name="G4" fmla="cos G0 G3"/>
              <a:gd name="G5" fmla="*/ 69 1 2"/>
              <a:gd name="G6" fmla="*/ 1 48365 11520"/>
              <a:gd name="G7" fmla="*/ G6 32767 1"/>
              <a:gd name="G8" fmla="*/ G7 1 32767"/>
              <a:gd name="G9" fmla="sin G5 G8"/>
              <a:gd name="G10" fmla="*/ 69 1 2"/>
              <a:gd name="G11" fmla="+- G10 0 G4"/>
              <a:gd name="G12" fmla="+- G10 G4 0"/>
              <a:gd name="G13" fmla="+- G12 0 0"/>
              <a:gd name="G14" fmla="*/ 69 1 2"/>
              <a:gd name="G15" fmla="+- G14 0 G9"/>
              <a:gd name="G16" fmla="+- G14 G9 0"/>
              <a:gd name="G17" fmla="+- G16 0 0"/>
              <a:gd name="G18" fmla="+- 69 0 0"/>
              <a:gd name="G19" fmla="+- 6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"/>
                </a:moveTo>
                <a:lnTo>
                  <a:pt x="35" y="35"/>
                </a:lnTo>
                <a:lnTo>
                  <a:pt x="180" y="90"/>
                </a:lnTo>
                <a:lnTo>
                  <a:pt x="35" y="3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2" name="AutoShape 390">
            <a:extLst>
              <a:ext uri="{FF2B5EF4-FFF2-40B4-BE49-F238E27FC236}">
                <a16:creationId xmlns:a16="http://schemas.microsoft.com/office/drawing/2014/main" id="{AA0234E1-E6EC-716C-246C-43BADE777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63" y="6654800"/>
            <a:ext cx="17462" cy="17463"/>
          </a:xfrm>
          <a:custGeom>
            <a:avLst/>
            <a:gdLst>
              <a:gd name="G0" fmla="*/ 50 1 2"/>
              <a:gd name="G1" fmla="*/ 1 48365 11520"/>
              <a:gd name="G2" fmla="*/ G1 32767 1"/>
              <a:gd name="G3" fmla="*/ G2 1 32767"/>
              <a:gd name="G4" fmla="cos G0 G3"/>
              <a:gd name="G5" fmla="*/ 50 1 2"/>
              <a:gd name="G6" fmla="*/ 1 48365 11520"/>
              <a:gd name="G7" fmla="*/ G6 32767 1"/>
              <a:gd name="G8" fmla="*/ G7 1 32767"/>
              <a:gd name="G9" fmla="sin G5 G8"/>
              <a:gd name="G10" fmla="*/ 50 1 2"/>
              <a:gd name="G11" fmla="+- G10 0 G4"/>
              <a:gd name="G12" fmla="+- G10 G4 0"/>
              <a:gd name="G13" fmla="+- G12 0 0"/>
              <a:gd name="G14" fmla="*/ 50 1 2"/>
              <a:gd name="G15" fmla="+- G14 0 G9"/>
              <a:gd name="G16" fmla="+- G14 G9 0"/>
              <a:gd name="G17" fmla="+- G16 0 0"/>
              <a:gd name="G18" fmla="+- 50 0 0"/>
              <a:gd name="G19" fmla="+- 5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5"/>
                </a:moveTo>
                <a:lnTo>
                  <a:pt x="25" y="25"/>
                </a:lnTo>
                <a:lnTo>
                  <a:pt x="180" y="90"/>
                </a:lnTo>
                <a:lnTo>
                  <a:pt x="25" y="25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3" name="AutoShape 391">
            <a:extLst>
              <a:ext uri="{FF2B5EF4-FFF2-40B4-BE49-F238E27FC236}">
                <a16:creationId xmlns:a16="http://schemas.microsoft.com/office/drawing/2014/main" id="{A6CE6339-77BA-FDA2-061C-C132C1B49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3050" y="4246563"/>
            <a:ext cx="25400" cy="25400"/>
          </a:xfrm>
          <a:custGeom>
            <a:avLst/>
            <a:gdLst>
              <a:gd name="G0" fmla="*/ 72 1 2"/>
              <a:gd name="G1" fmla="*/ 1 48365 11520"/>
              <a:gd name="G2" fmla="*/ G1 32767 1"/>
              <a:gd name="G3" fmla="*/ G2 1 32767"/>
              <a:gd name="G4" fmla="cos G0 G3"/>
              <a:gd name="G5" fmla="*/ 72 1 2"/>
              <a:gd name="G6" fmla="*/ 1 48365 11520"/>
              <a:gd name="G7" fmla="*/ G6 32767 1"/>
              <a:gd name="G8" fmla="*/ G7 1 32767"/>
              <a:gd name="G9" fmla="sin G5 G8"/>
              <a:gd name="G10" fmla="*/ 72 1 2"/>
              <a:gd name="G11" fmla="+- G10 0 G4"/>
              <a:gd name="G12" fmla="+- G10 G4 0"/>
              <a:gd name="G13" fmla="+- G12 0 0"/>
              <a:gd name="G14" fmla="*/ 72 1 2"/>
              <a:gd name="G15" fmla="+- G14 0 G9"/>
              <a:gd name="G16" fmla="+- G14 G9 0"/>
              <a:gd name="G17" fmla="+- G16 0 0"/>
              <a:gd name="G18" fmla="+- 72 0 0"/>
              <a:gd name="G19" fmla="+- 7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6"/>
                </a:moveTo>
                <a:lnTo>
                  <a:pt x="36" y="36"/>
                </a:lnTo>
                <a:lnTo>
                  <a:pt x="180" y="90"/>
                </a:lnTo>
                <a:lnTo>
                  <a:pt x="36" y="3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4" name="AutoShape 392">
            <a:extLst>
              <a:ext uri="{FF2B5EF4-FFF2-40B4-BE49-F238E27FC236}">
                <a16:creationId xmlns:a16="http://schemas.microsoft.com/office/drawing/2014/main" id="{B3B71B67-3E0A-A4A5-DE15-B3F319BFFE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138113"/>
            <a:ext cx="22225" cy="22225"/>
          </a:xfrm>
          <a:custGeom>
            <a:avLst/>
            <a:gdLst>
              <a:gd name="G0" fmla="*/ 61 1 2"/>
              <a:gd name="G1" fmla="*/ 1 48365 11520"/>
              <a:gd name="G2" fmla="*/ G1 32767 1"/>
              <a:gd name="G3" fmla="*/ G2 1 32767"/>
              <a:gd name="G4" fmla="cos G0 G3"/>
              <a:gd name="G5" fmla="*/ 61 1 2"/>
              <a:gd name="G6" fmla="*/ 1 48365 11520"/>
              <a:gd name="G7" fmla="*/ G6 32767 1"/>
              <a:gd name="G8" fmla="*/ G7 1 32767"/>
              <a:gd name="G9" fmla="sin G5 G8"/>
              <a:gd name="G10" fmla="*/ 61 1 2"/>
              <a:gd name="G11" fmla="+- G10 0 G4"/>
              <a:gd name="G12" fmla="+- G10 G4 0"/>
              <a:gd name="G13" fmla="+- G12 0 0"/>
              <a:gd name="G14" fmla="*/ 61 1 2"/>
              <a:gd name="G15" fmla="+- G14 0 G9"/>
              <a:gd name="G16" fmla="+- G14 G9 0"/>
              <a:gd name="G17" fmla="+- G16 0 0"/>
              <a:gd name="G18" fmla="+- 61 0 0"/>
              <a:gd name="G19" fmla="+- 6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5" name="AutoShape 393">
            <a:extLst>
              <a:ext uri="{FF2B5EF4-FFF2-40B4-BE49-F238E27FC236}">
                <a16:creationId xmlns:a16="http://schemas.microsoft.com/office/drawing/2014/main" id="{67707BC0-7767-F5A9-0BA4-82F860B810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313" y="8578850"/>
            <a:ext cx="12700" cy="12700"/>
          </a:xfrm>
          <a:custGeom>
            <a:avLst/>
            <a:gdLst>
              <a:gd name="G0" fmla="*/ 38 1 2"/>
              <a:gd name="G1" fmla="*/ 1 48365 11520"/>
              <a:gd name="G2" fmla="*/ G1 32767 1"/>
              <a:gd name="G3" fmla="*/ G2 1 32767"/>
              <a:gd name="G4" fmla="cos G0 G3"/>
              <a:gd name="G5" fmla="*/ 38 1 2"/>
              <a:gd name="G6" fmla="*/ 1 48365 11520"/>
              <a:gd name="G7" fmla="*/ G6 32767 1"/>
              <a:gd name="G8" fmla="*/ G7 1 32767"/>
              <a:gd name="G9" fmla="sin G5 G8"/>
              <a:gd name="G10" fmla="*/ 38 1 2"/>
              <a:gd name="G11" fmla="+- G10 0 G4"/>
              <a:gd name="G12" fmla="+- G10 G4 0"/>
              <a:gd name="G13" fmla="+- G12 0 0"/>
              <a:gd name="G14" fmla="*/ 38 1 2"/>
              <a:gd name="G15" fmla="+- G14 0 G9"/>
              <a:gd name="G16" fmla="+- G14 G9 0"/>
              <a:gd name="G17" fmla="+- G16 0 0"/>
              <a:gd name="G18" fmla="+- 38 0 0"/>
              <a:gd name="G19" fmla="+- 3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6" name="AutoShape 394">
            <a:extLst>
              <a:ext uri="{FF2B5EF4-FFF2-40B4-BE49-F238E27FC236}">
                <a16:creationId xmlns:a16="http://schemas.microsoft.com/office/drawing/2014/main" id="{B90CF5C4-0680-1A88-EA2A-3012C1283D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7113" y="3586163"/>
            <a:ext cx="23812" cy="23812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7" name="AutoShape 395">
            <a:extLst>
              <a:ext uri="{FF2B5EF4-FFF2-40B4-BE49-F238E27FC236}">
                <a16:creationId xmlns:a16="http://schemas.microsoft.com/office/drawing/2014/main" id="{F8BBFB91-C3B4-5DE9-9968-33D34828F9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8" y="9466263"/>
            <a:ext cx="26987" cy="26987"/>
          </a:xfrm>
          <a:custGeom>
            <a:avLst/>
            <a:gdLst>
              <a:gd name="G0" fmla="*/ 76 1 2"/>
              <a:gd name="G1" fmla="*/ 1 48365 11520"/>
              <a:gd name="G2" fmla="*/ G1 32767 1"/>
              <a:gd name="G3" fmla="*/ G2 1 32767"/>
              <a:gd name="G4" fmla="cos G0 G3"/>
              <a:gd name="G5" fmla="*/ 76 1 2"/>
              <a:gd name="G6" fmla="*/ 1 48365 11520"/>
              <a:gd name="G7" fmla="*/ G6 32767 1"/>
              <a:gd name="G8" fmla="*/ G7 1 32767"/>
              <a:gd name="G9" fmla="sin G5 G8"/>
              <a:gd name="G10" fmla="*/ 76 1 2"/>
              <a:gd name="G11" fmla="+- G10 0 G4"/>
              <a:gd name="G12" fmla="+- G10 G4 0"/>
              <a:gd name="G13" fmla="+- G12 0 0"/>
              <a:gd name="G14" fmla="*/ 76 1 2"/>
              <a:gd name="G15" fmla="+- G14 0 G9"/>
              <a:gd name="G16" fmla="+- G14 G9 0"/>
              <a:gd name="G17" fmla="+- G16 0 0"/>
              <a:gd name="G18" fmla="+- 76 0 0"/>
              <a:gd name="G19" fmla="+- 7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8"/>
                </a:moveTo>
                <a:lnTo>
                  <a:pt x="38" y="38"/>
                </a:lnTo>
                <a:lnTo>
                  <a:pt x="180" y="90"/>
                </a:lnTo>
                <a:lnTo>
                  <a:pt x="38" y="3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8" name="AutoShape 396">
            <a:extLst>
              <a:ext uri="{FF2B5EF4-FFF2-40B4-BE49-F238E27FC236}">
                <a16:creationId xmlns:a16="http://schemas.microsoft.com/office/drawing/2014/main" id="{F06F4FB5-C6D7-53BD-454C-227DE3AA12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263" y="234950"/>
            <a:ext cx="12700" cy="12700"/>
          </a:xfrm>
          <a:custGeom>
            <a:avLst/>
            <a:gdLst>
              <a:gd name="G0" fmla="*/ 37 1 2"/>
              <a:gd name="G1" fmla="*/ 1 48365 11520"/>
              <a:gd name="G2" fmla="*/ G1 32767 1"/>
              <a:gd name="G3" fmla="*/ G2 1 32767"/>
              <a:gd name="G4" fmla="cos G0 G3"/>
              <a:gd name="G5" fmla="*/ 37 1 2"/>
              <a:gd name="G6" fmla="*/ 1 48365 11520"/>
              <a:gd name="G7" fmla="*/ G6 32767 1"/>
              <a:gd name="G8" fmla="*/ G7 1 32767"/>
              <a:gd name="G9" fmla="sin G5 G8"/>
              <a:gd name="G10" fmla="*/ 37 1 2"/>
              <a:gd name="G11" fmla="+- G10 0 G4"/>
              <a:gd name="G12" fmla="+- G10 G4 0"/>
              <a:gd name="G13" fmla="+- G12 0 0"/>
              <a:gd name="G14" fmla="*/ 37 1 2"/>
              <a:gd name="G15" fmla="+- G14 0 G9"/>
              <a:gd name="G16" fmla="+- G14 G9 0"/>
              <a:gd name="G17" fmla="+- G16 0 0"/>
              <a:gd name="G18" fmla="+- 37 0 0"/>
              <a:gd name="G19" fmla="+- 3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9"/>
                </a:moveTo>
                <a:lnTo>
                  <a:pt x="19" y="19"/>
                </a:lnTo>
                <a:lnTo>
                  <a:pt x="180" y="90"/>
                </a:lnTo>
                <a:lnTo>
                  <a:pt x="19" y="1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69" name="AutoShape 397">
            <a:extLst>
              <a:ext uri="{FF2B5EF4-FFF2-40B4-BE49-F238E27FC236}">
                <a16:creationId xmlns:a16="http://schemas.microsoft.com/office/drawing/2014/main" id="{91A20241-F2B7-7EEB-823A-761DBC790A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2113" y="200025"/>
            <a:ext cx="22225" cy="22225"/>
          </a:xfrm>
          <a:custGeom>
            <a:avLst/>
            <a:gdLst>
              <a:gd name="G0" fmla="*/ 62 1 2"/>
              <a:gd name="G1" fmla="*/ 1 48365 11520"/>
              <a:gd name="G2" fmla="*/ G1 32767 1"/>
              <a:gd name="G3" fmla="*/ G2 1 32767"/>
              <a:gd name="G4" fmla="cos G0 G3"/>
              <a:gd name="G5" fmla="*/ 62 1 2"/>
              <a:gd name="G6" fmla="*/ 1 48365 11520"/>
              <a:gd name="G7" fmla="*/ G6 32767 1"/>
              <a:gd name="G8" fmla="*/ G7 1 32767"/>
              <a:gd name="G9" fmla="sin G5 G8"/>
              <a:gd name="G10" fmla="*/ 62 1 2"/>
              <a:gd name="G11" fmla="+- G10 0 G4"/>
              <a:gd name="G12" fmla="+- G10 G4 0"/>
              <a:gd name="G13" fmla="+- G12 0 0"/>
              <a:gd name="G14" fmla="*/ 62 1 2"/>
              <a:gd name="G15" fmla="+- G14 0 G9"/>
              <a:gd name="G16" fmla="+- G14 G9 0"/>
              <a:gd name="G17" fmla="+- G16 0 0"/>
              <a:gd name="G18" fmla="+- 62 0 0"/>
              <a:gd name="G19" fmla="+- 6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1"/>
                </a:moveTo>
                <a:lnTo>
                  <a:pt x="31" y="31"/>
                </a:lnTo>
                <a:lnTo>
                  <a:pt x="180" y="90"/>
                </a:lnTo>
                <a:lnTo>
                  <a:pt x="31" y="31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0" name="AutoShape 398">
            <a:extLst>
              <a:ext uri="{FF2B5EF4-FFF2-40B4-BE49-F238E27FC236}">
                <a16:creationId xmlns:a16="http://schemas.microsoft.com/office/drawing/2014/main" id="{10F650BB-DE98-8DB8-1AF4-B0FF849D14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3495675"/>
            <a:ext cx="11113" cy="11113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1" name="AutoShape 399">
            <a:extLst>
              <a:ext uri="{FF2B5EF4-FFF2-40B4-BE49-F238E27FC236}">
                <a16:creationId xmlns:a16="http://schemas.microsoft.com/office/drawing/2014/main" id="{4B655AF6-B6E4-7D54-0DF4-464B9E43B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1838" y="4254500"/>
            <a:ext cx="20637" cy="20638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2" name="AutoShape 400">
            <a:extLst>
              <a:ext uri="{FF2B5EF4-FFF2-40B4-BE49-F238E27FC236}">
                <a16:creationId xmlns:a16="http://schemas.microsoft.com/office/drawing/2014/main" id="{E828A848-000D-BDA3-12F7-B861F6CCE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4000" y="6664325"/>
            <a:ext cx="23813" cy="23813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3" name="AutoShape 401">
            <a:extLst>
              <a:ext uri="{FF2B5EF4-FFF2-40B4-BE49-F238E27FC236}">
                <a16:creationId xmlns:a16="http://schemas.microsoft.com/office/drawing/2014/main" id="{CF699A78-1BDE-D22C-209C-B6FFC85AA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713" y="4860925"/>
            <a:ext cx="11112" cy="11113"/>
          </a:xfrm>
          <a:custGeom>
            <a:avLst/>
            <a:gdLst>
              <a:gd name="G0" fmla="*/ 33 1 2"/>
              <a:gd name="G1" fmla="*/ 1 48365 11520"/>
              <a:gd name="G2" fmla="*/ G1 32767 1"/>
              <a:gd name="G3" fmla="*/ G2 1 32767"/>
              <a:gd name="G4" fmla="cos G0 G3"/>
              <a:gd name="G5" fmla="*/ 33 1 2"/>
              <a:gd name="G6" fmla="*/ 1 48365 11520"/>
              <a:gd name="G7" fmla="*/ G6 32767 1"/>
              <a:gd name="G8" fmla="*/ G7 1 32767"/>
              <a:gd name="G9" fmla="sin G5 G8"/>
              <a:gd name="G10" fmla="*/ 33 1 2"/>
              <a:gd name="G11" fmla="+- G10 0 G4"/>
              <a:gd name="G12" fmla="+- G10 G4 0"/>
              <a:gd name="G13" fmla="+- G12 0 0"/>
              <a:gd name="G14" fmla="*/ 33 1 2"/>
              <a:gd name="G15" fmla="+- G14 0 G9"/>
              <a:gd name="G16" fmla="+- G14 G9 0"/>
              <a:gd name="G17" fmla="+- G16 0 0"/>
              <a:gd name="G18" fmla="+- 33 0 0"/>
              <a:gd name="G19" fmla="+- 3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"/>
                </a:moveTo>
                <a:lnTo>
                  <a:pt x="17" y="17"/>
                </a:lnTo>
                <a:lnTo>
                  <a:pt x="180" y="90"/>
                </a:lnTo>
                <a:lnTo>
                  <a:pt x="17" y="1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4" name="AutoShape 402">
            <a:extLst>
              <a:ext uri="{FF2B5EF4-FFF2-40B4-BE49-F238E27FC236}">
                <a16:creationId xmlns:a16="http://schemas.microsoft.com/office/drawing/2014/main" id="{35965128-5792-2682-6049-581674D73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200" y="3033713"/>
            <a:ext cx="23813" cy="23812"/>
          </a:xfrm>
          <a:custGeom>
            <a:avLst/>
            <a:gdLst>
              <a:gd name="G0" fmla="*/ 66 1 2"/>
              <a:gd name="G1" fmla="*/ 1 48365 11520"/>
              <a:gd name="G2" fmla="*/ G1 32767 1"/>
              <a:gd name="G3" fmla="*/ G2 1 32767"/>
              <a:gd name="G4" fmla="cos G0 G3"/>
              <a:gd name="G5" fmla="*/ 66 1 2"/>
              <a:gd name="G6" fmla="*/ 1 48365 11520"/>
              <a:gd name="G7" fmla="*/ G6 32767 1"/>
              <a:gd name="G8" fmla="*/ G7 1 32767"/>
              <a:gd name="G9" fmla="sin G5 G8"/>
              <a:gd name="G10" fmla="*/ 66 1 2"/>
              <a:gd name="G11" fmla="+- G10 0 G4"/>
              <a:gd name="G12" fmla="+- G10 G4 0"/>
              <a:gd name="G13" fmla="+- G12 0 0"/>
              <a:gd name="G14" fmla="*/ 66 1 2"/>
              <a:gd name="G15" fmla="+- G14 0 G9"/>
              <a:gd name="G16" fmla="+- G14 G9 0"/>
              <a:gd name="G17" fmla="+- G16 0 0"/>
              <a:gd name="G18" fmla="+- 66 0 0"/>
              <a:gd name="G19" fmla="+- 6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5" name="AutoShape 403">
            <a:extLst>
              <a:ext uri="{FF2B5EF4-FFF2-40B4-BE49-F238E27FC236}">
                <a16:creationId xmlns:a16="http://schemas.microsoft.com/office/drawing/2014/main" id="{3631C795-47AE-3610-6AFB-339E3C9D1B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8725" y="5375275"/>
            <a:ext cx="17463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6" name="AutoShape 404">
            <a:extLst>
              <a:ext uri="{FF2B5EF4-FFF2-40B4-BE49-F238E27FC236}">
                <a16:creationId xmlns:a16="http://schemas.microsoft.com/office/drawing/2014/main" id="{B117562A-BCF0-C29E-43FB-39022FF77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550" y="6016625"/>
            <a:ext cx="15875" cy="15875"/>
          </a:xfrm>
          <a:custGeom>
            <a:avLst/>
            <a:gdLst>
              <a:gd name="G0" fmla="*/ 45 1 2"/>
              <a:gd name="G1" fmla="*/ 1 48365 11520"/>
              <a:gd name="G2" fmla="*/ G1 32767 1"/>
              <a:gd name="G3" fmla="*/ G2 1 32767"/>
              <a:gd name="G4" fmla="cos G0 G3"/>
              <a:gd name="G5" fmla="*/ 45 1 2"/>
              <a:gd name="G6" fmla="*/ 1 48365 11520"/>
              <a:gd name="G7" fmla="*/ G6 32767 1"/>
              <a:gd name="G8" fmla="*/ G7 1 32767"/>
              <a:gd name="G9" fmla="sin G5 G8"/>
              <a:gd name="G10" fmla="*/ 45 1 2"/>
              <a:gd name="G11" fmla="+- G10 0 G4"/>
              <a:gd name="G12" fmla="+- G10 G4 0"/>
              <a:gd name="G13" fmla="+- G12 0 0"/>
              <a:gd name="G14" fmla="*/ 45 1 2"/>
              <a:gd name="G15" fmla="+- G14 0 G9"/>
              <a:gd name="G16" fmla="+- G14 G9 0"/>
              <a:gd name="G17" fmla="+- G16 0 0"/>
              <a:gd name="G18" fmla="+- 45 0 0"/>
              <a:gd name="G19" fmla="+- 4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7" name="AutoShape 405">
            <a:extLst>
              <a:ext uri="{FF2B5EF4-FFF2-40B4-BE49-F238E27FC236}">
                <a16:creationId xmlns:a16="http://schemas.microsoft.com/office/drawing/2014/main" id="{06610CF1-9692-F229-C228-27DABDCEBA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500" y="9148763"/>
            <a:ext cx="26988" cy="26987"/>
          </a:xfrm>
          <a:custGeom>
            <a:avLst/>
            <a:gdLst>
              <a:gd name="G0" fmla="*/ 74 1 2"/>
              <a:gd name="G1" fmla="*/ 1 48365 11520"/>
              <a:gd name="G2" fmla="*/ G1 32767 1"/>
              <a:gd name="G3" fmla="*/ G2 1 32767"/>
              <a:gd name="G4" fmla="cos G0 G3"/>
              <a:gd name="G5" fmla="*/ 74 1 2"/>
              <a:gd name="G6" fmla="*/ 1 48365 11520"/>
              <a:gd name="G7" fmla="*/ G6 32767 1"/>
              <a:gd name="G8" fmla="*/ G7 1 32767"/>
              <a:gd name="G9" fmla="sin G5 G8"/>
              <a:gd name="G10" fmla="*/ 74 1 2"/>
              <a:gd name="G11" fmla="+- G10 0 G4"/>
              <a:gd name="G12" fmla="+- G10 G4 0"/>
              <a:gd name="G13" fmla="+- G12 0 0"/>
              <a:gd name="G14" fmla="*/ 74 1 2"/>
              <a:gd name="G15" fmla="+- G14 0 G9"/>
              <a:gd name="G16" fmla="+- G14 G9 0"/>
              <a:gd name="G17" fmla="+- G16 0 0"/>
              <a:gd name="G18" fmla="+- 74 0 0"/>
              <a:gd name="G19" fmla="+- 7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8" name="AutoShape 406">
            <a:extLst>
              <a:ext uri="{FF2B5EF4-FFF2-40B4-BE49-F238E27FC236}">
                <a16:creationId xmlns:a16="http://schemas.microsoft.com/office/drawing/2014/main" id="{851140DE-6876-4C22-9282-73B079CD7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8904288"/>
            <a:ext cx="22225" cy="22225"/>
          </a:xfrm>
          <a:custGeom>
            <a:avLst/>
            <a:gdLst>
              <a:gd name="G0" fmla="*/ 63 1 2"/>
              <a:gd name="G1" fmla="*/ 1 48365 11520"/>
              <a:gd name="G2" fmla="*/ G1 32767 1"/>
              <a:gd name="G3" fmla="*/ G2 1 32767"/>
              <a:gd name="G4" fmla="cos G0 G3"/>
              <a:gd name="G5" fmla="*/ 63 1 2"/>
              <a:gd name="G6" fmla="*/ 1 48365 11520"/>
              <a:gd name="G7" fmla="*/ G6 32767 1"/>
              <a:gd name="G8" fmla="*/ G7 1 32767"/>
              <a:gd name="G9" fmla="sin G5 G8"/>
              <a:gd name="G10" fmla="*/ 63 1 2"/>
              <a:gd name="G11" fmla="+- G10 0 G4"/>
              <a:gd name="G12" fmla="+- G10 G4 0"/>
              <a:gd name="G13" fmla="+- G12 0 0"/>
              <a:gd name="G14" fmla="*/ 63 1 2"/>
              <a:gd name="G15" fmla="+- G14 0 G9"/>
              <a:gd name="G16" fmla="+- G14 G9 0"/>
              <a:gd name="G17" fmla="+- G16 0 0"/>
              <a:gd name="G18" fmla="+- 63 0 0"/>
              <a:gd name="G19" fmla="+- 6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2"/>
                </a:moveTo>
                <a:lnTo>
                  <a:pt x="32" y="32"/>
                </a:lnTo>
                <a:lnTo>
                  <a:pt x="180" y="90"/>
                </a:lnTo>
                <a:lnTo>
                  <a:pt x="32" y="3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79" name="AutoShape 407">
            <a:extLst>
              <a:ext uri="{FF2B5EF4-FFF2-40B4-BE49-F238E27FC236}">
                <a16:creationId xmlns:a16="http://schemas.microsoft.com/office/drawing/2014/main" id="{9C92CD3D-00D2-DFA8-EF83-0565D059FD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1225" y="9475788"/>
            <a:ext cx="11113" cy="11112"/>
          </a:xfrm>
          <a:custGeom>
            <a:avLst/>
            <a:gdLst>
              <a:gd name="G0" fmla="*/ 32 1 2"/>
              <a:gd name="G1" fmla="*/ 1 48365 11520"/>
              <a:gd name="G2" fmla="*/ G1 32767 1"/>
              <a:gd name="G3" fmla="*/ G2 1 32767"/>
              <a:gd name="G4" fmla="cos G0 G3"/>
              <a:gd name="G5" fmla="*/ 32 1 2"/>
              <a:gd name="G6" fmla="*/ 1 48365 11520"/>
              <a:gd name="G7" fmla="*/ G6 32767 1"/>
              <a:gd name="G8" fmla="*/ G7 1 32767"/>
              <a:gd name="G9" fmla="sin G5 G8"/>
              <a:gd name="G10" fmla="*/ 32 1 2"/>
              <a:gd name="G11" fmla="+- G10 0 G4"/>
              <a:gd name="G12" fmla="+- G10 G4 0"/>
              <a:gd name="G13" fmla="+- G12 0 0"/>
              <a:gd name="G14" fmla="*/ 32 1 2"/>
              <a:gd name="G15" fmla="+- G14 0 G9"/>
              <a:gd name="G16" fmla="+- G14 G9 0"/>
              <a:gd name="G17" fmla="+- G16 0 0"/>
              <a:gd name="G18" fmla="+- 32 0 0"/>
              <a:gd name="G19" fmla="+- 32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0" name="AutoShape 408">
            <a:extLst>
              <a:ext uri="{FF2B5EF4-FFF2-40B4-BE49-F238E27FC236}">
                <a16:creationId xmlns:a16="http://schemas.microsoft.com/office/drawing/2014/main" id="{80FA3DF7-EC2A-266C-4091-25495FBE8E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5488" y="4995863"/>
            <a:ext cx="15875" cy="15875"/>
          </a:xfrm>
          <a:custGeom>
            <a:avLst/>
            <a:gdLst>
              <a:gd name="G0" fmla="*/ 46 1 2"/>
              <a:gd name="G1" fmla="*/ 1 48365 11520"/>
              <a:gd name="G2" fmla="*/ G1 32767 1"/>
              <a:gd name="G3" fmla="*/ G2 1 32767"/>
              <a:gd name="G4" fmla="cos G0 G3"/>
              <a:gd name="G5" fmla="*/ 46 1 2"/>
              <a:gd name="G6" fmla="*/ 1 48365 11520"/>
              <a:gd name="G7" fmla="*/ G6 32767 1"/>
              <a:gd name="G8" fmla="*/ G7 1 32767"/>
              <a:gd name="G9" fmla="sin G5 G8"/>
              <a:gd name="G10" fmla="*/ 46 1 2"/>
              <a:gd name="G11" fmla="+- G10 0 G4"/>
              <a:gd name="G12" fmla="+- G10 G4 0"/>
              <a:gd name="G13" fmla="+- G12 0 0"/>
              <a:gd name="G14" fmla="*/ 46 1 2"/>
              <a:gd name="G15" fmla="+- G14 0 G9"/>
              <a:gd name="G16" fmla="+- G14 G9 0"/>
              <a:gd name="G17" fmla="+- G16 0 0"/>
              <a:gd name="G18" fmla="+- 46 0 0"/>
              <a:gd name="G19" fmla="+- 4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3"/>
                </a:moveTo>
                <a:lnTo>
                  <a:pt x="23" y="23"/>
                </a:lnTo>
                <a:lnTo>
                  <a:pt x="180" y="90"/>
                </a:lnTo>
                <a:lnTo>
                  <a:pt x="23" y="2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1" name="AutoShape 409">
            <a:extLst>
              <a:ext uri="{FF2B5EF4-FFF2-40B4-BE49-F238E27FC236}">
                <a16:creationId xmlns:a16="http://schemas.microsoft.com/office/drawing/2014/main" id="{C5A8B905-97C6-157C-E06D-B2100D7D5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00" y="9710738"/>
            <a:ext cx="11113" cy="11112"/>
          </a:xfrm>
          <a:custGeom>
            <a:avLst/>
            <a:gdLst>
              <a:gd name="G0" fmla="*/ 31 1 2"/>
              <a:gd name="G1" fmla="*/ 1 48365 11520"/>
              <a:gd name="G2" fmla="*/ G1 32767 1"/>
              <a:gd name="G3" fmla="*/ G2 1 32767"/>
              <a:gd name="G4" fmla="cos G0 G3"/>
              <a:gd name="G5" fmla="*/ 31 1 2"/>
              <a:gd name="G6" fmla="*/ 1 48365 11520"/>
              <a:gd name="G7" fmla="*/ G6 32767 1"/>
              <a:gd name="G8" fmla="*/ G7 1 32767"/>
              <a:gd name="G9" fmla="sin G5 G8"/>
              <a:gd name="G10" fmla="*/ 31 1 2"/>
              <a:gd name="G11" fmla="+- G10 0 G4"/>
              <a:gd name="G12" fmla="+- G10 G4 0"/>
              <a:gd name="G13" fmla="+- G12 0 0"/>
              <a:gd name="G14" fmla="*/ 31 1 2"/>
              <a:gd name="G15" fmla="+- G14 0 G9"/>
              <a:gd name="G16" fmla="+- G14 G9 0"/>
              <a:gd name="G17" fmla="+- G16 0 0"/>
              <a:gd name="G18" fmla="+- 31 0 0"/>
              <a:gd name="G19" fmla="+- 3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6"/>
                </a:moveTo>
                <a:lnTo>
                  <a:pt x="16" y="16"/>
                </a:lnTo>
                <a:lnTo>
                  <a:pt x="180" y="90"/>
                </a:lnTo>
                <a:lnTo>
                  <a:pt x="16" y="16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2" name="AutoShape 410">
            <a:extLst>
              <a:ext uri="{FF2B5EF4-FFF2-40B4-BE49-F238E27FC236}">
                <a16:creationId xmlns:a16="http://schemas.microsoft.com/office/drawing/2014/main" id="{AB868E37-74A5-0115-68DE-3677C5B53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7888" y="7697788"/>
            <a:ext cx="19050" cy="19050"/>
          </a:xfrm>
          <a:custGeom>
            <a:avLst/>
            <a:gdLst>
              <a:gd name="G0" fmla="*/ 53 1 2"/>
              <a:gd name="G1" fmla="*/ 1 48365 11520"/>
              <a:gd name="G2" fmla="*/ G1 32767 1"/>
              <a:gd name="G3" fmla="*/ G2 1 32767"/>
              <a:gd name="G4" fmla="cos G0 G3"/>
              <a:gd name="G5" fmla="*/ 53 1 2"/>
              <a:gd name="G6" fmla="*/ 1 48365 11520"/>
              <a:gd name="G7" fmla="*/ G6 32767 1"/>
              <a:gd name="G8" fmla="*/ G7 1 32767"/>
              <a:gd name="G9" fmla="sin G5 G8"/>
              <a:gd name="G10" fmla="*/ 53 1 2"/>
              <a:gd name="G11" fmla="+- G10 0 G4"/>
              <a:gd name="G12" fmla="+- G10 G4 0"/>
              <a:gd name="G13" fmla="+- G12 0 0"/>
              <a:gd name="G14" fmla="*/ 53 1 2"/>
              <a:gd name="G15" fmla="+- G14 0 G9"/>
              <a:gd name="G16" fmla="+- G14 G9 0"/>
              <a:gd name="G17" fmla="+- G16 0 0"/>
              <a:gd name="G18" fmla="+- 53 0 0"/>
              <a:gd name="G19" fmla="+- 5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7"/>
                </a:moveTo>
                <a:lnTo>
                  <a:pt x="27" y="27"/>
                </a:lnTo>
                <a:lnTo>
                  <a:pt x="180" y="90"/>
                </a:lnTo>
                <a:lnTo>
                  <a:pt x="27" y="2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3" name="AutoShape 411">
            <a:extLst>
              <a:ext uri="{FF2B5EF4-FFF2-40B4-BE49-F238E27FC236}">
                <a16:creationId xmlns:a16="http://schemas.microsoft.com/office/drawing/2014/main" id="{1D4545C6-9B0B-3966-74A5-68FE0C52A6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8725" y="3146425"/>
            <a:ext cx="14288" cy="14288"/>
          </a:xfrm>
          <a:custGeom>
            <a:avLst/>
            <a:gdLst>
              <a:gd name="G0" fmla="*/ 40 1 2"/>
              <a:gd name="G1" fmla="*/ 1 48365 11520"/>
              <a:gd name="G2" fmla="*/ G1 32767 1"/>
              <a:gd name="G3" fmla="*/ G2 1 32767"/>
              <a:gd name="G4" fmla="cos G0 G3"/>
              <a:gd name="G5" fmla="*/ 40 1 2"/>
              <a:gd name="G6" fmla="*/ 1 48365 11520"/>
              <a:gd name="G7" fmla="*/ G6 32767 1"/>
              <a:gd name="G8" fmla="*/ G7 1 32767"/>
              <a:gd name="G9" fmla="sin G5 G8"/>
              <a:gd name="G10" fmla="*/ 40 1 2"/>
              <a:gd name="G11" fmla="+- G10 0 G4"/>
              <a:gd name="G12" fmla="+- G10 G4 0"/>
              <a:gd name="G13" fmla="+- G12 0 0"/>
              <a:gd name="G14" fmla="*/ 40 1 2"/>
              <a:gd name="G15" fmla="+- G14 0 G9"/>
              <a:gd name="G16" fmla="+- G14 G9 0"/>
              <a:gd name="G17" fmla="+- G16 0 0"/>
              <a:gd name="G18" fmla="+- 40 0 0"/>
              <a:gd name="G19" fmla="+- 40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4" name="AutoShape 412">
            <a:extLst>
              <a:ext uri="{FF2B5EF4-FFF2-40B4-BE49-F238E27FC236}">
                <a16:creationId xmlns:a16="http://schemas.microsoft.com/office/drawing/2014/main" id="{62D4E811-1D6A-D4B8-FECB-758448CF8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4038" y="249238"/>
            <a:ext cx="19050" cy="19050"/>
          </a:xfrm>
          <a:custGeom>
            <a:avLst/>
            <a:gdLst>
              <a:gd name="G0" fmla="*/ 55 1 2"/>
              <a:gd name="G1" fmla="*/ 1 48365 11520"/>
              <a:gd name="G2" fmla="*/ G1 32767 1"/>
              <a:gd name="G3" fmla="*/ G2 1 32767"/>
              <a:gd name="G4" fmla="cos G0 G3"/>
              <a:gd name="G5" fmla="*/ 55 1 2"/>
              <a:gd name="G6" fmla="*/ 1 48365 11520"/>
              <a:gd name="G7" fmla="*/ G6 32767 1"/>
              <a:gd name="G8" fmla="*/ G7 1 32767"/>
              <a:gd name="G9" fmla="sin G5 G8"/>
              <a:gd name="G10" fmla="*/ 55 1 2"/>
              <a:gd name="G11" fmla="+- G10 0 G4"/>
              <a:gd name="G12" fmla="+- G10 G4 0"/>
              <a:gd name="G13" fmla="+- G12 0 0"/>
              <a:gd name="G14" fmla="*/ 55 1 2"/>
              <a:gd name="G15" fmla="+- G14 0 G9"/>
              <a:gd name="G16" fmla="+- G14 G9 0"/>
              <a:gd name="G17" fmla="+- G16 0 0"/>
              <a:gd name="G18" fmla="+- 55 0 0"/>
              <a:gd name="G19" fmla="+- 5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5" name="AutoShape 413">
            <a:extLst>
              <a:ext uri="{FF2B5EF4-FFF2-40B4-BE49-F238E27FC236}">
                <a16:creationId xmlns:a16="http://schemas.microsoft.com/office/drawing/2014/main" id="{F6F08716-67D0-CC1D-93DE-22C968449A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9288" y="3195638"/>
            <a:ext cx="25400" cy="25400"/>
          </a:xfrm>
          <a:custGeom>
            <a:avLst/>
            <a:gdLst>
              <a:gd name="G0" fmla="*/ 73 1 2"/>
              <a:gd name="G1" fmla="*/ 1 48365 11520"/>
              <a:gd name="G2" fmla="*/ G1 32767 1"/>
              <a:gd name="G3" fmla="*/ G2 1 32767"/>
              <a:gd name="G4" fmla="cos G0 G3"/>
              <a:gd name="G5" fmla="*/ 73 1 2"/>
              <a:gd name="G6" fmla="*/ 1 48365 11520"/>
              <a:gd name="G7" fmla="*/ G6 32767 1"/>
              <a:gd name="G8" fmla="*/ G7 1 32767"/>
              <a:gd name="G9" fmla="sin G5 G8"/>
              <a:gd name="G10" fmla="*/ 73 1 2"/>
              <a:gd name="G11" fmla="+- G10 0 G4"/>
              <a:gd name="G12" fmla="+- G10 G4 0"/>
              <a:gd name="G13" fmla="+- G12 0 0"/>
              <a:gd name="G14" fmla="*/ 73 1 2"/>
              <a:gd name="G15" fmla="+- G14 0 G9"/>
              <a:gd name="G16" fmla="+- G14 G9 0"/>
              <a:gd name="G17" fmla="+- G16 0 0"/>
              <a:gd name="G18" fmla="+- 73 0 0"/>
              <a:gd name="G19" fmla="+- 7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7"/>
                </a:moveTo>
                <a:lnTo>
                  <a:pt x="37" y="37"/>
                </a:lnTo>
                <a:lnTo>
                  <a:pt x="180" y="90"/>
                </a:lnTo>
                <a:lnTo>
                  <a:pt x="37" y="37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6" name="AutoShape 414">
            <a:extLst>
              <a:ext uri="{FF2B5EF4-FFF2-40B4-BE49-F238E27FC236}">
                <a16:creationId xmlns:a16="http://schemas.microsoft.com/office/drawing/2014/main" id="{B587AD06-D95A-C855-59F1-24EA006EC6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6118225"/>
            <a:ext cx="23812" cy="23813"/>
          </a:xfrm>
          <a:custGeom>
            <a:avLst/>
            <a:gdLst>
              <a:gd name="G0" fmla="*/ 67 1 2"/>
              <a:gd name="G1" fmla="*/ 1 48365 11520"/>
              <a:gd name="G2" fmla="*/ G1 32767 1"/>
              <a:gd name="G3" fmla="*/ G2 1 32767"/>
              <a:gd name="G4" fmla="cos G0 G3"/>
              <a:gd name="G5" fmla="*/ 67 1 2"/>
              <a:gd name="G6" fmla="*/ 1 48365 11520"/>
              <a:gd name="G7" fmla="*/ G6 32767 1"/>
              <a:gd name="G8" fmla="*/ G7 1 32767"/>
              <a:gd name="G9" fmla="sin G5 G8"/>
              <a:gd name="G10" fmla="*/ 67 1 2"/>
              <a:gd name="G11" fmla="+- G10 0 G4"/>
              <a:gd name="G12" fmla="+- G10 G4 0"/>
              <a:gd name="G13" fmla="+- G12 0 0"/>
              <a:gd name="G14" fmla="*/ 67 1 2"/>
              <a:gd name="G15" fmla="+- G14 0 G9"/>
              <a:gd name="G16" fmla="+- G14 G9 0"/>
              <a:gd name="G17" fmla="+- G16 0 0"/>
              <a:gd name="G18" fmla="+- 67 0 0"/>
              <a:gd name="G19" fmla="+- 67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4"/>
                </a:moveTo>
                <a:lnTo>
                  <a:pt x="34" y="34"/>
                </a:lnTo>
                <a:lnTo>
                  <a:pt x="180" y="90"/>
                </a:lnTo>
                <a:lnTo>
                  <a:pt x="34" y="3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7" name="AutoShape 415">
            <a:extLst>
              <a:ext uri="{FF2B5EF4-FFF2-40B4-BE49-F238E27FC236}">
                <a16:creationId xmlns:a16="http://schemas.microsoft.com/office/drawing/2014/main" id="{BF9F6109-1B4D-85FC-C956-F2DE79ED62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2013" y="3151188"/>
            <a:ext cx="19050" cy="19050"/>
          </a:xfrm>
          <a:custGeom>
            <a:avLst/>
            <a:gdLst>
              <a:gd name="G0" fmla="*/ 56 1 2"/>
              <a:gd name="G1" fmla="*/ 1 48365 11520"/>
              <a:gd name="G2" fmla="*/ G1 32767 1"/>
              <a:gd name="G3" fmla="*/ G2 1 32767"/>
              <a:gd name="G4" fmla="cos G0 G3"/>
              <a:gd name="G5" fmla="*/ 56 1 2"/>
              <a:gd name="G6" fmla="*/ 1 48365 11520"/>
              <a:gd name="G7" fmla="*/ G6 32767 1"/>
              <a:gd name="G8" fmla="*/ G7 1 32767"/>
              <a:gd name="G9" fmla="sin G5 G8"/>
              <a:gd name="G10" fmla="*/ 56 1 2"/>
              <a:gd name="G11" fmla="+- G10 0 G4"/>
              <a:gd name="G12" fmla="+- G10 G4 0"/>
              <a:gd name="G13" fmla="+- G12 0 0"/>
              <a:gd name="G14" fmla="*/ 56 1 2"/>
              <a:gd name="G15" fmla="+- G14 0 G9"/>
              <a:gd name="G16" fmla="+- G14 G9 0"/>
              <a:gd name="G17" fmla="+- G16 0 0"/>
              <a:gd name="G18" fmla="+- 56 0 0"/>
              <a:gd name="G19" fmla="+- 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"/>
                </a:moveTo>
                <a:lnTo>
                  <a:pt x="28" y="28"/>
                </a:lnTo>
                <a:lnTo>
                  <a:pt x="180" y="90"/>
                </a:lnTo>
                <a:lnTo>
                  <a:pt x="28" y="28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8" name="AutoShape 416">
            <a:extLst>
              <a:ext uri="{FF2B5EF4-FFF2-40B4-BE49-F238E27FC236}">
                <a16:creationId xmlns:a16="http://schemas.microsoft.com/office/drawing/2014/main" id="{ABDCECD6-7ABF-378D-9371-FFDF99521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7575" y="8542338"/>
            <a:ext cx="20638" cy="20637"/>
          </a:xfrm>
          <a:custGeom>
            <a:avLst/>
            <a:gdLst>
              <a:gd name="G0" fmla="*/ 58 1 2"/>
              <a:gd name="G1" fmla="*/ 1 48365 11520"/>
              <a:gd name="G2" fmla="*/ G1 32767 1"/>
              <a:gd name="G3" fmla="*/ G2 1 32767"/>
              <a:gd name="G4" fmla="cos G0 G3"/>
              <a:gd name="G5" fmla="*/ 58 1 2"/>
              <a:gd name="G6" fmla="*/ 1 48365 11520"/>
              <a:gd name="G7" fmla="*/ G6 32767 1"/>
              <a:gd name="G8" fmla="*/ G7 1 32767"/>
              <a:gd name="G9" fmla="sin G5 G8"/>
              <a:gd name="G10" fmla="*/ 58 1 2"/>
              <a:gd name="G11" fmla="+- G10 0 G4"/>
              <a:gd name="G12" fmla="+- G10 G4 0"/>
              <a:gd name="G13" fmla="+- G12 0 0"/>
              <a:gd name="G14" fmla="*/ 58 1 2"/>
              <a:gd name="G15" fmla="+- G14 0 G9"/>
              <a:gd name="G16" fmla="+- G14 G9 0"/>
              <a:gd name="G17" fmla="+- G16 0 0"/>
              <a:gd name="G18" fmla="+- 58 0 0"/>
              <a:gd name="G19" fmla="+- 5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9"/>
                </a:moveTo>
                <a:lnTo>
                  <a:pt x="29" y="29"/>
                </a:lnTo>
                <a:lnTo>
                  <a:pt x="180" y="90"/>
                </a:lnTo>
                <a:lnTo>
                  <a:pt x="29" y="29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89" name="AutoShape 417">
            <a:extLst>
              <a:ext uri="{FF2B5EF4-FFF2-40B4-BE49-F238E27FC236}">
                <a16:creationId xmlns:a16="http://schemas.microsoft.com/office/drawing/2014/main" id="{F3DBFD7C-21EC-6065-A63A-B0896F5323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3088" y="6365875"/>
            <a:ext cx="17462" cy="17463"/>
          </a:xfrm>
          <a:custGeom>
            <a:avLst/>
            <a:gdLst>
              <a:gd name="G0" fmla="*/ 48 1 2"/>
              <a:gd name="G1" fmla="*/ 1 48365 11520"/>
              <a:gd name="G2" fmla="*/ G1 32767 1"/>
              <a:gd name="G3" fmla="*/ G2 1 32767"/>
              <a:gd name="G4" fmla="cos G0 G3"/>
              <a:gd name="G5" fmla="*/ 48 1 2"/>
              <a:gd name="G6" fmla="*/ 1 48365 11520"/>
              <a:gd name="G7" fmla="*/ G6 32767 1"/>
              <a:gd name="G8" fmla="*/ G7 1 32767"/>
              <a:gd name="G9" fmla="sin G5 G8"/>
              <a:gd name="G10" fmla="*/ 48 1 2"/>
              <a:gd name="G11" fmla="+- G10 0 G4"/>
              <a:gd name="G12" fmla="+- G10 G4 0"/>
              <a:gd name="G13" fmla="+- G12 0 0"/>
              <a:gd name="G14" fmla="*/ 48 1 2"/>
              <a:gd name="G15" fmla="+- G14 0 G9"/>
              <a:gd name="G16" fmla="+- G14 G9 0"/>
              <a:gd name="G17" fmla="+- G16 0 0"/>
              <a:gd name="G18" fmla="+- 48 0 0"/>
              <a:gd name="G19" fmla="+- 4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4"/>
                </a:moveTo>
                <a:lnTo>
                  <a:pt x="24" y="24"/>
                </a:lnTo>
                <a:lnTo>
                  <a:pt x="180" y="90"/>
                </a:lnTo>
                <a:lnTo>
                  <a:pt x="24" y="24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90" name="AutoShape 418">
            <a:extLst>
              <a:ext uri="{FF2B5EF4-FFF2-40B4-BE49-F238E27FC236}">
                <a16:creationId xmlns:a16="http://schemas.microsoft.com/office/drawing/2014/main" id="{56D9CB7C-5B28-4698-49BD-18713B98E5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8775" y="812800"/>
            <a:ext cx="15875" cy="15875"/>
          </a:xfrm>
          <a:custGeom>
            <a:avLst/>
            <a:gdLst>
              <a:gd name="G0" fmla="*/ 44 1 2"/>
              <a:gd name="G1" fmla="*/ 1 48365 11520"/>
              <a:gd name="G2" fmla="*/ G1 32767 1"/>
              <a:gd name="G3" fmla="*/ G2 1 32767"/>
              <a:gd name="G4" fmla="cos G0 G3"/>
              <a:gd name="G5" fmla="*/ 44 1 2"/>
              <a:gd name="G6" fmla="*/ 1 48365 11520"/>
              <a:gd name="G7" fmla="*/ G6 32767 1"/>
              <a:gd name="G8" fmla="*/ G7 1 32767"/>
              <a:gd name="G9" fmla="sin G5 G8"/>
              <a:gd name="G10" fmla="*/ 44 1 2"/>
              <a:gd name="G11" fmla="+- G10 0 G4"/>
              <a:gd name="G12" fmla="+- G10 G4 0"/>
              <a:gd name="G13" fmla="+- G12 0 0"/>
              <a:gd name="G14" fmla="*/ 44 1 2"/>
              <a:gd name="G15" fmla="+- G14 0 G9"/>
              <a:gd name="G16" fmla="+- G14 G9 0"/>
              <a:gd name="G17" fmla="+- G16 0 0"/>
              <a:gd name="G18" fmla="+- 44 0 0"/>
              <a:gd name="G19" fmla="+- 4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2"/>
                </a:moveTo>
                <a:lnTo>
                  <a:pt x="22" y="22"/>
                </a:lnTo>
                <a:lnTo>
                  <a:pt x="180" y="90"/>
                </a:lnTo>
                <a:lnTo>
                  <a:pt x="22" y="2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91" name="AutoShape 419">
            <a:extLst>
              <a:ext uri="{FF2B5EF4-FFF2-40B4-BE49-F238E27FC236}">
                <a16:creationId xmlns:a16="http://schemas.microsoft.com/office/drawing/2014/main" id="{D65DA3A4-1673-C3CE-BF1A-43F334AC6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7113" y="6134100"/>
            <a:ext cx="23812" cy="23813"/>
          </a:xfrm>
          <a:custGeom>
            <a:avLst/>
            <a:gdLst>
              <a:gd name="G0" fmla="*/ 65 1 2"/>
              <a:gd name="G1" fmla="*/ 1 48365 11520"/>
              <a:gd name="G2" fmla="*/ G1 32767 1"/>
              <a:gd name="G3" fmla="*/ G2 1 32767"/>
              <a:gd name="G4" fmla="cos G0 G3"/>
              <a:gd name="G5" fmla="*/ 65 1 2"/>
              <a:gd name="G6" fmla="*/ 1 48365 11520"/>
              <a:gd name="G7" fmla="*/ G6 32767 1"/>
              <a:gd name="G8" fmla="*/ G7 1 32767"/>
              <a:gd name="G9" fmla="sin G5 G8"/>
              <a:gd name="G10" fmla="*/ 65 1 2"/>
              <a:gd name="G11" fmla="+- G10 0 G4"/>
              <a:gd name="G12" fmla="+- G10 G4 0"/>
              <a:gd name="G13" fmla="+- G12 0 0"/>
              <a:gd name="G14" fmla="*/ 65 1 2"/>
              <a:gd name="G15" fmla="+- G14 0 G9"/>
              <a:gd name="G16" fmla="+- G14 G9 0"/>
              <a:gd name="G17" fmla="+- G16 0 0"/>
              <a:gd name="G18" fmla="+- 65 0 0"/>
              <a:gd name="G19" fmla="+- 65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3"/>
                </a:moveTo>
                <a:lnTo>
                  <a:pt x="33" y="33"/>
                </a:lnTo>
                <a:lnTo>
                  <a:pt x="180" y="90"/>
                </a:lnTo>
                <a:lnTo>
                  <a:pt x="33" y="33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92" name="AutoShape 420">
            <a:extLst>
              <a:ext uri="{FF2B5EF4-FFF2-40B4-BE49-F238E27FC236}">
                <a16:creationId xmlns:a16="http://schemas.microsoft.com/office/drawing/2014/main" id="{63C32FDA-579F-8CB1-2071-6AB876985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8325" y="6402388"/>
            <a:ext cx="14288" cy="14287"/>
          </a:xfrm>
          <a:custGeom>
            <a:avLst/>
            <a:gdLst>
              <a:gd name="G0" fmla="*/ 39 1 2"/>
              <a:gd name="G1" fmla="*/ 1 48365 11520"/>
              <a:gd name="G2" fmla="*/ G1 32767 1"/>
              <a:gd name="G3" fmla="*/ G2 1 32767"/>
              <a:gd name="G4" fmla="cos G0 G3"/>
              <a:gd name="G5" fmla="*/ 39 1 2"/>
              <a:gd name="G6" fmla="*/ 1 48365 11520"/>
              <a:gd name="G7" fmla="*/ G6 32767 1"/>
              <a:gd name="G8" fmla="*/ G7 1 32767"/>
              <a:gd name="G9" fmla="sin G5 G8"/>
              <a:gd name="G10" fmla="*/ 39 1 2"/>
              <a:gd name="G11" fmla="+- G10 0 G4"/>
              <a:gd name="G12" fmla="+- G10 G4 0"/>
              <a:gd name="G13" fmla="+- G12 0 0"/>
              <a:gd name="G14" fmla="*/ 39 1 2"/>
              <a:gd name="G15" fmla="+- G14 0 G9"/>
              <a:gd name="G16" fmla="+- G14 G9 0"/>
              <a:gd name="G17" fmla="+- G16 0 0"/>
              <a:gd name="G18" fmla="+- 39 0 0"/>
              <a:gd name="G19" fmla="+- 3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0"/>
                </a:moveTo>
                <a:lnTo>
                  <a:pt x="20" y="20"/>
                </a:lnTo>
                <a:lnTo>
                  <a:pt x="180" y="90"/>
                </a:lnTo>
                <a:lnTo>
                  <a:pt x="20" y="20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>
              <a:alpha val="7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93" name="Line 421">
            <a:extLst>
              <a:ext uri="{FF2B5EF4-FFF2-40B4-BE49-F238E27FC236}">
                <a16:creationId xmlns:a16="http://schemas.microsoft.com/office/drawing/2014/main" id="{7A770A62-DBF8-A65B-5F8A-2153D8982A5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00" y="320675"/>
            <a:ext cx="512763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494" name="Line 422">
            <a:extLst>
              <a:ext uri="{FF2B5EF4-FFF2-40B4-BE49-F238E27FC236}">
                <a16:creationId xmlns:a16="http://schemas.microsoft.com/office/drawing/2014/main" id="{1633CA5A-6F66-9F80-FDE3-E3E1F6E6750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675" y="63500"/>
            <a:ext cx="1588" cy="512763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495" name="AutoShape 423">
            <a:extLst>
              <a:ext uri="{FF2B5EF4-FFF2-40B4-BE49-F238E27FC236}">
                <a16:creationId xmlns:a16="http://schemas.microsoft.com/office/drawing/2014/main" id="{069A4000-3847-A29A-473A-7BC1F7F32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" y="219075"/>
            <a:ext cx="201613" cy="201613"/>
          </a:xfrm>
          <a:custGeom>
            <a:avLst/>
            <a:gdLst>
              <a:gd name="G0" fmla="*/ 559 1 2"/>
              <a:gd name="G1" fmla="*/ 1 48365 11520"/>
              <a:gd name="G2" fmla="*/ G1 32767 1"/>
              <a:gd name="G3" fmla="*/ G2 1 32767"/>
              <a:gd name="G4" fmla="cos G0 G3"/>
              <a:gd name="G5" fmla="*/ 559 1 2"/>
              <a:gd name="G6" fmla="*/ 1 48365 11520"/>
              <a:gd name="G7" fmla="*/ G6 32767 1"/>
              <a:gd name="G8" fmla="*/ G7 1 32767"/>
              <a:gd name="G9" fmla="sin G5 G8"/>
              <a:gd name="G10" fmla="*/ 559 1 2"/>
              <a:gd name="G11" fmla="+- G10 0 G4"/>
              <a:gd name="G12" fmla="+- G10 G4 0"/>
              <a:gd name="G13" fmla="+- G12 0 0"/>
              <a:gd name="G14" fmla="*/ 559 1 2"/>
              <a:gd name="G15" fmla="+- G14 0 G9"/>
              <a:gd name="G16" fmla="+- G14 G9 0"/>
              <a:gd name="G17" fmla="+- G16 0 0"/>
              <a:gd name="G18" fmla="+- 559 0 0"/>
              <a:gd name="G19" fmla="+- 5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0"/>
                </a:moveTo>
                <a:lnTo>
                  <a:pt x="280" y="280"/>
                </a:lnTo>
                <a:lnTo>
                  <a:pt x="180" y="90"/>
                </a:lnTo>
                <a:lnTo>
                  <a:pt x="280" y="280"/>
                </a:lnTo>
                <a:lnTo>
                  <a:pt x="270" y="90"/>
                </a:lnTo>
                <a:close/>
              </a:path>
            </a:pathLst>
          </a:cu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96" name="Line 424">
            <a:extLst>
              <a:ext uri="{FF2B5EF4-FFF2-40B4-BE49-F238E27FC236}">
                <a16:creationId xmlns:a16="http://schemas.microsoft.com/office/drawing/2014/main" id="{E70B11F1-E3A5-F110-C862-BFC2EF07CA23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7538" y="320675"/>
            <a:ext cx="512762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497" name="Line 425">
            <a:extLst>
              <a:ext uri="{FF2B5EF4-FFF2-40B4-BE49-F238E27FC236}">
                <a16:creationId xmlns:a16="http://schemas.microsoft.com/office/drawing/2014/main" id="{4DCE7C2D-8D0C-7109-9C15-ECBDF5B05B7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23125" y="63500"/>
            <a:ext cx="1588" cy="512763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498" name="AutoShape 426">
            <a:extLst>
              <a:ext uri="{FF2B5EF4-FFF2-40B4-BE49-F238E27FC236}">
                <a16:creationId xmlns:a16="http://schemas.microsoft.com/office/drawing/2014/main" id="{DC2F24A6-7BD8-4C6E-7549-7287356CE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113" y="219075"/>
            <a:ext cx="201612" cy="201613"/>
          </a:xfrm>
          <a:custGeom>
            <a:avLst/>
            <a:gdLst>
              <a:gd name="G0" fmla="*/ 559 1 2"/>
              <a:gd name="G1" fmla="*/ 1 48365 11520"/>
              <a:gd name="G2" fmla="*/ G1 32767 1"/>
              <a:gd name="G3" fmla="*/ G2 1 32767"/>
              <a:gd name="G4" fmla="cos G0 G3"/>
              <a:gd name="G5" fmla="*/ 559 1 2"/>
              <a:gd name="G6" fmla="*/ 1 48365 11520"/>
              <a:gd name="G7" fmla="*/ G6 32767 1"/>
              <a:gd name="G8" fmla="*/ G7 1 32767"/>
              <a:gd name="G9" fmla="sin G5 G8"/>
              <a:gd name="G10" fmla="*/ 559 1 2"/>
              <a:gd name="G11" fmla="+- G10 0 G4"/>
              <a:gd name="G12" fmla="+- G10 G4 0"/>
              <a:gd name="G13" fmla="+- G12 0 0"/>
              <a:gd name="G14" fmla="*/ 559 1 2"/>
              <a:gd name="G15" fmla="+- G14 0 G9"/>
              <a:gd name="G16" fmla="+- G14 G9 0"/>
              <a:gd name="G17" fmla="+- G16 0 0"/>
              <a:gd name="G18" fmla="+- 559 0 0"/>
              <a:gd name="G19" fmla="+- 5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0"/>
                </a:moveTo>
                <a:lnTo>
                  <a:pt x="280" y="280"/>
                </a:lnTo>
                <a:lnTo>
                  <a:pt x="180" y="90"/>
                </a:lnTo>
                <a:lnTo>
                  <a:pt x="280" y="280"/>
                </a:lnTo>
                <a:lnTo>
                  <a:pt x="270" y="90"/>
                </a:lnTo>
                <a:close/>
              </a:path>
            </a:pathLst>
          </a:cu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499" name="Line 427">
            <a:extLst>
              <a:ext uri="{FF2B5EF4-FFF2-40B4-BE49-F238E27FC236}">
                <a16:creationId xmlns:a16="http://schemas.microsoft.com/office/drawing/2014/main" id="{278E8BF6-2087-34B1-FD65-C48591936570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00" y="9737725"/>
            <a:ext cx="512763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00" name="Line 428">
            <a:extLst>
              <a:ext uri="{FF2B5EF4-FFF2-40B4-BE49-F238E27FC236}">
                <a16:creationId xmlns:a16="http://schemas.microsoft.com/office/drawing/2014/main" id="{3BD03162-C5E3-3CE9-9209-45FD832F1F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675" y="9482138"/>
            <a:ext cx="1588" cy="512762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01" name="AutoShape 429">
            <a:extLst>
              <a:ext uri="{FF2B5EF4-FFF2-40B4-BE49-F238E27FC236}">
                <a16:creationId xmlns:a16="http://schemas.microsoft.com/office/drawing/2014/main" id="{CB71C65D-42E5-274E-1A38-944889F412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" y="9637713"/>
            <a:ext cx="201613" cy="201612"/>
          </a:xfrm>
          <a:custGeom>
            <a:avLst/>
            <a:gdLst>
              <a:gd name="G0" fmla="*/ 559 1 2"/>
              <a:gd name="G1" fmla="*/ 1 48365 11520"/>
              <a:gd name="G2" fmla="*/ G1 32767 1"/>
              <a:gd name="G3" fmla="*/ G2 1 32767"/>
              <a:gd name="G4" fmla="cos G0 G3"/>
              <a:gd name="G5" fmla="*/ 559 1 2"/>
              <a:gd name="G6" fmla="*/ 1 48365 11520"/>
              <a:gd name="G7" fmla="*/ G6 32767 1"/>
              <a:gd name="G8" fmla="*/ G7 1 32767"/>
              <a:gd name="G9" fmla="sin G5 G8"/>
              <a:gd name="G10" fmla="*/ 559 1 2"/>
              <a:gd name="G11" fmla="+- G10 0 G4"/>
              <a:gd name="G12" fmla="+- G10 G4 0"/>
              <a:gd name="G13" fmla="+- G12 0 0"/>
              <a:gd name="G14" fmla="*/ 559 1 2"/>
              <a:gd name="G15" fmla="+- G14 0 G9"/>
              <a:gd name="G16" fmla="+- G14 G9 0"/>
              <a:gd name="G17" fmla="+- G16 0 0"/>
              <a:gd name="G18" fmla="+- 559 0 0"/>
              <a:gd name="G19" fmla="+- 5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0"/>
                </a:moveTo>
                <a:lnTo>
                  <a:pt x="280" y="280"/>
                </a:lnTo>
                <a:lnTo>
                  <a:pt x="180" y="90"/>
                </a:lnTo>
                <a:lnTo>
                  <a:pt x="280" y="280"/>
                </a:lnTo>
                <a:lnTo>
                  <a:pt x="270" y="90"/>
                </a:lnTo>
                <a:close/>
              </a:path>
            </a:pathLst>
          </a:cu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02" name="Line 430">
            <a:extLst>
              <a:ext uri="{FF2B5EF4-FFF2-40B4-BE49-F238E27FC236}">
                <a16:creationId xmlns:a16="http://schemas.microsoft.com/office/drawing/2014/main" id="{60CE689D-2F8F-2100-E65B-0548006BB35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7538" y="9737725"/>
            <a:ext cx="512762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03" name="Line 431">
            <a:extLst>
              <a:ext uri="{FF2B5EF4-FFF2-40B4-BE49-F238E27FC236}">
                <a16:creationId xmlns:a16="http://schemas.microsoft.com/office/drawing/2014/main" id="{4C79497E-CA4C-2C7A-8814-F4766AED697C}"/>
              </a:ext>
            </a:extLst>
          </p:cNvPr>
          <p:cNvSpPr>
            <a:spLocks noChangeShapeType="1"/>
          </p:cNvSpPr>
          <p:nvPr/>
        </p:nvSpPr>
        <p:spPr bwMode="auto">
          <a:xfrm>
            <a:off x="7223125" y="9482138"/>
            <a:ext cx="1588" cy="512762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04" name="AutoShape 432">
            <a:extLst>
              <a:ext uri="{FF2B5EF4-FFF2-40B4-BE49-F238E27FC236}">
                <a16:creationId xmlns:a16="http://schemas.microsoft.com/office/drawing/2014/main" id="{E7393413-AA81-5860-286A-132694348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113" y="9637713"/>
            <a:ext cx="201612" cy="201612"/>
          </a:xfrm>
          <a:custGeom>
            <a:avLst/>
            <a:gdLst>
              <a:gd name="G0" fmla="*/ 559 1 2"/>
              <a:gd name="G1" fmla="*/ 1 48365 11520"/>
              <a:gd name="G2" fmla="*/ G1 32767 1"/>
              <a:gd name="G3" fmla="*/ G2 1 32767"/>
              <a:gd name="G4" fmla="cos G0 G3"/>
              <a:gd name="G5" fmla="*/ 559 1 2"/>
              <a:gd name="G6" fmla="*/ 1 48365 11520"/>
              <a:gd name="G7" fmla="*/ G6 32767 1"/>
              <a:gd name="G8" fmla="*/ G7 1 32767"/>
              <a:gd name="G9" fmla="sin G5 G8"/>
              <a:gd name="G10" fmla="*/ 559 1 2"/>
              <a:gd name="G11" fmla="+- G10 0 G4"/>
              <a:gd name="G12" fmla="+- G10 G4 0"/>
              <a:gd name="G13" fmla="+- G12 0 0"/>
              <a:gd name="G14" fmla="*/ 559 1 2"/>
              <a:gd name="G15" fmla="+- G14 0 G9"/>
              <a:gd name="G16" fmla="+- G14 G9 0"/>
              <a:gd name="G17" fmla="+- G16 0 0"/>
              <a:gd name="G18" fmla="+- 559 0 0"/>
              <a:gd name="G19" fmla="+- 559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280"/>
                </a:moveTo>
                <a:lnTo>
                  <a:pt x="280" y="280"/>
                </a:lnTo>
                <a:lnTo>
                  <a:pt x="180" y="90"/>
                </a:lnTo>
                <a:lnTo>
                  <a:pt x="280" y="280"/>
                </a:lnTo>
                <a:lnTo>
                  <a:pt x="270" y="90"/>
                </a:lnTo>
                <a:close/>
              </a:path>
            </a:pathLst>
          </a:cu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05" name="Rectangle 433">
            <a:extLst>
              <a:ext uri="{FF2B5EF4-FFF2-40B4-BE49-F238E27FC236}">
                <a16:creationId xmlns:a16="http://schemas.microsoft.com/office/drawing/2014/main" id="{302DA05D-FD1D-C73D-DDC7-140B9D868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503238"/>
            <a:ext cx="4114800" cy="201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8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DIGITALE IDENTITÄT  /  INFOGRAFIK</a:t>
            </a:r>
          </a:p>
        </p:txBody>
      </p:sp>
      <p:sp>
        <p:nvSpPr>
          <p:cNvPr id="3507" name="Line 435">
            <a:extLst>
              <a:ext uri="{FF2B5EF4-FFF2-40B4-BE49-F238E27FC236}">
                <a16:creationId xmlns:a16="http://schemas.microsoft.com/office/drawing/2014/main" id="{9BBE7451-F598-62D4-B402-5162874C9A88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763" y="749300"/>
            <a:ext cx="6264275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08" name="Rectangle 436">
            <a:extLst>
              <a:ext uri="{FF2B5EF4-FFF2-40B4-BE49-F238E27FC236}">
                <a16:creationId xmlns:a16="http://schemas.microsoft.com/office/drawing/2014/main" id="{2DB9AC5A-D144-1E30-472E-7B7473CED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9275" y="868363"/>
            <a:ext cx="6537325" cy="169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44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Die </a:t>
            </a:r>
            <a:r>
              <a:rPr lang="en-US" altLang="de-DE" sz="5600" b="1" i="1">
                <a:solidFill>
                  <a:srgbClr val="D94F2E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5</a:t>
            </a:r>
            <a:r>
              <a:rPr lang="en-US" altLang="de-DE" sz="44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 Bausteine</a:t>
            </a:r>
            <a:r>
              <a:rPr lang="en-US" altLang="de-DE" sz="4400" b="1" i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 der</a:t>
            </a:r>
          </a:p>
          <a:p>
            <a:pPr hangingPunct="1">
              <a:lnSpc>
                <a:spcPct val="100000"/>
              </a:lnSpc>
            </a:pPr>
            <a:r>
              <a:rPr lang="en-US" altLang="de-DE" sz="44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digitalen </a:t>
            </a:r>
            <a:r>
              <a:rPr lang="en-US" altLang="de-DE" sz="4400" b="1" i="1">
                <a:solidFill>
                  <a:srgbClr val="D94F2E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Identität</a:t>
            </a:r>
          </a:p>
        </p:txBody>
      </p:sp>
      <p:sp>
        <p:nvSpPr>
          <p:cNvPr id="3509" name="Rectangle 437">
            <a:extLst>
              <a:ext uri="{FF2B5EF4-FFF2-40B4-BE49-F238E27FC236}">
                <a16:creationId xmlns:a16="http://schemas.microsoft.com/office/drawing/2014/main" id="{7C9A0553-33F9-BD2D-BD33-BA905B7E6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2514600"/>
            <a:ext cx="6218237" cy="347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100" i="1">
                <a:solidFill>
                  <a:srgbClr val="3A3733"/>
                </a:solidFill>
                <a:latin typeface="Georgia" panose="02040502050405020303" pitchFamily="18" charset="0"/>
              </a:rPr>
              <a:t>Dein digitales Ich - zwischen Profilbild und Netzwerkgraph.</a:t>
            </a:r>
          </a:p>
        </p:txBody>
      </p:sp>
      <p:sp>
        <p:nvSpPr>
          <p:cNvPr id="3510" name="Line 438">
            <a:extLst>
              <a:ext uri="{FF2B5EF4-FFF2-40B4-BE49-F238E27FC236}">
                <a16:creationId xmlns:a16="http://schemas.microsoft.com/office/drawing/2014/main" id="{BD63F0B4-5552-AD25-DCC5-FF2F017D716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763" y="2944813"/>
            <a:ext cx="6264275" cy="1587"/>
          </a:xfrm>
          <a:prstGeom prst="line">
            <a:avLst/>
          </a:prstGeom>
          <a:noFill/>
          <a:ln w="1512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11" name="Rectangle 439">
            <a:extLst>
              <a:ext uri="{FF2B5EF4-FFF2-40B4-BE49-F238E27FC236}">
                <a16:creationId xmlns:a16="http://schemas.microsoft.com/office/drawing/2014/main" id="{44241071-EA15-5430-60B5-5EF2C2B3B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2998788"/>
            <a:ext cx="6262687" cy="201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de-DE" sz="8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FÜNF KAPITEL  ·  01—05</a:t>
            </a:r>
          </a:p>
        </p:txBody>
      </p:sp>
      <p:sp>
        <p:nvSpPr>
          <p:cNvPr id="3512" name="Line 440">
            <a:extLst>
              <a:ext uri="{FF2B5EF4-FFF2-40B4-BE49-F238E27FC236}">
                <a16:creationId xmlns:a16="http://schemas.microsoft.com/office/drawing/2014/main" id="{D63A1C00-4916-0D51-B287-A94BDEC93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763" y="3336925"/>
            <a:ext cx="1965325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13" name="Rectangle 441">
            <a:extLst>
              <a:ext uri="{FF2B5EF4-FFF2-40B4-BE49-F238E27FC236}">
                <a16:creationId xmlns:a16="http://schemas.microsoft.com/office/drawing/2014/main" id="{E0248342-D2D1-1290-808A-7147E656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3409950"/>
            <a:ext cx="11430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5400" b="1" i="1">
                <a:solidFill>
                  <a:srgbClr val="D94F2E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01</a:t>
            </a:r>
          </a:p>
        </p:txBody>
      </p:sp>
      <p:sp>
        <p:nvSpPr>
          <p:cNvPr id="3514" name="Rectangle 442">
            <a:extLst>
              <a:ext uri="{FF2B5EF4-FFF2-40B4-BE49-F238E27FC236}">
                <a16:creationId xmlns:a16="http://schemas.microsoft.com/office/drawing/2014/main" id="{5E9ABBDD-6534-F01C-7C15-7179B689A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3700" y="3502025"/>
            <a:ext cx="941388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7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DAS GESICHT</a:t>
            </a:r>
          </a:p>
        </p:txBody>
      </p:sp>
      <p:sp>
        <p:nvSpPr>
          <p:cNvPr id="3515" name="Rectangle 443">
            <a:extLst>
              <a:ext uri="{FF2B5EF4-FFF2-40B4-BE49-F238E27FC236}">
                <a16:creationId xmlns:a16="http://schemas.microsoft.com/office/drawing/2014/main" id="{44452911-CE52-5687-C2C3-FE5B14177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667125"/>
            <a:ext cx="977900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2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Profilbild</a:t>
            </a:r>
          </a:p>
        </p:txBody>
      </p:sp>
      <p:sp>
        <p:nvSpPr>
          <p:cNvPr id="3516" name="Rectangle 444">
            <a:extLst>
              <a:ext uri="{FF2B5EF4-FFF2-40B4-BE49-F238E27FC236}">
                <a16:creationId xmlns:a16="http://schemas.microsoft.com/office/drawing/2014/main" id="{66D11C35-D044-5506-5FAF-51B8922E4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251325"/>
            <a:ext cx="1417638" cy="1417638"/>
          </a:xfrm>
          <a:prstGeom prst="rect">
            <a:avLst/>
          </a:prstGeom>
          <a:solidFill>
            <a:srgbClr val="F3ECDD"/>
          </a:solidFill>
          <a:ln w="15840" cap="flat">
            <a:solidFill>
              <a:srgbClr val="1F1D1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17" name="Line 445">
            <a:extLst>
              <a:ext uri="{FF2B5EF4-FFF2-40B4-BE49-F238E27FC236}">
                <a16:creationId xmlns:a16="http://schemas.microsoft.com/office/drawing/2014/main" id="{E4E68B27-BA07-733B-C94A-127674D0D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7475" y="4251325"/>
            <a:ext cx="1588" cy="1417638"/>
          </a:xfrm>
          <a:prstGeom prst="line">
            <a:avLst/>
          </a:prstGeom>
          <a:noFill/>
          <a:ln w="6480" cap="flat">
            <a:solidFill>
              <a:srgbClr val="1F1D1B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18" name="Line 446">
            <a:extLst>
              <a:ext uri="{FF2B5EF4-FFF2-40B4-BE49-F238E27FC236}">
                <a16:creationId xmlns:a16="http://schemas.microsoft.com/office/drawing/2014/main" id="{0A2BABD3-157F-A062-008D-3E949E1728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58963" y="4251325"/>
            <a:ext cx="1587" cy="1417638"/>
          </a:xfrm>
          <a:prstGeom prst="line">
            <a:avLst/>
          </a:prstGeom>
          <a:noFill/>
          <a:ln w="6480" cap="flat">
            <a:solidFill>
              <a:srgbClr val="1F1D1B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19" name="Line 447">
            <a:extLst>
              <a:ext uri="{FF2B5EF4-FFF2-40B4-BE49-F238E27FC236}">
                <a16:creationId xmlns:a16="http://schemas.microsoft.com/office/drawing/2014/main" id="{6EE219EA-F33F-2F79-590F-E68297E9878B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4724400"/>
            <a:ext cx="1417638" cy="1588"/>
          </a:xfrm>
          <a:prstGeom prst="line">
            <a:avLst/>
          </a:prstGeom>
          <a:noFill/>
          <a:ln w="6480" cap="flat">
            <a:solidFill>
              <a:srgbClr val="1F1D1B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20" name="Line 448">
            <a:extLst>
              <a:ext uri="{FF2B5EF4-FFF2-40B4-BE49-F238E27FC236}">
                <a16:creationId xmlns:a16="http://schemas.microsoft.com/office/drawing/2014/main" id="{98618642-1D0F-4C50-AB25-BF18DCF8C018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5195888"/>
            <a:ext cx="1417638" cy="1587"/>
          </a:xfrm>
          <a:prstGeom prst="line">
            <a:avLst/>
          </a:prstGeom>
          <a:noFill/>
          <a:ln w="6480" cap="flat">
            <a:solidFill>
              <a:srgbClr val="1F1D1B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21" name="AutoShape 449">
            <a:extLst>
              <a:ext uri="{FF2B5EF4-FFF2-40B4-BE49-F238E27FC236}">
                <a16:creationId xmlns:a16="http://schemas.microsoft.com/office/drawing/2014/main" id="{636EC2A0-2BE2-909B-A3B0-8B763DAF3A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2575" y="4662488"/>
            <a:ext cx="368300" cy="368300"/>
          </a:xfrm>
          <a:custGeom>
            <a:avLst/>
            <a:gdLst>
              <a:gd name="G0" fmla="*/ 1024 1 2"/>
              <a:gd name="G1" fmla="*/ 1 48365 11520"/>
              <a:gd name="G2" fmla="*/ G1 32767 1"/>
              <a:gd name="G3" fmla="*/ G2 1 32767"/>
              <a:gd name="G4" fmla="cos G0 G3"/>
              <a:gd name="G5" fmla="*/ 1024 1 2"/>
              <a:gd name="G6" fmla="*/ 1 48365 11520"/>
              <a:gd name="G7" fmla="*/ G6 32767 1"/>
              <a:gd name="G8" fmla="*/ G7 1 32767"/>
              <a:gd name="G9" fmla="sin G5 G8"/>
              <a:gd name="G10" fmla="*/ 1024 1 2"/>
              <a:gd name="G11" fmla="+- G10 0 G4"/>
              <a:gd name="G12" fmla="+- G10 G4 0"/>
              <a:gd name="G13" fmla="+- G12 0 0"/>
              <a:gd name="G14" fmla="*/ 1024 1 2"/>
              <a:gd name="G15" fmla="+- G14 0 G9"/>
              <a:gd name="G16" fmla="+- G14 G9 0"/>
              <a:gd name="G17" fmla="+- G16 0 0"/>
              <a:gd name="G18" fmla="+- 1024 0 0"/>
              <a:gd name="G19" fmla="+- 1024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512"/>
                </a:moveTo>
                <a:lnTo>
                  <a:pt x="512" y="512"/>
                </a:lnTo>
                <a:lnTo>
                  <a:pt x="180" y="90"/>
                </a:lnTo>
                <a:lnTo>
                  <a:pt x="512" y="512"/>
                </a:lnTo>
                <a:lnTo>
                  <a:pt x="270" y="90"/>
                </a:lnTo>
                <a:close/>
              </a:path>
            </a:pathLst>
          </a:custGeom>
          <a:solidFill>
            <a:srgbClr val="D94F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2" name="AutoShape 450">
            <a:extLst>
              <a:ext uri="{FF2B5EF4-FFF2-40B4-BE49-F238E27FC236}">
                <a16:creationId xmlns:a16="http://schemas.microsoft.com/office/drawing/2014/main" id="{E4C02FFC-94A5-7B37-D4FC-C243013EA5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6988" y="4948238"/>
            <a:ext cx="877887" cy="638175"/>
          </a:xfrm>
          <a:custGeom>
            <a:avLst/>
            <a:gdLst>
              <a:gd name="G0" fmla="*/ 2441 1 2"/>
              <a:gd name="G1" fmla="*/ 1 48365 11520"/>
              <a:gd name="G2" fmla="*/ G1 32767 1"/>
              <a:gd name="G3" fmla="*/ G2 1 32767"/>
              <a:gd name="G4" fmla="cos G0 G3"/>
              <a:gd name="G5" fmla="*/ 1772 1 2"/>
              <a:gd name="G6" fmla="*/ 1 48365 11520"/>
              <a:gd name="G7" fmla="*/ G6 32767 1"/>
              <a:gd name="G8" fmla="*/ G7 1 32767"/>
              <a:gd name="G9" fmla="sin G5 G8"/>
              <a:gd name="G10" fmla="*/ 2441 1 2"/>
              <a:gd name="G11" fmla="+- G10 0 G4"/>
              <a:gd name="G12" fmla="+- G10 G4 0"/>
              <a:gd name="G13" fmla="+- G12 0 0"/>
              <a:gd name="G14" fmla="*/ 1772 1 2"/>
              <a:gd name="G15" fmla="+- G14 0 G9"/>
              <a:gd name="G16" fmla="+- G14 G9 0"/>
              <a:gd name="G17" fmla="+- G16 0 0"/>
              <a:gd name="G18" fmla="+- 1772 0 0"/>
              <a:gd name="G19" fmla="+- 244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86"/>
                </a:moveTo>
                <a:lnTo>
                  <a:pt x="1221" y="886"/>
                </a:lnTo>
                <a:lnTo>
                  <a:pt x="180" y="90"/>
                </a:lnTo>
                <a:lnTo>
                  <a:pt x="1221" y="886"/>
                </a:lnTo>
                <a:lnTo>
                  <a:pt x="270" y="90"/>
                </a:lnTo>
                <a:close/>
              </a:path>
            </a:pathLst>
          </a:custGeom>
          <a:solidFill>
            <a:srgbClr val="D94F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3" name="Rectangle 451">
            <a:extLst>
              <a:ext uri="{FF2B5EF4-FFF2-40B4-BE49-F238E27FC236}">
                <a16:creationId xmlns:a16="http://schemas.microsoft.com/office/drawing/2014/main" id="{11A0C95A-525A-08F2-6199-EB9A32C94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350" y="5668963"/>
            <a:ext cx="1454150" cy="547687"/>
          </a:xfrm>
          <a:prstGeom prst="rect">
            <a:avLst/>
          </a:prstGeom>
          <a:solidFill>
            <a:srgbClr val="F3ECDD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4" name="Rectangle 452">
            <a:extLst>
              <a:ext uri="{FF2B5EF4-FFF2-40B4-BE49-F238E27FC236}">
                <a16:creationId xmlns:a16="http://schemas.microsoft.com/office/drawing/2014/main" id="{B0DA44F2-F351-909F-8BC8-9200EA2AF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251325"/>
            <a:ext cx="1417638" cy="1417638"/>
          </a:xfrm>
          <a:prstGeom prst="rect">
            <a:avLst/>
          </a:prstGeom>
          <a:noFill/>
          <a:ln w="1584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5" name="AutoShape 453">
            <a:extLst>
              <a:ext uri="{FF2B5EF4-FFF2-40B4-BE49-F238E27FC236}">
                <a16:creationId xmlns:a16="http://schemas.microsoft.com/office/drawing/2014/main" id="{8CAE3E04-C223-5CAA-3205-39C1125773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888" y="4214813"/>
            <a:ext cx="73025" cy="73025"/>
          </a:xfrm>
          <a:custGeom>
            <a:avLst/>
            <a:gdLst>
              <a:gd name="G0" fmla="*/ 203 1 2"/>
              <a:gd name="G1" fmla="*/ 1 48365 11520"/>
              <a:gd name="G2" fmla="*/ G1 32767 1"/>
              <a:gd name="G3" fmla="*/ G2 1 32767"/>
              <a:gd name="G4" fmla="cos G0 G3"/>
              <a:gd name="G5" fmla="*/ 203 1 2"/>
              <a:gd name="G6" fmla="*/ 1 48365 11520"/>
              <a:gd name="G7" fmla="*/ G6 32767 1"/>
              <a:gd name="G8" fmla="*/ G7 1 32767"/>
              <a:gd name="G9" fmla="sin G5 G8"/>
              <a:gd name="G10" fmla="*/ 203 1 2"/>
              <a:gd name="G11" fmla="+- G10 0 G4"/>
              <a:gd name="G12" fmla="+- G10 G4 0"/>
              <a:gd name="G13" fmla="+- G12 0 0"/>
              <a:gd name="G14" fmla="*/ 203 1 2"/>
              <a:gd name="G15" fmla="+- G14 0 G9"/>
              <a:gd name="G16" fmla="+- G14 G9 0"/>
              <a:gd name="G17" fmla="+- G16 0 0"/>
              <a:gd name="G18" fmla="+- 203 0 0"/>
              <a:gd name="G19" fmla="+- 20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02"/>
                </a:moveTo>
                <a:lnTo>
                  <a:pt x="102" y="102"/>
                </a:lnTo>
                <a:lnTo>
                  <a:pt x="180" y="90"/>
                </a:lnTo>
                <a:lnTo>
                  <a:pt x="102" y="10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6" name="AutoShape 454">
            <a:extLst>
              <a:ext uri="{FF2B5EF4-FFF2-40B4-BE49-F238E27FC236}">
                <a16:creationId xmlns:a16="http://schemas.microsoft.com/office/drawing/2014/main" id="{0872EF9F-E69A-44F3-CA05-E93B0658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5525" y="4214813"/>
            <a:ext cx="73025" cy="73025"/>
          </a:xfrm>
          <a:custGeom>
            <a:avLst/>
            <a:gdLst>
              <a:gd name="G0" fmla="*/ 203 1 2"/>
              <a:gd name="G1" fmla="*/ 1 48365 11520"/>
              <a:gd name="G2" fmla="*/ G1 32767 1"/>
              <a:gd name="G3" fmla="*/ G2 1 32767"/>
              <a:gd name="G4" fmla="cos G0 G3"/>
              <a:gd name="G5" fmla="*/ 203 1 2"/>
              <a:gd name="G6" fmla="*/ 1 48365 11520"/>
              <a:gd name="G7" fmla="*/ G6 32767 1"/>
              <a:gd name="G8" fmla="*/ G7 1 32767"/>
              <a:gd name="G9" fmla="sin G5 G8"/>
              <a:gd name="G10" fmla="*/ 203 1 2"/>
              <a:gd name="G11" fmla="+- G10 0 G4"/>
              <a:gd name="G12" fmla="+- G10 G4 0"/>
              <a:gd name="G13" fmla="+- G12 0 0"/>
              <a:gd name="G14" fmla="*/ 203 1 2"/>
              <a:gd name="G15" fmla="+- G14 0 G9"/>
              <a:gd name="G16" fmla="+- G14 G9 0"/>
              <a:gd name="G17" fmla="+- G16 0 0"/>
              <a:gd name="G18" fmla="+- 203 0 0"/>
              <a:gd name="G19" fmla="+- 20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02"/>
                </a:moveTo>
                <a:lnTo>
                  <a:pt x="102" y="102"/>
                </a:lnTo>
                <a:lnTo>
                  <a:pt x="180" y="90"/>
                </a:lnTo>
                <a:lnTo>
                  <a:pt x="102" y="10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7" name="AutoShape 455">
            <a:extLst>
              <a:ext uri="{FF2B5EF4-FFF2-40B4-BE49-F238E27FC236}">
                <a16:creationId xmlns:a16="http://schemas.microsoft.com/office/drawing/2014/main" id="{130414C3-41D7-E2C1-9AE7-C7D42BED9E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888" y="5632450"/>
            <a:ext cx="73025" cy="73025"/>
          </a:xfrm>
          <a:custGeom>
            <a:avLst/>
            <a:gdLst>
              <a:gd name="G0" fmla="*/ 203 1 2"/>
              <a:gd name="G1" fmla="*/ 1 48365 11520"/>
              <a:gd name="G2" fmla="*/ G1 32767 1"/>
              <a:gd name="G3" fmla="*/ G2 1 32767"/>
              <a:gd name="G4" fmla="cos G0 G3"/>
              <a:gd name="G5" fmla="*/ 203 1 2"/>
              <a:gd name="G6" fmla="*/ 1 48365 11520"/>
              <a:gd name="G7" fmla="*/ G6 32767 1"/>
              <a:gd name="G8" fmla="*/ G7 1 32767"/>
              <a:gd name="G9" fmla="sin G5 G8"/>
              <a:gd name="G10" fmla="*/ 203 1 2"/>
              <a:gd name="G11" fmla="+- G10 0 G4"/>
              <a:gd name="G12" fmla="+- G10 G4 0"/>
              <a:gd name="G13" fmla="+- G12 0 0"/>
              <a:gd name="G14" fmla="*/ 203 1 2"/>
              <a:gd name="G15" fmla="+- G14 0 G9"/>
              <a:gd name="G16" fmla="+- G14 G9 0"/>
              <a:gd name="G17" fmla="+- G16 0 0"/>
              <a:gd name="G18" fmla="+- 203 0 0"/>
              <a:gd name="G19" fmla="+- 20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02"/>
                </a:moveTo>
                <a:lnTo>
                  <a:pt x="102" y="102"/>
                </a:lnTo>
                <a:lnTo>
                  <a:pt x="180" y="90"/>
                </a:lnTo>
                <a:lnTo>
                  <a:pt x="102" y="10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8" name="AutoShape 456">
            <a:extLst>
              <a:ext uri="{FF2B5EF4-FFF2-40B4-BE49-F238E27FC236}">
                <a16:creationId xmlns:a16="http://schemas.microsoft.com/office/drawing/2014/main" id="{43DD7F84-5E47-FBD1-8976-350E7DF69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5525" y="5632450"/>
            <a:ext cx="73025" cy="73025"/>
          </a:xfrm>
          <a:custGeom>
            <a:avLst/>
            <a:gdLst>
              <a:gd name="G0" fmla="*/ 203 1 2"/>
              <a:gd name="G1" fmla="*/ 1 48365 11520"/>
              <a:gd name="G2" fmla="*/ G1 32767 1"/>
              <a:gd name="G3" fmla="*/ G2 1 32767"/>
              <a:gd name="G4" fmla="cos G0 G3"/>
              <a:gd name="G5" fmla="*/ 203 1 2"/>
              <a:gd name="G6" fmla="*/ 1 48365 11520"/>
              <a:gd name="G7" fmla="*/ G6 32767 1"/>
              <a:gd name="G8" fmla="*/ G7 1 32767"/>
              <a:gd name="G9" fmla="sin G5 G8"/>
              <a:gd name="G10" fmla="*/ 203 1 2"/>
              <a:gd name="G11" fmla="+- G10 0 G4"/>
              <a:gd name="G12" fmla="+- G10 G4 0"/>
              <a:gd name="G13" fmla="+- G12 0 0"/>
              <a:gd name="G14" fmla="*/ 203 1 2"/>
              <a:gd name="G15" fmla="+- G14 0 G9"/>
              <a:gd name="G16" fmla="+- G14 G9 0"/>
              <a:gd name="G17" fmla="+- G16 0 0"/>
              <a:gd name="G18" fmla="+- 203 0 0"/>
              <a:gd name="G19" fmla="+- 203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02"/>
                </a:moveTo>
                <a:lnTo>
                  <a:pt x="102" y="102"/>
                </a:lnTo>
                <a:lnTo>
                  <a:pt x="180" y="90"/>
                </a:lnTo>
                <a:lnTo>
                  <a:pt x="102" y="102"/>
                </a:lnTo>
                <a:lnTo>
                  <a:pt x="270" y="90"/>
                </a:lnTo>
                <a:close/>
              </a:path>
            </a:pathLst>
          </a:custGeom>
          <a:solidFill>
            <a:srgbClr val="1F1D1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29" name="Rectangle 457">
            <a:extLst>
              <a:ext uri="{FF2B5EF4-FFF2-40B4-BE49-F238E27FC236}">
                <a16:creationId xmlns:a16="http://schemas.microsoft.com/office/drawing/2014/main" id="{0C31E95C-ADFE-A363-75BC-17BF4E4BA8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5741988"/>
            <a:ext cx="1965325" cy="639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  <a:spcAft>
                <a:spcPts val="213"/>
              </a:spcAft>
            </a:pPr>
            <a:r>
              <a:rPr lang="en-US" altLang="de-DE" sz="900">
                <a:solidFill>
                  <a:srgbClr val="3A3733"/>
                </a:solidFill>
                <a:latin typeface="Georgia" panose="02040502050405020303" pitchFamily="18" charset="0"/>
              </a:rPr>
              <a:t>Das erste Signal. Ein Eindruck in Millisekunden — zwischen Rastergitter und Silhouette.</a:t>
            </a:r>
          </a:p>
        </p:txBody>
      </p:sp>
      <p:sp>
        <p:nvSpPr>
          <p:cNvPr id="3530" name="Line 458">
            <a:extLst>
              <a:ext uri="{FF2B5EF4-FFF2-40B4-BE49-F238E27FC236}">
                <a16:creationId xmlns:a16="http://schemas.microsoft.com/office/drawing/2014/main" id="{96095A06-3817-C0C3-C0CA-0757105AD4AB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9238" y="3336925"/>
            <a:ext cx="1965325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31" name="Rectangle 459">
            <a:extLst>
              <a:ext uri="{FF2B5EF4-FFF2-40B4-BE49-F238E27FC236}">
                <a16:creationId xmlns:a16="http://schemas.microsoft.com/office/drawing/2014/main" id="{CB501945-D661-FE72-69F2-8D5679902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3409950"/>
            <a:ext cx="11430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5400" b="1" i="1">
                <a:solidFill>
                  <a:srgbClr val="1E2A55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02</a:t>
            </a:r>
          </a:p>
        </p:txBody>
      </p:sp>
      <p:sp>
        <p:nvSpPr>
          <p:cNvPr id="3532" name="Rectangle 460">
            <a:extLst>
              <a:ext uri="{FF2B5EF4-FFF2-40B4-BE49-F238E27FC236}">
                <a16:creationId xmlns:a16="http://schemas.microsoft.com/office/drawing/2014/main" id="{551E13B5-C7CA-5437-ED55-19CB8391B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3175" y="3502025"/>
            <a:ext cx="941388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7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DAS NARRATIV</a:t>
            </a:r>
          </a:p>
        </p:txBody>
      </p:sp>
      <p:sp>
        <p:nvSpPr>
          <p:cNvPr id="3533" name="Rectangle 461">
            <a:extLst>
              <a:ext uri="{FF2B5EF4-FFF2-40B4-BE49-F238E27FC236}">
                <a16:creationId xmlns:a16="http://schemas.microsoft.com/office/drawing/2014/main" id="{53CCB1A2-B8ED-D159-6776-F01A67783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3667125"/>
            <a:ext cx="977900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2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Bio &amp; Text</a:t>
            </a:r>
          </a:p>
        </p:txBody>
      </p:sp>
      <p:sp>
        <p:nvSpPr>
          <p:cNvPr id="3535" name="AutoShape 463">
            <a:extLst>
              <a:ext uri="{FF2B5EF4-FFF2-40B4-BE49-F238E27FC236}">
                <a16:creationId xmlns:a16="http://schemas.microsoft.com/office/drawing/2014/main" id="{BA185EF8-C543-EC66-C30D-EE4EDE6F8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3413" y="4362450"/>
            <a:ext cx="255587" cy="255588"/>
          </a:xfrm>
          <a:custGeom>
            <a:avLst/>
            <a:gdLst>
              <a:gd name="G0" fmla="*/ 711 1 2"/>
              <a:gd name="G1" fmla="*/ 1 48365 11520"/>
              <a:gd name="G2" fmla="*/ G1 32767 1"/>
              <a:gd name="G3" fmla="*/ G2 1 32767"/>
              <a:gd name="G4" fmla="cos G0 G3"/>
              <a:gd name="G5" fmla="*/ 711 1 2"/>
              <a:gd name="G6" fmla="*/ 1 48365 11520"/>
              <a:gd name="G7" fmla="*/ G6 32767 1"/>
              <a:gd name="G8" fmla="*/ G7 1 32767"/>
              <a:gd name="G9" fmla="sin G5 G8"/>
              <a:gd name="G10" fmla="*/ 711 1 2"/>
              <a:gd name="G11" fmla="+- G10 0 G4"/>
              <a:gd name="G12" fmla="+- G10 G4 0"/>
              <a:gd name="G13" fmla="+- G12 0 0"/>
              <a:gd name="G14" fmla="*/ 711 1 2"/>
              <a:gd name="G15" fmla="+- G14 0 G9"/>
              <a:gd name="G16" fmla="+- G14 G9 0"/>
              <a:gd name="G17" fmla="+- G16 0 0"/>
              <a:gd name="G18" fmla="+- 711 0 0"/>
              <a:gd name="G19" fmla="+- 711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356"/>
                </a:moveTo>
                <a:lnTo>
                  <a:pt x="356" y="356"/>
                </a:lnTo>
                <a:lnTo>
                  <a:pt x="180" y="90"/>
                </a:lnTo>
                <a:lnTo>
                  <a:pt x="356" y="356"/>
                </a:lnTo>
                <a:lnTo>
                  <a:pt x="270" y="90"/>
                </a:lnTo>
                <a:close/>
              </a:path>
            </a:pathLst>
          </a:custGeom>
          <a:solidFill>
            <a:srgbClr val="1E2A5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39" name="AutoShape 467">
            <a:extLst>
              <a:ext uri="{FF2B5EF4-FFF2-40B4-BE49-F238E27FC236}">
                <a16:creationId xmlns:a16="http://schemas.microsoft.com/office/drawing/2014/main" id="{164F45E9-0C71-40F6-CC04-AC16838DF0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088" y="4749800"/>
            <a:ext cx="63500" cy="63500"/>
          </a:xfrm>
          <a:custGeom>
            <a:avLst/>
            <a:gdLst>
              <a:gd name="G0" fmla="*/ 178 1 2"/>
              <a:gd name="G1" fmla="*/ 1 48365 11520"/>
              <a:gd name="G2" fmla="*/ G1 32767 1"/>
              <a:gd name="G3" fmla="*/ G2 1 32767"/>
              <a:gd name="G4" fmla="cos G0 G3"/>
              <a:gd name="G5" fmla="*/ 178 1 2"/>
              <a:gd name="G6" fmla="*/ 1 48365 11520"/>
              <a:gd name="G7" fmla="*/ G6 32767 1"/>
              <a:gd name="G8" fmla="*/ G7 1 32767"/>
              <a:gd name="G9" fmla="sin G5 G8"/>
              <a:gd name="G10" fmla="*/ 178 1 2"/>
              <a:gd name="G11" fmla="+- G10 0 G4"/>
              <a:gd name="G12" fmla="+- G10 G4 0"/>
              <a:gd name="G13" fmla="+- G12 0 0"/>
              <a:gd name="G14" fmla="*/ 178 1 2"/>
              <a:gd name="G15" fmla="+- G14 0 G9"/>
              <a:gd name="G16" fmla="+- G14 G9 0"/>
              <a:gd name="G17" fmla="+- G16 0 0"/>
              <a:gd name="G18" fmla="+- 178 0 0"/>
              <a:gd name="G19" fmla="+- 17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9"/>
                </a:moveTo>
                <a:lnTo>
                  <a:pt x="89" y="89"/>
                </a:lnTo>
                <a:lnTo>
                  <a:pt x="180" y="90"/>
                </a:lnTo>
                <a:lnTo>
                  <a:pt x="89" y="89"/>
                </a:lnTo>
                <a:lnTo>
                  <a:pt x="270" y="9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40" name="AutoShape 468">
            <a:extLst>
              <a:ext uri="{FF2B5EF4-FFF2-40B4-BE49-F238E27FC236}">
                <a16:creationId xmlns:a16="http://schemas.microsoft.com/office/drawing/2014/main" id="{A6829A0F-7865-7BCC-9AC7-8651AC494E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7150" y="4749800"/>
            <a:ext cx="63500" cy="63500"/>
          </a:xfrm>
          <a:custGeom>
            <a:avLst/>
            <a:gdLst>
              <a:gd name="G0" fmla="*/ 178 1 2"/>
              <a:gd name="G1" fmla="*/ 1 48365 11520"/>
              <a:gd name="G2" fmla="*/ G1 32767 1"/>
              <a:gd name="G3" fmla="*/ G2 1 32767"/>
              <a:gd name="G4" fmla="cos G0 G3"/>
              <a:gd name="G5" fmla="*/ 178 1 2"/>
              <a:gd name="G6" fmla="*/ 1 48365 11520"/>
              <a:gd name="G7" fmla="*/ G6 32767 1"/>
              <a:gd name="G8" fmla="*/ G7 1 32767"/>
              <a:gd name="G9" fmla="sin G5 G8"/>
              <a:gd name="G10" fmla="*/ 178 1 2"/>
              <a:gd name="G11" fmla="+- G10 0 G4"/>
              <a:gd name="G12" fmla="+- G10 G4 0"/>
              <a:gd name="G13" fmla="+- G12 0 0"/>
              <a:gd name="G14" fmla="*/ 178 1 2"/>
              <a:gd name="G15" fmla="+- G14 0 G9"/>
              <a:gd name="G16" fmla="+- G14 G9 0"/>
              <a:gd name="G17" fmla="+- G16 0 0"/>
              <a:gd name="G18" fmla="+- 178 0 0"/>
              <a:gd name="G19" fmla="+- 178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9"/>
                </a:moveTo>
                <a:lnTo>
                  <a:pt x="89" y="89"/>
                </a:lnTo>
                <a:lnTo>
                  <a:pt x="180" y="90"/>
                </a:lnTo>
                <a:lnTo>
                  <a:pt x="89" y="89"/>
                </a:lnTo>
                <a:lnTo>
                  <a:pt x="270" y="90"/>
                </a:lnTo>
                <a:close/>
              </a:path>
            </a:pathLst>
          </a:custGeom>
          <a:solidFill>
            <a:srgbClr val="D94F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549" name="Rectangle 477">
            <a:extLst>
              <a:ext uri="{FF2B5EF4-FFF2-40B4-BE49-F238E27FC236}">
                <a16:creationId xmlns:a16="http://schemas.microsoft.com/office/drawing/2014/main" id="{4EE40D6B-64A5-9686-1985-599E00927D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9238" y="5741988"/>
            <a:ext cx="1965325" cy="639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  <a:spcAft>
                <a:spcPts val="213"/>
              </a:spcAft>
            </a:pPr>
            <a:r>
              <a:rPr lang="en-US" altLang="de-DE" sz="900">
                <a:solidFill>
                  <a:srgbClr val="3A3733"/>
                </a:solidFill>
                <a:latin typeface="Georgia" panose="02040502050405020303" pitchFamily="18" charset="0"/>
              </a:rPr>
              <a:t>Wer bist du in drei Zeilen? Emojis, Redaktion, geschwärzte Wahrheiten. Sprache als Maske.</a:t>
            </a:r>
          </a:p>
        </p:txBody>
      </p:sp>
      <p:sp>
        <p:nvSpPr>
          <p:cNvPr id="3550" name="Line 478">
            <a:extLst>
              <a:ext uri="{FF2B5EF4-FFF2-40B4-BE49-F238E27FC236}">
                <a16:creationId xmlns:a16="http://schemas.microsoft.com/office/drawing/2014/main" id="{63AD5714-3DD6-0F09-B1ED-38ACF3644D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937125" y="3336925"/>
            <a:ext cx="1965325" cy="1588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51" name="Rectangle 479">
            <a:extLst>
              <a:ext uri="{FF2B5EF4-FFF2-40B4-BE49-F238E27FC236}">
                <a16:creationId xmlns:a16="http://schemas.microsoft.com/office/drawing/2014/main" id="{1F975985-7DCE-1E9D-081E-4B5901D6C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92675" y="3409950"/>
            <a:ext cx="11430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5400" b="1" i="1">
                <a:solidFill>
                  <a:srgbClr val="D4A017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03</a:t>
            </a:r>
          </a:p>
        </p:txBody>
      </p:sp>
      <p:sp>
        <p:nvSpPr>
          <p:cNvPr id="3552" name="Rectangle 480">
            <a:extLst>
              <a:ext uri="{FF2B5EF4-FFF2-40B4-BE49-F238E27FC236}">
                <a16:creationId xmlns:a16="http://schemas.microsoft.com/office/drawing/2014/main" id="{5B69D884-4EC8-424C-68DB-99FF7DF49A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2650" y="3502025"/>
            <a:ext cx="941388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7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DER FEED</a:t>
            </a:r>
          </a:p>
        </p:txBody>
      </p:sp>
      <p:sp>
        <p:nvSpPr>
          <p:cNvPr id="3553" name="Rectangle 481">
            <a:extLst>
              <a:ext uri="{FF2B5EF4-FFF2-40B4-BE49-F238E27FC236}">
                <a16:creationId xmlns:a16="http://schemas.microsoft.com/office/drawing/2014/main" id="{DB340C35-02D2-7492-D9A8-C3423FCA6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4550" y="3667125"/>
            <a:ext cx="977900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2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Inhalte</a:t>
            </a:r>
          </a:p>
        </p:txBody>
      </p:sp>
      <p:sp>
        <p:nvSpPr>
          <p:cNvPr id="3575" name="Rectangle 503">
            <a:extLst>
              <a:ext uri="{FF2B5EF4-FFF2-40B4-BE49-F238E27FC236}">
                <a16:creationId xmlns:a16="http://schemas.microsoft.com/office/drawing/2014/main" id="{DCA761C2-8A27-9EB4-92D0-E85D35B61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7125" y="5741988"/>
            <a:ext cx="1965325" cy="639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  <a:spcAft>
                <a:spcPts val="213"/>
              </a:spcAft>
            </a:pPr>
            <a:r>
              <a:rPr lang="en-US" altLang="de-DE" sz="900">
                <a:solidFill>
                  <a:srgbClr val="3A3733"/>
                </a:solidFill>
                <a:latin typeface="Georgia" panose="02040502050405020303" pitchFamily="18" charset="0"/>
              </a:rPr>
              <a:t>Neun Kacheln, ein Muster. Formen, Farben, Rhythmus — ein kuratiertes Schaufenster.</a:t>
            </a:r>
          </a:p>
        </p:txBody>
      </p:sp>
      <p:sp>
        <p:nvSpPr>
          <p:cNvPr id="3576" name="Line 504">
            <a:extLst>
              <a:ext uri="{FF2B5EF4-FFF2-40B4-BE49-F238E27FC236}">
                <a16:creationId xmlns:a16="http://schemas.microsoft.com/office/drawing/2014/main" id="{BF5A918F-136D-1624-EC21-6081D431572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763" y="6218238"/>
            <a:ext cx="1965325" cy="1587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577" name="Rectangle 505">
            <a:extLst>
              <a:ext uri="{FF2B5EF4-FFF2-40B4-BE49-F238E27FC236}">
                <a16:creationId xmlns:a16="http://schemas.microsoft.com/office/drawing/2014/main" id="{17A933B3-A3CC-412A-B726-E2B0FEDD4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6291263"/>
            <a:ext cx="11430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5400" b="1" i="1">
                <a:solidFill>
                  <a:srgbClr val="5C7A3A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04</a:t>
            </a:r>
          </a:p>
        </p:txBody>
      </p:sp>
      <p:sp>
        <p:nvSpPr>
          <p:cNvPr id="3578" name="Rectangle 506">
            <a:extLst>
              <a:ext uri="{FF2B5EF4-FFF2-40B4-BE49-F238E27FC236}">
                <a16:creationId xmlns:a16="http://schemas.microsoft.com/office/drawing/2014/main" id="{63363860-B636-33A6-D961-D23145EAE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3700" y="6381750"/>
            <a:ext cx="941388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7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RESONANZ</a:t>
            </a:r>
          </a:p>
        </p:txBody>
      </p:sp>
      <p:sp>
        <p:nvSpPr>
          <p:cNvPr id="3579" name="Rectangle 507">
            <a:extLst>
              <a:ext uri="{FF2B5EF4-FFF2-40B4-BE49-F238E27FC236}">
                <a16:creationId xmlns:a16="http://schemas.microsoft.com/office/drawing/2014/main" id="{E5851AA8-DCE3-52D2-D9BF-C4B781973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6546850"/>
            <a:ext cx="977900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2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Interaktion</a:t>
            </a:r>
          </a:p>
        </p:txBody>
      </p:sp>
      <p:sp>
        <p:nvSpPr>
          <p:cNvPr id="3605" name="Rectangle 533">
            <a:extLst>
              <a:ext uri="{FF2B5EF4-FFF2-40B4-BE49-F238E27FC236}">
                <a16:creationId xmlns:a16="http://schemas.microsoft.com/office/drawing/2014/main" id="{9DB587B9-B0BB-E057-C411-B722D00D12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8623300"/>
            <a:ext cx="1965325" cy="639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  <a:spcAft>
                <a:spcPts val="213"/>
              </a:spcAft>
            </a:pPr>
            <a:r>
              <a:rPr lang="en-US" altLang="de-DE" sz="900">
                <a:solidFill>
                  <a:srgbClr val="3A3733"/>
                </a:solidFill>
                <a:latin typeface="Georgia" panose="02040502050405020303" pitchFamily="18" charset="0"/>
              </a:rPr>
              <a:t>Likes, Kommentare, Zeitachsen der Zuneigung. Das Echo im digitalen Raum.</a:t>
            </a:r>
          </a:p>
        </p:txBody>
      </p:sp>
      <p:sp>
        <p:nvSpPr>
          <p:cNvPr id="3606" name="Line 534">
            <a:extLst>
              <a:ext uri="{FF2B5EF4-FFF2-40B4-BE49-F238E27FC236}">
                <a16:creationId xmlns:a16="http://schemas.microsoft.com/office/drawing/2014/main" id="{A4212794-DF8F-8D4F-A4CD-C4DF84CAE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9238" y="6218238"/>
            <a:ext cx="1965325" cy="1587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607" name="Rectangle 535">
            <a:extLst>
              <a:ext uri="{FF2B5EF4-FFF2-40B4-BE49-F238E27FC236}">
                <a16:creationId xmlns:a16="http://schemas.microsoft.com/office/drawing/2014/main" id="{BF0F60B5-9AB7-2056-B116-E9F3F999C3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6291263"/>
            <a:ext cx="11430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5400" b="1" i="1">
                <a:solidFill>
                  <a:srgbClr val="6E2639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05</a:t>
            </a:r>
          </a:p>
        </p:txBody>
      </p:sp>
      <p:sp>
        <p:nvSpPr>
          <p:cNvPr id="3608" name="Rectangle 536">
            <a:extLst>
              <a:ext uri="{FF2B5EF4-FFF2-40B4-BE49-F238E27FC236}">
                <a16:creationId xmlns:a16="http://schemas.microsoft.com/office/drawing/2014/main" id="{2D0549ED-6F2D-F958-5A8A-D965B0931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3175" y="6381750"/>
            <a:ext cx="941388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7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KNOTEN</a:t>
            </a:r>
          </a:p>
        </p:txBody>
      </p:sp>
      <p:sp>
        <p:nvSpPr>
          <p:cNvPr id="3609" name="Rectangle 537">
            <a:extLst>
              <a:ext uri="{FF2B5EF4-FFF2-40B4-BE49-F238E27FC236}">
                <a16:creationId xmlns:a16="http://schemas.microsoft.com/office/drawing/2014/main" id="{B8FD20DC-8B95-35D5-F385-1EC112BE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6546850"/>
            <a:ext cx="977900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2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Netzwerk</a:t>
            </a:r>
          </a:p>
        </p:txBody>
      </p:sp>
      <p:sp>
        <p:nvSpPr>
          <p:cNvPr id="3623" name="AutoShape 551">
            <a:extLst>
              <a:ext uri="{FF2B5EF4-FFF2-40B4-BE49-F238E27FC236}">
                <a16:creationId xmlns:a16="http://schemas.microsoft.com/office/drawing/2014/main" id="{0C41B533-BE89-514F-036C-81FD636EF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7137400"/>
            <a:ext cx="128588" cy="128588"/>
          </a:xfrm>
          <a:custGeom>
            <a:avLst/>
            <a:gdLst>
              <a:gd name="G0" fmla="*/ 356 1 2"/>
              <a:gd name="G1" fmla="*/ 1 48365 11520"/>
              <a:gd name="G2" fmla="*/ G1 32767 1"/>
              <a:gd name="G3" fmla="*/ G2 1 32767"/>
              <a:gd name="G4" fmla="cos G0 G3"/>
              <a:gd name="G5" fmla="*/ 356 1 2"/>
              <a:gd name="G6" fmla="*/ 1 48365 11520"/>
              <a:gd name="G7" fmla="*/ G6 32767 1"/>
              <a:gd name="G8" fmla="*/ G7 1 32767"/>
              <a:gd name="G9" fmla="sin G5 G8"/>
              <a:gd name="G10" fmla="*/ 356 1 2"/>
              <a:gd name="G11" fmla="+- G10 0 G4"/>
              <a:gd name="G12" fmla="+- G10 G4 0"/>
              <a:gd name="G13" fmla="+- G12 0 0"/>
              <a:gd name="G14" fmla="*/ 356 1 2"/>
              <a:gd name="G15" fmla="+- G14 0 G9"/>
              <a:gd name="G16" fmla="+- G14 G9 0"/>
              <a:gd name="G17" fmla="+- G16 0 0"/>
              <a:gd name="G18" fmla="+- 356 0 0"/>
              <a:gd name="G19" fmla="+- 3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8"/>
                </a:moveTo>
                <a:lnTo>
                  <a:pt x="178" y="178"/>
                </a:lnTo>
                <a:lnTo>
                  <a:pt x="180" y="90"/>
                </a:lnTo>
                <a:lnTo>
                  <a:pt x="178" y="178"/>
                </a:lnTo>
                <a:lnTo>
                  <a:pt x="270" y="90"/>
                </a:lnTo>
                <a:close/>
              </a:path>
            </a:pathLst>
          </a:custGeom>
          <a:solidFill>
            <a:srgbClr val="F3ECDD"/>
          </a:solidFill>
          <a:ln w="12600" cap="flat">
            <a:solidFill>
              <a:srgbClr val="1F1D1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624" name="AutoShape 552">
            <a:extLst>
              <a:ext uri="{FF2B5EF4-FFF2-40B4-BE49-F238E27FC236}">
                <a16:creationId xmlns:a16="http://schemas.microsoft.com/office/drawing/2014/main" id="{85E90AAD-E109-FF96-20BE-B400110375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9275" y="7564438"/>
            <a:ext cx="128588" cy="128587"/>
          </a:xfrm>
          <a:custGeom>
            <a:avLst/>
            <a:gdLst>
              <a:gd name="G0" fmla="*/ 356 1 2"/>
              <a:gd name="G1" fmla="*/ 1 48365 11520"/>
              <a:gd name="G2" fmla="*/ G1 32767 1"/>
              <a:gd name="G3" fmla="*/ G2 1 32767"/>
              <a:gd name="G4" fmla="cos G0 G3"/>
              <a:gd name="G5" fmla="*/ 356 1 2"/>
              <a:gd name="G6" fmla="*/ 1 48365 11520"/>
              <a:gd name="G7" fmla="*/ G6 32767 1"/>
              <a:gd name="G8" fmla="*/ G7 1 32767"/>
              <a:gd name="G9" fmla="sin G5 G8"/>
              <a:gd name="G10" fmla="*/ 356 1 2"/>
              <a:gd name="G11" fmla="+- G10 0 G4"/>
              <a:gd name="G12" fmla="+- G10 G4 0"/>
              <a:gd name="G13" fmla="+- G12 0 0"/>
              <a:gd name="G14" fmla="*/ 356 1 2"/>
              <a:gd name="G15" fmla="+- G14 0 G9"/>
              <a:gd name="G16" fmla="+- G14 G9 0"/>
              <a:gd name="G17" fmla="+- G16 0 0"/>
              <a:gd name="G18" fmla="+- 356 0 0"/>
              <a:gd name="G19" fmla="+- 3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8"/>
                </a:moveTo>
                <a:lnTo>
                  <a:pt x="178" y="178"/>
                </a:lnTo>
                <a:lnTo>
                  <a:pt x="180" y="90"/>
                </a:lnTo>
                <a:lnTo>
                  <a:pt x="178" y="178"/>
                </a:lnTo>
                <a:lnTo>
                  <a:pt x="270" y="90"/>
                </a:lnTo>
                <a:close/>
              </a:path>
            </a:pathLst>
          </a:custGeom>
          <a:solidFill>
            <a:srgbClr val="F3ECDD"/>
          </a:solidFill>
          <a:ln w="12600" cap="flat">
            <a:solidFill>
              <a:srgbClr val="1F1D1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626" name="AutoShape 554">
            <a:extLst>
              <a:ext uri="{FF2B5EF4-FFF2-40B4-BE49-F238E27FC236}">
                <a16:creationId xmlns:a16="http://schemas.microsoft.com/office/drawing/2014/main" id="{761F38F8-46BE-4871-14EC-464F93DC90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300" y="8353425"/>
            <a:ext cx="128588" cy="128588"/>
          </a:xfrm>
          <a:custGeom>
            <a:avLst/>
            <a:gdLst>
              <a:gd name="G0" fmla="*/ 356 1 2"/>
              <a:gd name="G1" fmla="*/ 1 48365 11520"/>
              <a:gd name="G2" fmla="*/ G1 32767 1"/>
              <a:gd name="G3" fmla="*/ G2 1 32767"/>
              <a:gd name="G4" fmla="cos G0 G3"/>
              <a:gd name="G5" fmla="*/ 356 1 2"/>
              <a:gd name="G6" fmla="*/ 1 48365 11520"/>
              <a:gd name="G7" fmla="*/ G6 32767 1"/>
              <a:gd name="G8" fmla="*/ G7 1 32767"/>
              <a:gd name="G9" fmla="sin G5 G8"/>
              <a:gd name="G10" fmla="*/ 356 1 2"/>
              <a:gd name="G11" fmla="+- G10 0 G4"/>
              <a:gd name="G12" fmla="+- G10 G4 0"/>
              <a:gd name="G13" fmla="+- G12 0 0"/>
              <a:gd name="G14" fmla="*/ 356 1 2"/>
              <a:gd name="G15" fmla="+- G14 0 G9"/>
              <a:gd name="G16" fmla="+- G14 G9 0"/>
              <a:gd name="G17" fmla="+- G16 0 0"/>
              <a:gd name="G18" fmla="+- 356 0 0"/>
              <a:gd name="G19" fmla="+- 3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8"/>
                </a:moveTo>
                <a:lnTo>
                  <a:pt x="178" y="178"/>
                </a:lnTo>
                <a:lnTo>
                  <a:pt x="180" y="90"/>
                </a:lnTo>
                <a:lnTo>
                  <a:pt x="178" y="178"/>
                </a:lnTo>
                <a:lnTo>
                  <a:pt x="270" y="90"/>
                </a:lnTo>
                <a:close/>
              </a:path>
            </a:pathLst>
          </a:custGeom>
          <a:solidFill>
            <a:srgbClr val="F3ECDD"/>
          </a:solidFill>
          <a:ln w="12600" cap="flat">
            <a:solidFill>
              <a:srgbClr val="1F1D1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627" name="AutoShape 555">
            <a:extLst>
              <a:ext uri="{FF2B5EF4-FFF2-40B4-BE49-F238E27FC236}">
                <a16:creationId xmlns:a16="http://schemas.microsoft.com/office/drawing/2014/main" id="{DBF3C525-137C-62E5-0583-ACE701FEDC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7573963"/>
            <a:ext cx="128587" cy="128587"/>
          </a:xfrm>
          <a:custGeom>
            <a:avLst/>
            <a:gdLst>
              <a:gd name="G0" fmla="*/ 356 1 2"/>
              <a:gd name="G1" fmla="*/ 1 48365 11520"/>
              <a:gd name="G2" fmla="*/ G1 32767 1"/>
              <a:gd name="G3" fmla="*/ G2 1 32767"/>
              <a:gd name="G4" fmla="cos G0 G3"/>
              <a:gd name="G5" fmla="*/ 356 1 2"/>
              <a:gd name="G6" fmla="*/ 1 48365 11520"/>
              <a:gd name="G7" fmla="*/ G6 32767 1"/>
              <a:gd name="G8" fmla="*/ G7 1 32767"/>
              <a:gd name="G9" fmla="sin G5 G8"/>
              <a:gd name="G10" fmla="*/ 356 1 2"/>
              <a:gd name="G11" fmla="+- G10 0 G4"/>
              <a:gd name="G12" fmla="+- G10 G4 0"/>
              <a:gd name="G13" fmla="+- G12 0 0"/>
              <a:gd name="G14" fmla="*/ 356 1 2"/>
              <a:gd name="G15" fmla="+- G14 0 G9"/>
              <a:gd name="G16" fmla="+- G14 G9 0"/>
              <a:gd name="G17" fmla="+- G16 0 0"/>
              <a:gd name="G18" fmla="+- 356 0 0"/>
              <a:gd name="G19" fmla="+- 356 0 0"/>
              <a:gd name="G20" fmla="+- 180 0 0"/>
              <a:gd name="G21" fmla="+- 90 0 0"/>
              <a:gd name="G22" fmla="+- 270 0 0"/>
              <a:gd name="G23" fmla="+- 90 0 0"/>
              <a:gd name="G24" fmla="+- 0 0 0"/>
              <a:gd name="G25" fmla="+- 90 0 0"/>
              <a:gd name="G26" fmla="+- 90 0 0"/>
              <a:gd name="G27" fmla="+- 90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178"/>
                </a:moveTo>
                <a:lnTo>
                  <a:pt x="178" y="178"/>
                </a:lnTo>
                <a:lnTo>
                  <a:pt x="180" y="90"/>
                </a:lnTo>
                <a:lnTo>
                  <a:pt x="178" y="178"/>
                </a:lnTo>
                <a:lnTo>
                  <a:pt x="270" y="90"/>
                </a:lnTo>
                <a:close/>
              </a:path>
            </a:pathLst>
          </a:custGeom>
          <a:solidFill>
            <a:srgbClr val="F3ECDD"/>
          </a:solidFill>
          <a:ln w="12600" cap="flat">
            <a:solidFill>
              <a:srgbClr val="1F1D1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3632" name="Rectangle 560">
            <a:extLst>
              <a:ext uri="{FF2B5EF4-FFF2-40B4-BE49-F238E27FC236}">
                <a16:creationId xmlns:a16="http://schemas.microsoft.com/office/drawing/2014/main" id="{E299106D-139D-DD3E-B2F4-C95B0DE64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9238" y="8623300"/>
            <a:ext cx="1965325" cy="639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  <a:spcAft>
                <a:spcPts val="213"/>
              </a:spcAft>
            </a:pPr>
            <a:r>
              <a:rPr lang="en-US" altLang="de-DE" sz="900">
                <a:solidFill>
                  <a:srgbClr val="3A3733"/>
                </a:solidFill>
                <a:latin typeface="Georgia" panose="02040502050405020303" pitchFamily="18" charset="0"/>
              </a:rPr>
              <a:t>Ein Ich im Zentrum, Verbindungen am Rand. Das Selbst als Graph.</a:t>
            </a:r>
          </a:p>
        </p:txBody>
      </p:sp>
      <p:sp>
        <p:nvSpPr>
          <p:cNvPr id="3633" name="Line 561">
            <a:extLst>
              <a:ext uri="{FF2B5EF4-FFF2-40B4-BE49-F238E27FC236}">
                <a16:creationId xmlns:a16="http://schemas.microsoft.com/office/drawing/2014/main" id="{FF9263B7-7507-ED99-1EE6-8B4E5489ECAB}"/>
              </a:ext>
            </a:extLst>
          </p:cNvPr>
          <p:cNvSpPr>
            <a:spLocks noChangeShapeType="1"/>
          </p:cNvSpPr>
          <p:nvPr/>
        </p:nvSpPr>
        <p:spPr bwMode="auto">
          <a:xfrm>
            <a:off x="4937125" y="6218238"/>
            <a:ext cx="1965325" cy="1587"/>
          </a:xfrm>
          <a:prstGeom prst="line">
            <a:avLst/>
          </a:prstGeom>
          <a:noFill/>
          <a:ln w="9360" cap="flat">
            <a:solidFill>
              <a:srgbClr val="1F1D1B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3637" name="Rectangle 565">
            <a:extLst>
              <a:ext uri="{FF2B5EF4-FFF2-40B4-BE49-F238E27FC236}">
                <a16:creationId xmlns:a16="http://schemas.microsoft.com/office/drawing/2014/main" id="{B6188963-08D0-B4EE-C174-524F6203B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2688" y="8166100"/>
            <a:ext cx="1965325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400">
                <a:solidFill>
                  <a:srgbClr val="3A3733"/>
                </a:solidFill>
                <a:latin typeface="Georgia" panose="02040502050405020303" pitchFamily="18" charset="0"/>
              </a:rPr>
              <a:t>*    *    *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5F4FD6E-007C-554B-5A24-E7502BA7D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656" y="4483110"/>
            <a:ext cx="878825" cy="92340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48C54FC-E680-00E4-25F2-FAA07EB8D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1325" y="4232228"/>
            <a:ext cx="1701587" cy="144864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29581BB-9142-52CA-BEAB-78B0E59B11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0464" y="4231788"/>
            <a:ext cx="1432899" cy="143289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570FE8E7-A0EF-CC69-0C2C-CEBAEF9BA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437" y="7132212"/>
            <a:ext cx="1490749" cy="146770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FCE30695-220C-FB05-60BB-CD5258A90E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850" y="7143750"/>
            <a:ext cx="1512979" cy="1442797"/>
          </a:xfrm>
          <a:prstGeom prst="rect">
            <a:avLst/>
          </a:prstGeom>
        </p:spPr>
      </p:pic>
      <p:sp>
        <p:nvSpPr>
          <p:cNvPr id="16" name="Rectangle 536">
            <a:extLst>
              <a:ext uri="{FF2B5EF4-FFF2-40B4-BE49-F238E27FC236}">
                <a16:creationId xmlns:a16="http://schemas.microsoft.com/office/drawing/2014/main" id="{A06BA3BA-1EF4-42C5-8E04-77BC55CDF1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864" y="6379861"/>
            <a:ext cx="941388" cy="131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700" b="1">
                <a:solidFill>
                  <a:srgbClr val="8A837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TL;DR</a:t>
            </a:r>
          </a:p>
        </p:txBody>
      </p:sp>
      <p:sp>
        <p:nvSpPr>
          <p:cNvPr id="17" name="Rectangle 537">
            <a:extLst>
              <a:ext uri="{FF2B5EF4-FFF2-40B4-BE49-F238E27FC236}">
                <a16:creationId xmlns:a16="http://schemas.microsoft.com/office/drawing/2014/main" id="{A6EECF6E-06B9-7BE8-AE06-DB114E9AE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7971" y="6545264"/>
            <a:ext cx="1230313" cy="22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de-DE" sz="1200" b="1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Kernbotschaft</a:t>
            </a:r>
          </a:p>
        </p:txBody>
      </p:sp>
      <p:sp>
        <p:nvSpPr>
          <p:cNvPr id="19" name="Rectangle 535">
            <a:extLst>
              <a:ext uri="{FF2B5EF4-FFF2-40B4-BE49-F238E27FC236}">
                <a16:creationId xmlns:a16="http://schemas.microsoft.com/office/drawing/2014/main" id="{5499FE50-378C-8C20-BFEB-A2D64B1B4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76" y="6323013"/>
            <a:ext cx="746124" cy="584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de-DE" sz="4800" b="1" i="1">
                <a:solidFill>
                  <a:srgbClr val="FF0000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!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E9AD4A8F-5600-6EEF-8A98-3D807CDB59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464" y="7141676"/>
            <a:ext cx="1432899" cy="1432899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558B35F-2E2C-1C59-4991-9B6BD172CCEB}"/>
              </a:ext>
            </a:extLst>
          </p:cNvPr>
          <p:cNvSpPr txBox="1"/>
          <p:nvPr/>
        </p:nvSpPr>
        <p:spPr>
          <a:xfrm>
            <a:off x="5112798" y="7223651"/>
            <a:ext cx="14330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hangingPunct="1">
              <a:lnSpc>
                <a:spcPct val="100000"/>
              </a:lnSpc>
            </a:pP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Deine digitale </a:t>
            </a:r>
          </a:p>
          <a:p>
            <a:pPr algn="ctr" hangingPunct="1">
              <a:lnSpc>
                <a:spcPct val="100000"/>
              </a:lnSpc>
            </a:pP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Identität ist </a:t>
            </a:r>
          </a:p>
          <a:p>
            <a:pPr algn="ctr" hangingPunct="1">
              <a:lnSpc>
                <a:spcPct val="100000"/>
              </a:lnSpc>
            </a:pP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kein </a:t>
            </a:r>
            <a:r>
              <a:rPr lang="en-US" altLang="de-DE" sz="1200" b="1" i="1">
                <a:solidFill>
                  <a:schemeClr val="tx1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Bild</a:t>
            </a: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, sondern </a:t>
            </a:r>
          </a:p>
          <a:p>
            <a:pPr algn="ctr" hangingPunct="1">
              <a:lnSpc>
                <a:spcPct val="100000"/>
              </a:lnSpc>
            </a:pP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ein </a:t>
            </a:r>
            <a:r>
              <a:rPr lang="en-US" altLang="de-DE" sz="1200" b="1" i="1">
                <a:solidFill>
                  <a:schemeClr val="tx1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Gewebe </a:t>
            </a: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aus </a:t>
            </a:r>
          </a:p>
          <a:p>
            <a:pPr algn="ctr" hangingPunct="1">
              <a:lnSpc>
                <a:spcPct val="100000"/>
              </a:lnSpc>
            </a:pPr>
            <a:r>
              <a:rPr lang="en-US" altLang="de-DE" sz="1200">
                <a:solidFill>
                  <a:srgbClr val="1F1D1B"/>
                </a:solidFill>
                <a:latin typeface="Playfair Display" panose="00000500000000000000" pitchFamily="2" charset="0"/>
                <a:cs typeface="Playfair Display" panose="00000500000000000000" pitchFamily="2" charset="0"/>
              </a:rPr>
              <a:t>fünf Fäden.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de-DE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ea typeface="Microsoft YaHei" panose="020B0503020204020204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de-DE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ea typeface="Microsoft YaHei" panose="020B0503020204020204" pitchFamily="34" charset="-122"/>
          </a:defRPr>
        </a:defPPr>
      </a:lstStyle>
    </a:lnDef>
  </a:objectDefaults>
  <a:extraClrSchemeLst>
    <a:extraClrScheme>
      <a:clrScheme name="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Microsoft Office PowerPoint</Application>
  <PresentationFormat>Benutzerdefiniert</PresentationFormat>
  <Paragraphs>36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Georgia</vt:lpstr>
      <vt:lpstr>Playfair Display</vt:lpstr>
      <vt:lpstr>Times New Roman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Michael Kohl</cp:lastModifiedBy>
  <cp:revision>6</cp:revision>
  <dcterms:modified xsi:type="dcterms:W3CDTF">2026-04-24T16:43:42Z</dcterms:modified>
</cp:coreProperties>
</file>