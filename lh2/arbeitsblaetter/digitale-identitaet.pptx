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48" r:id="rId1"/>
  </p:sldMasterIdLst>
  <p:notesMasterIdLst>
    <p:notesMasterId r:id="rId3"/>
  </p:notesMasterIdLst>
  <p:sldIdLst>
    <p:sldId id="256" r:id="rId2"/>
  </p:sldIdLst>
  <p:sldSz cx="7543800" cy="10058400"/>
  <p:notesSz cx="10058400" cy="7543800"/>
  <p:defaultTextStyle>
    <a:defPPr>
      <a:defRPr lang="en-GB"/>
    </a:defPPr>
    <a:lvl1pPr algn="l" rtl="0" fontAlgn="base" hangingPunct="0">
      <a:lnSpc>
        <a:spcPct val="93000"/>
      </a:lnSpc>
      <a:spcBef>
        <a:spcPts val="13"/>
      </a:spcBef>
      <a:spcAft>
        <a:spcPts val="13"/>
      </a:spcAft>
      <a:buClr>
        <a:srgbClr val="000000"/>
      </a:buClr>
      <a:buSzPct val="100000"/>
      <a:buFont typeface="Times New Roman" panose="02020603050405020304" pitchFamily="18" charset="0"/>
      <a:defRPr kern="1200">
        <a:solidFill>
          <a:schemeClr val="tx1"/>
        </a:solidFill>
        <a:latin typeface="Arial" panose="020B0604020202020204" pitchFamily="34" charset="0"/>
        <a:ea typeface="Microsoft YaHei" panose="020B0503020204020204" pitchFamily="34" charset="-122"/>
        <a:cs typeface="+mn-cs"/>
      </a:defRPr>
    </a:lvl1pPr>
    <a:lvl2pPr marL="742950" indent="-285750" algn="l" rtl="0" fontAlgn="base" hangingPunct="0">
      <a:lnSpc>
        <a:spcPct val="93000"/>
      </a:lnSpc>
      <a:spcBef>
        <a:spcPts val="13"/>
      </a:spcBef>
      <a:spcAft>
        <a:spcPts val="13"/>
      </a:spcAft>
      <a:buClr>
        <a:srgbClr val="000000"/>
      </a:buClr>
      <a:buSzPct val="100000"/>
      <a:buFont typeface="Times New Roman" panose="02020603050405020304" pitchFamily="18" charset="0"/>
      <a:defRPr kern="1200">
        <a:solidFill>
          <a:schemeClr val="tx1"/>
        </a:solidFill>
        <a:latin typeface="Arial" panose="020B0604020202020204" pitchFamily="34" charset="0"/>
        <a:ea typeface="Microsoft YaHei" panose="020B0503020204020204" pitchFamily="34" charset="-122"/>
        <a:cs typeface="+mn-cs"/>
      </a:defRPr>
    </a:lvl2pPr>
    <a:lvl3pPr marL="1143000" indent="-228600" algn="l" rtl="0" fontAlgn="base" hangingPunct="0">
      <a:lnSpc>
        <a:spcPct val="93000"/>
      </a:lnSpc>
      <a:spcBef>
        <a:spcPts val="13"/>
      </a:spcBef>
      <a:spcAft>
        <a:spcPts val="13"/>
      </a:spcAft>
      <a:buClr>
        <a:srgbClr val="000000"/>
      </a:buClr>
      <a:buSzPct val="100000"/>
      <a:buFont typeface="Times New Roman" panose="02020603050405020304" pitchFamily="18" charset="0"/>
      <a:defRPr kern="1200">
        <a:solidFill>
          <a:schemeClr val="tx1"/>
        </a:solidFill>
        <a:latin typeface="Arial" panose="020B0604020202020204" pitchFamily="34" charset="0"/>
        <a:ea typeface="Microsoft YaHei" panose="020B0503020204020204" pitchFamily="34" charset="-122"/>
        <a:cs typeface="+mn-cs"/>
      </a:defRPr>
    </a:lvl3pPr>
    <a:lvl4pPr marL="1600200" indent="-228600" algn="l" rtl="0" fontAlgn="base" hangingPunct="0">
      <a:lnSpc>
        <a:spcPct val="93000"/>
      </a:lnSpc>
      <a:spcBef>
        <a:spcPts val="13"/>
      </a:spcBef>
      <a:spcAft>
        <a:spcPts val="13"/>
      </a:spcAft>
      <a:buClr>
        <a:srgbClr val="000000"/>
      </a:buClr>
      <a:buSzPct val="100000"/>
      <a:buFont typeface="Times New Roman" panose="02020603050405020304" pitchFamily="18" charset="0"/>
      <a:defRPr kern="1200">
        <a:solidFill>
          <a:schemeClr val="tx1"/>
        </a:solidFill>
        <a:latin typeface="Arial" panose="020B0604020202020204" pitchFamily="34" charset="0"/>
        <a:ea typeface="Microsoft YaHei" panose="020B0503020204020204" pitchFamily="34" charset="-122"/>
        <a:cs typeface="+mn-cs"/>
      </a:defRPr>
    </a:lvl4pPr>
    <a:lvl5pPr marL="2057400" indent="-228600" algn="l" rtl="0" fontAlgn="base" hangingPunct="0">
      <a:lnSpc>
        <a:spcPct val="93000"/>
      </a:lnSpc>
      <a:spcBef>
        <a:spcPts val="13"/>
      </a:spcBef>
      <a:spcAft>
        <a:spcPts val="13"/>
      </a:spcAft>
      <a:buClr>
        <a:srgbClr val="000000"/>
      </a:buClr>
      <a:buSzPct val="100000"/>
      <a:buFont typeface="Times New Roman" panose="02020603050405020304" pitchFamily="18" charset="0"/>
      <a:defRPr kern="1200">
        <a:solidFill>
          <a:schemeClr val="tx1"/>
        </a:solidFill>
        <a:latin typeface="Arial" panose="020B0604020202020204" pitchFamily="34" charset="0"/>
        <a:ea typeface="Microsoft YaHei" panose="020B0503020204020204" pitchFamily="34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Microsoft YaHei" panose="020B0503020204020204" pitchFamily="34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Microsoft YaHei" panose="020B0503020204020204" pitchFamily="34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Microsoft YaHei" panose="020B0503020204020204" pitchFamily="34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Microsoft YaHei" panose="020B0503020204020204" pitchFamily="34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chemeClr val="tx1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howGuides="1">
      <p:cViewPr varScale="1">
        <p:scale>
          <a:sx n="71" d="100"/>
          <a:sy n="71" d="100"/>
        </p:scale>
        <p:origin x="2576" y="72"/>
      </p:cViewPr>
      <p:guideLst>
        <p:guide orient="horz" pos="2160"/>
        <p:guide pos="2880"/>
      </p:guideLst>
    </p:cSldViewPr>
  </p:slideViewPr>
  <p:outlineViewPr>
    <p:cViewPr varScale="1">
      <p:scale>
        <a:sx n="170" d="200"/>
        <a:sy n="170" d="200"/>
      </p:scale>
      <p:origin x="-780" y="-84"/>
    </p:cViewPr>
  </p:outlineViewPr>
  <p:notesTextViewPr>
    <p:cViewPr>
      <p:scale>
        <a:sx n="1" d="1"/>
        <a:sy n="1" d="1"/>
      </p:scale>
      <p:origin x="0" y="0"/>
    </p:cViewPr>
  </p:notesTextViewPr>
  <p:notesViewPr>
    <p:cSldViewPr showGuides="1">
      <p:cViewPr varScale="1">
        <p:scale>
          <a:sx n="59" d="100"/>
          <a:sy n="59" d="100"/>
        </p:scale>
        <p:origin x="-1752" y="-72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9" name="Rectangle 1">
            <a:extLst>
              <a:ext uri="{FF2B5EF4-FFF2-40B4-BE49-F238E27FC236}">
                <a16:creationId xmlns:a16="http://schemas.microsoft.com/office/drawing/2014/main" id="{9551C5EA-806B-B4C7-AE73-A35F93D73585}"/>
              </a:ext>
            </a:extLst>
          </p:cNvPr>
          <p:cNvSpPr>
            <a:spLocks noGrp="1" noChangeArrowheads="1"/>
          </p:cNvSpPr>
          <p:nvPr>
            <p:ph type="sldImg"/>
          </p:nvPr>
        </p:nvSpPr>
        <p:spPr bwMode="auto">
          <a:xfrm>
            <a:off x="215900" y="812800"/>
            <a:ext cx="7126288" cy="40068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sp>
      <p:sp>
        <p:nvSpPr>
          <p:cNvPr id="2050" name="Rectangle 2">
            <a:extLst>
              <a:ext uri="{FF2B5EF4-FFF2-40B4-BE49-F238E27FC236}">
                <a16:creationId xmlns:a16="http://schemas.microsoft.com/office/drawing/2014/main" id="{F45ADCB1-CE2B-385C-2834-E8BDB157324F}"/>
              </a:ext>
            </a:extLst>
          </p:cNvPr>
          <p:cNvSpPr>
            <a:spLocks noGrp="1" noChangeArrowheads="1"/>
          </p:cNvSpPr>
          <p:nvPr>
            <p:ph type="body"/>
          </p:nvPr>
        </p:nvSpPr>
        <p:spPr bwMode="auto">
          <a:xfrm>
            <a:off x="755650" y="5078413"/>
            <a:ext cx="6046788" cy="48101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endParaRPr lang="de-DE" altLang="de-DE"/>
          </a:p>
        </p:txBody>
      </p:sp>
      <p:sp>
        <p:nvSpPr>
          <p:cNvPr id="2051" name="Rectangle 3">
            <a:extLst>
              <a:ext uri="{FF2B5EF4-FFF2-40B4-BE49-F238E27FC236}">
                <a16:creationId xmlns:a16="http://schemas.microsoft.com/office/drawing/2014/main" id="{F9CCB539-0896-94E2-0B30-C439FA803D6C}"/>
              </a:ext>
            </a:extLst>
          </p:cNvPr>
          <p:cNvSpPr>
            <a:spLocks noGrp="1" noChangeArrowheads="1"/>
          </p:cNvSpPr>
          <p:nvPr>
            <p:ph type="hdr"/>
          </p:nvPr>
        </p:nvSpPr>
        <p:spPr bwMode="auto">
          <a:xfrm>
            <a:off x="0" y="0"/>
            <a:ext cx="3279775" cy="533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>
              <a:tabLst>
                <a:tab pos="914400" algn="l"/>
                <a:tab pos="1828800" algn="l"/>
                <a:tab pos="2743200" algn="l"/>
              </a:tabLst>
              <a:defRPr sz="1400">
                <a:solidFill>
                  <a:srgbClr val="000000"/>
                </a:solidFill>
                <a:latin typeface="Times New Roman" panose="02020603050405020304" pitchFamily="18" charset="0"/>
                <a:cs typeface="Segoe UI" panose="020B0502040204020203" pitchFamily="34" charset="0"/>
              </a:defRPr>
            </a:lvl1pPr>
          </a:lstStyle>
          <a:p>
            <a:endParaRPr lang="de-DE" altLang="de-DE"/>
          </a:p>
        </p:txBody>
      </p:sp>
      <p:sp>
        <p:nvSpPr>
          <p:cNvPr id="2052" name="Rectangle 4">
            <a:extLst>
              <a:ext uri="{FF2B5EF4-FFF2-40B4-BE49-F238E27FC236}">
                <a16:creationId xmlns:a16="http://schemas.microsoft.com/office/drawing/2014/main" id="{44B53E6C-5A33-3803-184B-74EFF007F6B6}"/>
              </a:ext>
            </a:extLst>
          </p:cNvPr>
          <p:cNvSpPr>
            <a:spLocks noGrp="1" noChangeArrowheads="1"/>
          </p:cNvSpPr>
          <p:nvPr>
            <p:ph type="dt"/>
          </p:nvPr>
        </p:nvSpPr>
        <p:spPr bwMode="auto">
          <a:xfrm>
            <a:off x="4278313" y="0"/>
            <a:ext cx="3279775" cy="533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algn="r">
              <a:tabLst>
                <a:tab pos="914400" algn="l"/>
                <a:tab pos="1828800" algn="l"/>
                <a:tab pos="2743200" algn="l"/>
              </a:tabLst>
              <a:defRPr sz="1400">
                <a:solidFill>
                  <a:srgbClr val="000000"/>
                </a:solidFill>
                <a:latin typeface="Times New Roman" panose="02020603050405020304" pitchFamily="18" charset="0"/>
                <a:cs typeface="Segoe UI" panose="020B0502040204020203" pitchFamily="34" charset="0"/>
              </a:defRPr>
            </a:lvl1pPr>
          </a:lstStyle>
          <a:p>
            <a:endParaRPr lang="de-DE" altLang="de-DE"/>
          </a:p>
        </p:txBody>
      </p:sp>
      <p:sp>
        <p:nvSpPr>
          <p:cNvPr id="2053" name="Rectangle 5">
            <a:extLst>
              <a:ext uri="{FF2B5EF4-FFF2-40B4-BE49-F238E27FC236}">
                <a16:creationId xmlns:a16="http://schemas.microsoft.com/office/drawing/2014/main" id="{FE362F57-86D0-118F-C943-F7BFD9C079B4}"/>
              </a:ext>
            </a:extLst>
          </p:cNvPr>
          <p:cNvSpPr>
            <a:spLocks noGrp="1" noChangeArrowheads="1"/>
          </p:cNvSpPr>
          <p:nvPr>
            <p:ph type="ftr"/>
          </p:nvPr>
        </p:nvSpPr>
        <p:spPr bwMode="auto">
          <a:xfrm>
            <a:off x="0" y="10156825"/>
            <a:ext cx="3279775" cy="533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>
              <a:tabLst>
                <a:tab pos="914400" algn="l"/>
                <a:tab pos="1828800" algn="l"/>
                <a:tab pos="2743200" algn="l"/>
              </a:tabLst>
              <a:defRPr sz="1400">
                <a:solidFill>
                  <a:srgbClr val="000000"/>
                </a:solidFill>
                <a:latin typeface="Times New Roman" panose="02020603050405020304" pitchFamily="18" charset="0"/>
                <a:cs typeface="Segoe UI" panose="020B0502040204020203" pitchFamily="34" charset="0"/>
              </a:defRPr>
            </a:lvl1pPr>
          </a:lstStyle>
          <a:p>
            <a:endParaRPr lang="de-DE" altLang="de-DE"/>
          </a:p>
        </p:txBody>
      </p:sp>
      <p:sp>
        <p:nvSpPr>
          <p:cNvPr id="2054" name="Rectangle 6">
            <a:extLst>
              <a:ext uri="{FF2B5EF4-FFF2-40B4-BE49-F238E27FC236}">
                <a16:creationId xmlns:a16="http://schemas.microsoft.com/office/drawing/2014/main" id="{CBE461B2-EF55-6F60-255E-FB8BC42512A4}"/>
              </a:ext>
            </a:extLst>
          </p:cNvPr>
          <p:cNvSpPr>
            <a:spLocks noGrp="1" noChangeArrowheads="1"/>
          </p:cNvSpPr>
          <p:nvPr>
            <p:ph type="sldNum"/>
          </p:nvPr>
        </p:nvSpPr>
        <p:spPr bwMode="auto">
          <a:xfrm>
            <a:off x="4278313" y="10156825"/>
            <a:ext cx="3279775" cy="533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r">
              <a:tabLst>
                <a:tab pos="914400" algn="l"/>
                <a:tab pos="1828800" algn="l"/>
                <a:tab pos="2743200" algn="l"/>
              </a:tabLst>
              <a:defRPr sz="1400">
                <a:solidFill>
                  <a:srgbClr val="000000"/>
                </a:solidFill>
                <a:latin typeface="Times New Roman" panose="02020603050405020304" pitchFamily="18" charset="0"/>
                <a:cs typeface="Segoe UI" panose="020B0502040204020203" pitchFamily="34" charset="0"/>
              </a:defRPr>
            </a:lvl1pPr>
          </a:lstStyle>
          <a:p>
            <a:fld id="{22936230-BC6C-4A09-8554-29854F51C3D2}" type="slidenum">
              <a:rPr lang="de-DE" altLang="de-DE"/>
              <a:pPr/>
              <a:t>‹Nr.›</a:t>
            </a:fld>
            <a:endParaRPr lang="de-DE" altLang="de-DE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buClr>
        <a:srgbClr val="000000"/>
      </a:buClr>
      <a:buSzPct val="100000"/>
      <a:buFont typeface="Times New Roman" panose="02020603050405020304" pitchFamily="18" charset="0"/>
      <a:defRPr sz="1200" kern="1200">
        <a:solidFill>
          <a:srgbClr val="000000"/>
        </a:solidFill>
        <a:latin typeface="Times New Roman" panose="02020603050405020304" pitchFamily="18" charset="0"/>
        <a:ea typeface="+mn-ea"/>
        <a:cs typeface="+mn-cs"/>
      </a:defRPr>
    </a:lvl1pPr>
    <a:lvl2pPr marL="742950" indent="-285750" algn="l" rtl="0" eaLnBrk="0" fontAlgn="base" hangingPunct="0">
      <a:spcBef>
        <a:spcPct val="30000"/>
      </a:spcBef>
      <a:spcAft>
        <a:spcPct val="0"/>
      </a:spcAft>
      <a:buClr>
        <a:srgbClr val="000000"/>
      </a:buClr>
      <a:buSzPct val="100000"/>
      <a:buFont typeface="Times New Roman" panose="02020603050405020304" pitchFamily="18" charset="0"/>
      <a:defRPr sz="1200" kern="1200">
        <a:solidFill>
          <a:srgbClr val="000000"/>
        </a:solidFill>
        <a:latin typeface="Times New Roman" panose="02020603050405020304" pitchFamily="18" charset="0"/>
        <a:ea typeface="+mn-ea"/>
        <a:cs typeface="+mn-cs"/>
      </a:defRPr>
    </a:lvl2pPr>
    <a:lvl3pPr marL="1143000" indent="-228600" algn="l" rtl="0" eaLnBrk="0" fontAlgn="base" hangingPunct="0">
      <a:spcBef>
        <a:spcPct val="30000"/>
      </a:spcBef>
      <a:spcAft>
        <a:spcPct val="0"/>
      </a:spcAft>
      <a:buClr>
        <a:srgbClr val="000000"/>
      </a:buClr>
      <a:buSzPct val="100000"/>
      <a:buFont typeface="Times New Roman" panose="02020603050405020304" pitchFamily="18" charset="0"/>
      <a:defRPr sz="1200" kern="1200">
        <a:solidFill>
          <a:srgbClr val="000000"/>
        </a:solidFill>
        <a:latin typeface="Times New Roman" panose="02020603050405020304" pitchFamily="18" charset="0"/>
        <a:ea typeface="+mn-ea"/>
        <a:cs typeface="+mn-cs"/>
      </a:defRPr>
    </a:lvl3pPr>
    <a:lvl4pPr marL="1600200" indent="-228600" algn="l" rtl="0" eaLnBrk="0" fontAlgn="base" hangingPunct="0">
      <a:spcBef>
        <a:spcPct val="30000"/>
      </a:spcBef>
      <a:spcAft>
        <a:spcPct val="0"/>
      </a:spcAft>
      <a:buClr>
        <a:srgbClr val="000000"/>
      </a:buClr>
      <a:buSzPct val="100000"/>
      <a:buFont typeface="Times New Roman" panose="02020603050405020304" pitchFamily="18" charset="0"/>
      <a:defRPr sz="1200" kern="1200">
        <a:solidFill>
          <a:srgbClr val="000000"/>
        </a:solidFill>
        <a:latin typeface="Times New Roman" panose="02020603050405020304" pitchFamily="18" charset="0"/>
        <a:ea typeface="+mn-ea"/>
        <a:cs typeface="+mn-cs"/>
      </a:defRPr>
    </a:lvl4pPr>
    <a:lvl5pPr marL="2057400" indent="-228600" algn="l" rtl="0" eaLnBrk="0" fontAlgn="base" hangingPunct="0">
      <a:spcBef>
        <a:spcPct val="30000"/>
      </a:spcBef>
      <a:spcAft>
        <a:spcPct val="0"/>
      </a:spcAft>
      <a:buClr>
        <a:srgbClr val="000000"/>
      </a:buClr>
      <a:buSzPct val="100000"/>
      <a:buFont typeface="Times New Roman" panose="02020603050405020304" pitchFamily="18" charset="0"/>
      <a:defRPr sz="1200" kern="1200">
        <a:solidFill>
          <a:srgbClr val="000000"/>
        </a:solidFill>
        <a:latin typeface="Times New Roman" panose="02020603050405020304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6">
            <a:extLst>
              <a:ext uri="{FF2B5EF4-FFF2-40B4-BE49-F238E27FC236}">
                <a16:creationId xmlns:a16="http://schemas.microsoft.com/office/drawing/2014/main" id="{747C593B-1072-636F-2624-4FE347867531}"/>
              </a:ext>
            </a:extLst>
          </p:cNvPr>
          <p:cNvSpPr>
            <a:spLocks noGrp="1" noChangeArrowheads="1"/>
          </p:cNvSpPr>
          <p:nvPr>
            <p:ph type="sldNum"/>
          </p:nvPr>
        </p:nvSpPr>
        <p:spPr>
          <a:ln/>
        </p:spPr>
        <p:txBody>
          <a:bodyPr/>
          <a:lstStyle/>
          <a:p>
            <a:fld id="{8907B09B-5016-4C48-B522-B4A84E0405A2}" type="slidenum">
              <a:rPr lang="de-DE" altLang="de-DE"/>
              <a:pPr/>
              <a:t>1</a:t>
            </a:fld>
            <a:endParaRPr lang="de-DE" altLang="de-DE"/>
          </a:p>
        </p:txBody>
      </p:sp>
      <p:sp>
        <p:nvSpPr>
          <p:cNvPr id="4097" name="Rectangle 1">
            <a:extLst>
              <a:ext uri="{FF2B5EF4-FFF2-40B4-BE49-F238E27FC236}">
                <a16:creationId xmlns:a16="http://schemas.microsoft.com/office/drawing/2014/main" id="{03027A20-CBB2-7903-7CCD-6F72CDA801E6}"/>
              </a:ext>
            </a:extLst>
          </p:cNvPr>
          <p:cNvSpPr txBox="1">
            <a:spLocks noChangeArrowheads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4098" name="Rectangle 2">
            <a:extLst>
              <a:ext uri="{FF2B5EF4-FFF2-40B4-BE49-F238E27FC236}">
                <a16:creationId xmlns:a16="http://schemas.microsoft.com/office/drawing/2014/main" id="{0D20E3FB-5EBD-6DE7-9F1D-9F45166DE124}"/>
              </a:ext>
            </a:extLst>
          </p:cNvPr>
          <p:cNvSpPr txBox="1">
            <a:spLocks noChangeArrowheads="1"/>
          </p:cNvSpPr>
          <p:nvPr>
            <p:ph type="body" idx="1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de-DE" altLang="de-DE"/>
          </a:p>
        </p:txBody>
      </p:sp>
      <p:sp>
        <p:nvSpPr>
          <p:cNvPr id="4099" name="Text Box 3">
            <a:extLst>
              <a:ext uri="{FF2B5EF4-FFF2-40B4-BE49-F238E27FC236}">
                <a16:creationId xmlns:a16="http://schemas.microsoft.com/office/drawing/2014/main" id="{71882CF1-FF24-E367-EFF0-C4CC1742068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b"/>
          <a:lstStyle>
            <a:lvl1pPr>
              <a:tabLst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1pPr>
            <a:lvl2pPr>
              <a:tabLst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2pPr>
            <a:lvl3pPr>
              <a:tabLst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3pPr>
            <a:lvl4pPr>
              <a:tabLst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4pPr>
            <a:lvl5pPr>
              <a:tabLst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5pPr>
            <a:lvl6pPr marL="25146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6pPr>
            <a:lvl7pPr marL="29718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7pPr>
            <a:lvl8pPr marL="34290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8pPr>
            <a:lvl9pPr marL="38862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9pPr>
          </a:lstStyle>
          <a:p>
            <a:pPr algn="r" hangingPunct="1">
              <a:lnSpc>
                <a:spcPct val="100000"/>
              </a:lnSpc>
            </a:pPr>
            <a:fld id="{61751F2E-46CC-4005-B0EC-6B8991EBFA29}" type="slidenum">
              <a:rPr lang="en-US" altLang="de-DE" sz="1200">
                <a:latin typeface="+mn-lt" charset="0"/>
                <a:cs typeface="+mn-ea" charset="0"/>
              </a:rPr>
              <a:pPr algn="r" hangingPunct="1">
                <a:lnSpc>
                  <a:spcPct val="100000"/>
                </a:lnSpc>
              </a:pPr>
              <a:t>1</a:t>
            </a:fld>
            <a:endParaRPr lang="en-US" altLang="de-DE" sz="1200">
              <a:latin typeface="+mn-lt" charset="0"/>
              <a:cs typeface="+mn-ea" charset="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5EF0FA7-3CE8-DAC5-3C7E-C5AFFA9EBC2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42975" y="1646238"/>
            <a:ext cx="5657850" cy="3502025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43310537-BA31-1D9E-FD48-DA1A5784C93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42975" y="5283200"/>
            <a:ext cx="5657850" cy="2428875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10202724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7AE499B-454C-142C-FCD1-EA77AE88FE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9113" y="534988"/>
            <a:ext cx="6505575" cy="1944687"/>
          </a:xfrm>
          <a:prstGeom prst="rect">
            <a:avLst/>
          </a:prstGeo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E81AE6AE-9937-31C6-0726-B1522E387D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9113" y="2678113"/>
            <a:ext cx="6505575" cy="638175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</p:spTree>
    <p:extLst>
      <p:ext uri="{BB962C8B-B14F-4D97-AF65-F5344CB8AC3E}">
        <p14:creationId xmlns:p14="http://schemas.microsoft.com/office/powerpoint/2010/main" val="38125652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D00DB9E-0692-D115-6F24-53BD327243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4350" y="2508250"/>
            <a:ext cx="6507163" cy="4183063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182CD1DB-4276-2987-E679-51319F5687A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14350" y="6731000"/>
            <a:ext cx="6507163" cy="22002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248631459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EAE856B-131E-DA2C-38E0-F78379ACD4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9113" y="534988"/>
            <a:ext cx="6505575" cy="1944687"/>
          </a:xfrm>
          <a:prstGeom prst="rect">
            <a:avLst/>
          </a:prstGeo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A5DB5AC2-ADFF-A020-FF2A-C78E3E9D70E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19113" y="2678113"/>
            <a:ext cx="3176587" cy="638175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0061A7CE-206B-43CC-16FB-46DB930A460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848100" y="2678113"/>
            <a:ext cx="3176588" cy="638175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</p:spTree>
    <p:extLst>
      <p:ext uri="{BB962C8B-B14F-4D97-AF65-F5344CB8AC3E}">
        <p14:creationId xmlns:p14="http://schemas.microsoft.com/office/powerpoint/2010/main" val="9306709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E742408-D0ED-784C-3667-A1AFA1C1A4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9113" y="534988"/>
            <a:ext cx="6507162" cy="1944687"/>
          </a:xfrm>
          <a:prstGeom prst="rect">
            <a:avLst/>
          </a:prstGeo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05B7FAF7-2E50-3B99-BC12-7678B141BE6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19113" y="2465388"/>
            <a:ext cx="3192462" cy="12080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F4B0D4F0-D105-4C61-3410-D0F21874222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19113" y="3673475"/>
            <a:ext cx="3192462" cy="54054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967133B6-A269-0F11-8AD5-F9036EF1717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3819525" y="2465388"/>
            <a:ext cx="3206750" cy="12080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DE91F82A-0BAC-0AFC-5671-452427C9053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3819525" y="3673475"/>
            <a:ext cx="3206750" cy="54054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</p:spTree>
    <p:extLst>
      <p:ext uri="{BB962C8B-B14F-4D97-AF65-F5344CB8AC3E}">
        <p14:creationId xmlns:p14="http://schemas.microsoft.com/office/powerpoint/2010/main" val="12425685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55DCE20-1BDA-2BE0-A9F2-9FEAF1E2FA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9113" y="534988"/>
            <a:ext cx="6505575" cy="1944687"/>
          </a:xfrm>
          <a:prstGeom prst="rect">
            <a:avLst/>
          </a:prstGeo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39491469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345997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FF24C24-3FDF-6881-66FE-85EAE2DA60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9113" y="669925"/>
            <a:ext cx="2433637" cy="2347913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E30F00EC-2703-108B-24C4-441021B4F7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06750" y="1447800"/>
            <a:ext cx="3819525" cy="71485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FCB26E0A-A892-405B-72FC-AF9002D9308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19113" y="3017838"/>
            <a:ext cx="2433637" cy="55895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21945975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E1038D3-7719-CAA1-9E7D-71558342EC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9113" y="669925"/>
            <a:ext cx="2433637" cy="2347913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5E4411FE-039D-2F2D-C930-A4DC380D562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206750" y="1447800"/>
            <a:ext cx="3819525" cy="71485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8A3E35FF-FF22-5298-24D0-A32F291C47A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19113" y="3017838"/>
            <a:ext cx="2433637" cy="55895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8916230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6E502E5-9635-B657-B5AC-779DB3AF58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9113" y="534988"/>
            <a:ext cx="6505575" cy="1944687"/>
          </a:xfrm>
          <a:prstGeom prst="rect">
            <a:avLst/>
          </a:prstGeo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075C91B6-4ACF-A053-50A6-5166404DBD8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519113" y="2678113"/>
            <a:ext cx="6505575" cy="6381750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</p:spTree>
    <p:extLst>
      <p:ext uri="{BB962C8B-B14F-4D97-AF65-F5344CB8AC3E}">
        <p14:creationId xmlns:p14="http://schemas.microsoft.com/office/powerpoint/2010/main" val="13388409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138C80DB-8956-2D14-CA1C-68A78F27AAA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5399088" y="534988"/>
            <a:ext cx="1625600" cy="8524875"/>
          </a:xfrm>
          <a:prstGeom prst="rect">
            <a:avLst/>
          </a:prstGeom>
        </p:spPr>
        <p:txBody>
          <a:bodyPr vert="eaVert"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DB2CB014-1997-9145-6E07-935A8F50895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519113" y="534988"/>
            <a:ext cx="4727575" cy="852487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</p:spTree>
    <p:extLst>
      <p:ext uri="{BB962C8B-B14F-4D97-AF65-F5344CB8AC3E}">
        <p14:creationId xmlns:p14="http://schemas.microsoft.com/office/powerpoint/2010/main" val="37264376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rtl="0" fontAlgn="base">
        <a:lnSpc>
          <a:spcPct val="83000"/>
        </a:lnSpc>
        <a:spcBef>
          <a:spcPts val="13"/>
        </a:spcBef>
        <a:spcAft>
          <a:spcPts val="13"/>
        </a:spcAft>
        <a:buClr>
          <a:srgbClr val="000000"/>
        </a:buClr>
        <a:buSzPct val="100000"/>
        <a:buFont typeface="Times New Roman" panose="02020603050405020304" pitchFamily="18" charset="0"/>
        <a:defRPr kern="1200">
          <a:solidFill>
            <a:srgbClr val="000000"/>
          </a:solidFill>
          <a:latin typeface="+mj-lt"/>
          <a:ea typeface="+mj-ea"/>
          <a:cs typeface="+mj-cs"/>
        </a:defRPr>
      </a:lvl1pPr>
      <a:lvl2pPr marL="742950" indent="-285750" algn="l" rtl="0" fontAlgn="base">
        <a:lnSpc>
          <a:spcPct val="83000"/>
        </a:lnSpc>
        <a:spcBef>
          <a:spcPts val="13"/>
        </a:spcBef>
        <a:spcAft>
          <a:spcPts val="13"/>
        </a:spcAft>
        <a:buClr>
          <a:srgbClr val="000000"/>
        </a:buClr>
        <a:buSzPct val="100000"/>
        <a:buFont typeface="Times New Roman" panose="02020603050405020304" pitchFamily="18" charset="0"/>
        <a:defRPr>
          <a:solidFill>
            <a:srgbClr val="000000"/>
          </a:solidFill>
          <a:latin typeface="Calibri" panose="020F0502020204030204" pitchFamily="34" charset="0"/>
          <a:ea typeface="Microsoft YaHei" panose="020B0503020204020204" pitchFamily="34" charset="-122"/>
        </a:defRPr>
      </a:lvl2pPr>
      <a:lvl3pPr marL="1143000" indent="-228600" algn="l" rtl="0" fontAlgn="base">
        <a:lnSpc>
          <a:spcPct val="83000"/>
        </a:lnSpc>
        <a:spcBef>
          <a:spcPts val="13"/>
        </a:spcBef>
        <a:spcAft>
          <a:spcPts val="13"/>
        </a:spcAft>
        <a:buClr>
          <a:srgbClr val="000000"/>
        </a:buClr>
        <a:buSzPct val="100000"/>
        <a:buFont typeface="Times New Roman" panose="02020603050405020304" pitchFamily="18" charset="0"/>
        <a:defRPr>
          <a:solidFill>
            <a:srgbClr val="000000"/>
          </a:solidFill>
          <a:latin typeface="Calibri" panose="020F0502020204030204" pitchFamily="34" charset="0"/>
          <a:ea typeface="Microsoft YaHei" panose="020B0503020204020204" pitchFamily="34" charset="-122"/>
        </a:defRPr>
      </a:lvl3pPr>
      <a:lvl4pPr marL="1600200" indent="-228600" algn="l" rtl="0" fontAlgn="base">
        <a:lnSpc>
          <a:spcPct val="83000"/>
        </a:lnSpc>
        <a:spcBef>
          <a:spcPts val="13"/>
        </a:spcBef>
        <a:spcAft>
          <a:spcPts val="13"/>
        </a:spcAft>
        <a:buClr>
          <a:srgbClr val="000000"/>
        </a:buClr>
        <a:buSzPct val="100000"/>
        <a:buFont typeface="Times New Roman" panose="02020603050405020304" pitchFamily="18" charset="0"/>
        <a:defRPr>
          <a:solidFill>
            <a:srgbClr val="000000"/>
          </a:solidFill>
          <a:latin typeface="Calibri" panose="020F0502020204030204" pitchFamily="34" charset="0"/>
          <a:ea typeface="Microsoft YaHei" panose="020B0503020204020204" pitchFamily="34" charset="-122"/>
        </a:defRPr>
      </a:lvl4pPr>
      <a:lvl5pPr marL="2057400" indent="-228600" algn="l" rtl="0" fontAlgn="base">
        <a:lnSpc>
          <a:spcPct val="83000"/>
        </a:lnSpc>
        <a:spcBef>
          <a:spcPts val="13"/>
        </a:spcBef>
        <a:spcAft>
          <a:spcPts val="13"/>
        </a:spcAft>
        <a:buClr>
          <a:srgbClr val="000000"/>
        </a:buClr>
        <a:buSzPct val="100000"/>
        <a:buFont typeface="Times New Roman" panose="02020603050405020304" pitchFamily="18" charset="0"/>
        <a:defRPr>
          <a:solidFill>
            <a:srgbClr val="000000"/>
          </a:solidFill>
          <a:latin typeface="Calibri" panose="020F0502020204030204" pitchFamily="34" charset="0"/>
          <a:ea typeface="Microsoft YaHei" panose="020B0503020204020204" pitchFamily="34" charset="-122"/>
        </a:defRPr>
      </a:lvl5pPr>
      <a:lvl6pPr marL="2514600" indent="-228600" algn="l" rtl="0" fontAlgn="base">
        <a:lnSpc>
          <a:spcPct val="83000"/>
        </a:lnSpc>
        <a:spcBef>
          <a:spcPts val="13"/>
        </a:spcBef>
        <a:spcAft>
          <a:spcPts val="13"/>
        </a:spcAft>
        <a:buClr>
          <a:srgbClr val="000000"/>
        </a:buClr>
        <a:buSzPct val="100000"/>
        <a:buFont typeface="Times New Roman" panose="02020603050405020304" pitchFamily="18" charset="0"/>
        <a:defRPr>
          <a:solidFill>
            <a:srgbClr val="000000"/>
          </a:solidFill>
          <a:latin typeface="Calibri" panose="020F0502020204030204" pitchFamily="34" charset="0"/>
          <a:ea typeface="Microsoft YaHei" panose="020B0503020204020204" pitchFamily="34" charset="-122"/>
        </a:defRPr>
      </a:lvl6pPr>
      <a:lvl7pPr marL="2971800" indent="-228600" algn="l" rtl="0" fontAlgn="base">
        <a:lnSpc>
          <a:spcPct val="83000"/>
        </a:lnSpc>
        <a:spcBef>
          <a:spcPts val="13"/>
        </a:spcBef>
        <a:spcAft>
          <a:spcPts val="13"/>
        </a:spcAft>
        <a:buClr>
          <a:srgbClr val="000000"/>
        </a:buClr>
        <a:buSzPct val="100000"/>
        <a:buFont typeface="Times New Roman" panose="02020603050405020304" pitchFamily="18" charset="0"/>
        <a:defRPr>
          <a:solidFill>
            <a:srgbClr val="000000"/>
          </a:solidFill>
          <a:latin typeface="Calibri" panose="020F0502020204030204" pitchFamily="34" charset="0"/>
          <a:ea typeface="Microsoft YaHei" panose="020B0503020204020204" pitchFamily="34" charset="-122"/>
        </a:defRPr>
      </a:lvl7pPr>
      <a:lvl8pPr marL="3429000" indent="-228600" algn="l" rtl="0" fontAlgn="base">
        <a:lnSpc>
          <a:spcPct val="83000"/>
        </a:lnSpc>
        <a:spcBef>
          <a:spcPts val="13"/>
        </a:spcBef>
        <a:spcAft>
          <a:spcPts val="13"/>
        </a:spcAft>
        <a:buClr>
          <a:srgbClr val="000000"/>
        </a:buClr>
        <a:buSzPct val="100000"/>
        <a:buFont typeface="Times New Roman" panose="02020603050405020304" pitchFamily="18" charset="0"/>
        <a:defRPr>
          <a:solidFill>
            <a:srgbClr val="000000"/>
          </a:solidFill>
          <a:latin typeface="Calibri" panose="020F0502020204030204" pitchFamily="34" charset="0"/>
          <a:ea typeface="Microsoft YaHei" panose="020B0503020204020204" pitchFamily="34" charset="-122"/>
        </a:defRPr>
      </a:lvl8pPr>
      <a:lvl9pPr marL="3886200" indent="-228600" algn="l" rtl="0" fontAlgn="base">
        <a:lnSpc>
          <a:spcPct val="83000"/>
        </a:lnSpc>
        <a:spcBef>
          <a:spcPts val="13"/>
        </a:spcBef>
        <a:spcAft>
          <a:spcPts val="13"/>
        </a:spcAft>
        <a:buClr>
          <a:srgbClr val="000000"/>
        </a:buClr>
        <a:buSzPct val="100000"/>
        <a:buFont typeface="Times New Roman" panose="02020603050405020304" pitchFamily="18" charset="0"/>
        <a:defRPr>
          <a:solidFill>
            <a:srgbClr val="000000"/>
          </a:solidFill>
          <a:latin typeface="Calibri" panose="020F0502020204030204" pitchFamily="34" charset="0"/>
          <a:ea typeface="Microsoft YaHei" panose="020B0503020204020204" pitchFamily="34" charset="-122"/>
        </a:defRPr>
      </a:lvl9pPr>
    </p:titleStyle>
    <p:bodyStyle>
      <a:lvl1pPr marL="342900" indent="-342900" algn="l" rtl="0" fontAlgn="base">
        <a:lnSpc>
          <a:spcPct val="83000"/>
        </a:lnSpc>
        <a:spcBef>
          <a:spcPts val="1425"/>
        </a:spcBef>
        <a:spcAft>
          <a:spcPts val="13"/>
        </a:spcAft>
        <a:buClr>
          <a:srgbClr val="000000"/>
        </a:buClr>
        <a:buSzPct val="100000"/>
        <a:buFont typeface="Times New Roman" panose="02020603050405020304" pitchFamily="18" charset="0"/>
        <a:defRPr sz="3200" kern="1200">
          <a:solidFill>
            <a:srgbClr val="000000"/>
          </a:solidFill>
          <a:latin typeface="+mn-lt"/>
          <a:ea typeface="+mn-ea"/>
          <a:cs typeface="+mn-cs"/>
        </a:defRPr>
      </a:lvl1pPr>
      <a:lvl2pPr marL="742950" indent="-285750" algn="l" rtl="0" fontAlgn="base">
        <a:lnSpc>
          <a:spcPct val="83000"/>
        </a:lnSpc>
        <a:spcBef>
          <a:spcPts val="1138"/>
        </a:spcBef>
        <a:spcAft>
          <a:spcPts val="13"/>
        </a:spcAft>
        <a:buClr>
          <a:srgbClr val="000000"/>
        </a:buClr>
        <a:buSzPct val="100000"/>
        <a:buFont typeface="Times New Roman" panose="02020603050405020304" pitchFamily="18" charset="0"/>
        <a:defRPr sz="2400" kern="1200">
          <a:solidFill>
            <a:srgbClr val="000000"/>
          </a:solidFill>
          <a:latin typeface="+mn-lt"/>
          <a:ea typeface="+mn-ea"/>
          <a:cs typeface="+mn-cs"/>
        </a:defRPr>
      </a:lvl2pPr>
      <a:lvl3pPr marL="1143000" indent="-228600" algn="l" rtl="0" fontAlgn="base">
        <a:lnSpc>
          <a:spcPct val="83000"/>
        </a:lnSpc>
        <a:spcBef>
          <a:spcPts val="863"/>
        </a:spcBef>
        <a:spcAft>
          <a:spcPts val="13"/>
        </a:spcAft>
        <a:buClr>
          <a:srgbClr val="000000"/>
        </a:buClr>
        <a:buSzPct val="100000"/>
        <a:buFont typeface="Times New Roman" panose="02020603050405020304" pitchFamily="18" charset="0"/>
        <a:defRPr sz="2000" kern="1200">
          <a:solidFill>
            <a:srgbClr val="000000"/>
          </a:solidFill>
          <a:latin typeface="+mn-lt"/>
          <a:ea typeface="+mn-ea"/>
          <a:cs typeface="+mn-cs"/>
        </a:defRPr>
      </a:lvl3pPr>
      <a:lvl4pPr marL="1600200" indent="-228600" algn="l" rtl="0" fontAlgn="base">
        <a:lnSpc>
          <a:spcPct val="83000"/>
        </a:lnSpc>
        <a:spcBef>
          <a:spcPts val="575"/>
        </a:spcBef>
        <a:spcAft>
          <a:spcPts val="13"/>
        </a:spcAft>
        <a:buClr>
          <a:srgbClr val="000000"/>
        </a:buClr>
        <a:buSzPct val="100000"/>
        <a:buFont typeface="Times New Roman" panose="02020603050405020304" pitchFamily="18" charset="0"/>
        <a:defRPr sz="2000" kern="1200">
          <a:solidFill>
            <a:srgbClr val="000000"/>
          </a:solidFill>
          <a:latin typeface="+mn-lt"/>
          <a:ea typeface="+mn-ea"/>
          <a:cs typeface="+mn-cs"/>
        </a:defRPr>
      </a:lvl4pPr>
      <a:lvl5pPr marL="2057400" indent="-228600" algn="l" rtl="0" fontAlgn="base">
        <a:lnSpc>
          <a:spcPct val="83000"/>
        </a:lnSpc>
        <a:spcBef>
          <a:spcPts val="288"/>
        </a:spcBef>
        <a:spcAft>
          <a:spcPts val="13"/>
        </a:spcAft>
        <a:buClr>
          <a:srgbClr val="000000"/>
        </a:buClr>
        <a:buSzPct val="100000"/>
        <a:buFont typeface="Times New Roman" panose="02020603050405020304" pitchFamily="18" charset="0"/>
        <a:defRPr sz="2000" kern="1200">
          <a:solidFill>
            <a:srgbClr val="000000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ECD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3" name="AutoShape 1">
            <a:extLst>
              <a:ext uri="{FF2B5EF4-FFF2-40B4-BE49-F238E27FC236}">
                <a16:creationId xmlns:a16="http://schemas.microsoft.com/office/drawing/2014/main" id="{EEBD1400-A42D-CE8F-B150-C24DC38C8C6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83375" y="8223250"/>
            <a:ext cx="26988" cy="26988"/>
          </a:xfrm>
          <a:custGeom>
            <a:avLst/>
            <a:gdLst>
              <a:gd name="G0" fmla="*/ 74 1 2"/>
              <a:gd name="G1" fmla="*/ 1 48365 11520"/>
              <a:gd name="G2" fmla="*/ G1 32767 1"/>
              <a:gd name="G3" fmla="*/ G2 1 32767"/>
              <a:gd name="G4" fmla="cos G0 G3"/>
              <a:gd name="G5" fmla="*/ 74 1 2"/>
              <a:gd name="G6" fmla="*/ 1 48365 11520"/>
              <a:gd name="G7" fmla="*/ G6 32767 1"/>
              <a:gd name="G8" fmla="*/ G7 1 32767"/>
              <a:gd name="G9" fmla="sin G5 G8"/>
              <a:gd name="G10" fmla="*/ 74 1 2"/>
              <a:gd name="G11" fmla="+- G10 0 G4"/>
              <a:gd name="G12" fmla="+- G10 G4 0"/>
              <a:gd name="G13" fmla="+- G12 0 0"/>
              <a:gd name="G14" fmla="*/ 74 1 2"/>
              <a:gd name="G15" fmla="+- G14 0 G9"/>
              <a:gd name="G16" fmla="+- G14 G9 0"/>
              <a:gd name="G17" fmla="+- G16 0 0"/>
              <a:gd name="G18" fmla="+- 74 0 0"/>
              <a:gd name="G19" fmla="+- 74 0 0"/>
              <a:gd name="G20" fmla="+- 180 0 0"/>
              <a:gd name="G21" fmla="+- 90 0 0"/>
              <a:gd name="G22" fmla="+- 270 0 0"/>
              <a:gd name="G23" fmla="+- 90 0 0"/>
              <a:gd name="G24" fmla="+- 0 0 0"/>
              <a:gd name="G25" fmla="+- 90 0 0"/>
              <a:gd name="G26" fmla="+- 90 0 0"/>
              <a:gd name="G27" fmla="+- 90 0 0"/>
            </a:gdLst>
            <a:ahLst/>
            <a:cxnLst>
              <a:cxn ang="0">
                <a:pos x="r" y="vc"/>
              </a:cxn>
              <a:cxn ang="5400000">
                <a:pos x="hc" y="b"/>
              </a:cxn>
              <a:cxn ang="10800000">
                <a:pos x="l" y="vc"/>
              </a:cxn>
              <a:cxn ang="16200000">
                <a:pos x="hc" y="t"/>
              </a:cxn>
            </a:cxnLst>
            <a:rect l="0" t="0" r="0" b="0"/>
            <a:pathLst>
              <a:path>
                <a:moveTo>
                  <a:pt x="0" y="37"/>
                </a:moveTo>
                <a:lnTo>
                  <a:pt x="37" y="37"/>
                </a:lnTo>
                <a:lnTo>
                  <a:pt x="180" y="90"/>
                </a:lnTo>
                <a:lnTo>
                  <a:pt x="37" y="37"/>
                </a:lnTo>
                <a:lnTo>
                  <a:pt x="270" y="90"/>
                </a:lnTo>
                <a:close/>
              </a:path>
            </a:pathLst>
          </a:custGeom>
          <a:solidFill>
            <a:srgbClr val="1F1D1B">
              <a:alpha val="7999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de-DE"/>
          </a:p>
        </p:txBody>
      </p:sp>
      <p:sp>
        <p:nvSpPr>
          <p:cNvPr id="3074" name="AutoShape 2">
            <a:extLst>
              <a:ext uri="{FF2B5EF4-FFF2-40B4-BE49-F238E27FC236}">
                <a16:creationId xmlns:a16="http://schemas.microsoft.com/office/drawing/2014/main" id="{A2196B76-3D10-464A-01D5-050D11589D4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07075" y="5651500"/>
            <a:ext cx="22225" cy="22225"/>
          </a:xfrm>
          <a:custGeom>
            <a:avLst/>
            <a:gdLst>
              <a:gd name="G0" fmla="*/ 63 1 2"/>
              <a:gd name="G1" fmla="*/ 1 48365 11520"/>
              <a:gd name="G2" fmla="*/ G1 32767 1"/>
              <a:gd name="G3" fmla="*/ G2 1 32767"/>
              <a:gd name="G4" fmla="cos G0 G3"/>
              <a:gd name="G5" fmla="*/ 63 1 2"/>
              <a:gd name="G6" fmla="*/ 1 48365 11520"/>
              <a:gd name="G7" fmla="*/ G6 32767 1"/>
              <a:gd name="G8" fmla="*/ G7 1 32767"/>
              <a:gd name="G9" fmla="sin G5 G8"/>
              <a:gd name="G10" fmla="*/ 63 1 2"/>
              <a:gd name="G11" fmla="+- G10 0 G4"/>
              <a:gd name="G12" fmla="+- G10 G4 0"/>
              <a:gd name="G13" fmla="+- G12 0 0"/>
              <a:gd name="G14" fmla="*/ 63 1 2"/>
              <a:gd name="G15" fmla="+- G14 0 G9"/>
              <a:gd name="G16" fmla="+- G14 G9 0"/>
              <a:gd name="G17" fmla="+- G16 0 0"/>
              <a:gd name="G18" fmla="+- 63 0 0"/>
              <a:gd name="G19" fmla="+- 63 0 0"/>
              <a:gd name="G20" fmla="+- 180 0 0"/>
              <a:gd name="G21" fmla="+- 90 0 0"/>
              <a:gd name="G22" fmla="+- 270 0 0"/>
              <a:gd name="G23" fmla="+- 90 0 0"/>
              <a:gd name="G24" fmla="+- 0 0 0"/>
              <a:gd name="G25" fmla="+- 90 0 0"/>
              <a:gd name="G26" fmla="+- 90 0 0"/>
              <a:gd name="G27" fmla="+- 90 0 0"/>
            </a:gdLst>
            <a:ahLst/>
            <a:cxnLst>
              <a:cxn ang="0">
                <a:pos x="r" y="vc"/>
              </a:cxn>
              <a:cxn ang="5400000">
                <a:pos x="hc" y="b"/>
              </a:cxn>
              <a:cxn ang="10800000">
                <a:pos x="l" y="vc"/>
              </a:cxn>
              <a:cxn ang="16200000">
                <a:pos x="hc" y="t"/>
              </a:cxn>
            </a:cxnLst>
            <a:rect l="0" t="0" r="0" b="0"/>
            <a:pathLst>
              <a:path>
                <a:moveTo>
                  <a:pt x="0" y="32"/>
                </a:moveTo>
                <a:lnTo>
                  <a:pt x="32" y="32"/>
                </a:lnTo>
                <a:lnTo>
                  <a:pt x="180" y="90"/>
                </a:lnTo>
                <a:lnTo>
                  <a:pt x="32" y="32"/>
                </a:lnTo>
                <a:lnTo>
                  <a:pt x="270" y="90"/>
                </a:lnTo>
                <a:close/>
              </a:path>
            </a:pathLst>
          </a:custGeom>
          <a:solidFill>
            <a:srgbClr val="1F1D1B">
              <a:alpha val="7999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de-DE"/>
          </a:p>
        </p:txBody>
      </p:sp>
      <p:sp>
        <p:nvSpPr>
          <p:cNvPr id="3075" name="AutoShape 3">
            <a:extLst>
              <a:ext uri="{FF2B5EF4-FFF2-40B4-BE49-F238E27FC236}">
                <a16:creationId xmlns:a16="http://schemas.microsoft.com/office/drawing/2014/main" id="{949ED9FE-392A-8E93-AA9C-FFDF71BDE54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95800" y="542925"/>
            <a:ext cx="22225" cy="22225"/>
          </a:xfrm>
          <a:custGeom>
            <a:avLst/>
            <a:gdLst>
              <a:gd name="G0" fmla="*/ 63 1 2"/>
              <a:gd name="G1" fmla="*/ 1 48365 11520"/>
              <a:gd name="G2" fmla="*/ G1 32767 1"/>
              <a:gd name="G3" fmla="*/ G2 1 32767"/>
              <a:gd name="G4" fmla="cos G0 G3"/>
              <a:gd name="G5" fmla="*/ 63 1 2"/>
              <a:gd name="G6" fmla="*/ 1 48365 11520"/>
              <a:gd name="G7" fmla="*/ G6 32767 1"/>
              <a:gd name="G8" fmla="*/ G7 1 32767"/>
              <a:gd name="G9" fmla="sin G5 G8"/>
              <a:gd name="G10" fmla="*/ 63 1 2"/>
              <a:gd name="G11" fmla="+- G10 0 G4"/>
              <a:gd name="G12" fmla="+- G10 G4 0"/>
              <a:gd name="G13" fmla="+- G12 0 0"/>
              <a:gd name="G14" fmla="*/ 63 1 2"/>
              <a:gd name="G15" fmla="+- G14 0 G9"/>
              <a:gd name="G16" fmla="+- G14 G9 0"/>
              <a:gd name="G17" fmla="+- G16 0 0"/>
              <a:gd name="G18" fmla="+- 63 0 0"/>
              <a:gd name="G19" fmla="+- 63 0 0"/>
              <a:gd name="G20" fmla="+- 180 0 0"/>
              <a:gd name="G21" fmla="+- 90 0 0"/>
              <a:gd name="G22" fmla="+- 270 0 0"/>
              <a:gd name="G23" fmla="+- 90 0 0"/>
              <a:gd name="G24" fmla="+- 0 0 0"/>
              <a:gd name="G25" fmla="+- 90 0 0"/>
              <a:gd name="G26" fmla="+- 90 0 0"/>
              <a:gd name="G27" fmla="+- 90 0 0"/>
            </a:gdLst>
            <a:ahLst/>
            <a:cxnLst>
              <a:cxn ang="0">
                <a:pos x="r" y="vc"/>
              </a:cxn>
              <a:cxn ang="5400000">
                <a:pos x="hc" y="b"/>
              </a:cxn>
              <a:cxn ang="10800000">
                <a:pos x="l" y="vc"/>
              </a:cxn>
              <a:cxn ang="16200000">
                <a:pos x="hc" y="t"/>
              </a:cxn>
            </a:cxnLst>
            <a:rect l="0" t="0" r="0" b="0"/>
            <a:pathLst>
              <a:path>
                <a:moveTo>
                  <a:pt x="0" y="32"/>
                </a:moveTo>
                <a:lnTo>
                  <a:pt x="32" y="32"/>
                </a:lnTo>
                <a:lnTo>
                  <a:pt x="180" y="90"/>
                </a:lnTo>
                <a:lnTo>
                  <a:pt x="32" y="32"/>
                </a:lnTo>
                <a:lnTo>
                  <a:pt x="270" y="90"/>
                </a:lnTo>
                <a:close/>
              </a:path>
            </a:pathLst>
          </a:custGeom>
          <a:solidFill>
            <a:srgbClr val="1F1D1B">
              <a:alpha val="7999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de-DE"/>
          </a:p>
        </p:txBody>
      </p:sp>
      <p:sp>
        <p:nvSpPr>
          <p:cNvPr id="3076" name="AutoShape 4">
            <a:extLst>
              <a:ext uri="{FF2B5EF4-FFF2-40B4-BE49-F238E27FC236}">
                <a16:creationId xmlns:a16="http://schemas.microsoft.com/office/drawing/2014/main" id="{AF868C1C-1676-2F71-A1F4-2557BB142E1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89625" y="7143750"/>
            <a:ext cx="15875" cy="15875"/>
          </a:xfrm>
          <a:custGeom>
            <a:avLst/>
            <a:gdLst>
              <a:gd name="G0" fmla="*/ 45 1 2"/>
              <a:gd name="G1" fmla="*/ 1 48365 11520"/>
              <a:gd name="G2" fmla="*/ G1 32767 1"/>
              <a:gd name="G3" fmla="*/ G2 1 32767"/>
              <a:gd name="G4" fmla="cos G0 G3"/>
              <a:gd name="G5" fmla="*/ 45 1 2"/>
              <a:gd name="G6" fmla="*/ 1 48365 11520"/>
              <a:gd name="G7" fmla="*/ G6 32767 1"/>
              <a:gd name="G8" fmla="*/ G7 1 32767"/>
              <a:gd name="G9" fmla="sin G5 G8"/>
              <a:gd name="G10" fmla="*/ 45 1 2"/>
              <a:gd name="G11" fmla="+- G10 0 G4"/>
              <a:gd name="G12" fmla="+- G10 G4 0"/>
              <a:gd name="G13" fmla="+- G12 0 0"/>
              <a:gd name="G14" fmla="*/ 45 1 2"/>
              <a:gd name="G15" fmla="+- G14 0 G9"/>
              <a:gd name="G16" fmla="+- G14 G9 0"/>
              <a:gd name="G17" fmla="+- G16 0 0"/>
              <a:gd name="G18" fmla="+- 45 0 0"/>
              <a:gd name="G19" fmla="+- 45 0 0"/>
              <a:gd name="G20" fmla="+- 180 0 0"/>
              <a:gd name="G21" fmla="+- 90 0 0"/>
              <a:gd name="G22" fmla="+- 270 0 0"/>
              <a:gd name="G23" fmla="+- 90 0 0"/>
              <a:gd name="G24" fmla="+- 0 0 0"/>
              <a:gd name="G25" fmla="+- 90 0 0"/>
              <a:gd name="G26" fmla="+- 90 0 0"/>
              <a:gd name="G27" fmla="+- 90 0 0"/>
            </a:gdLst>
            <a:ahLst/>
            <a:cxnLst>
              <a:cxn ang="0">
                <a:pos x="r" y="vc"/>
              </a:cxn>
              <a:cxn ang="5400000">
                <a:pos x="hc" y="b"/>
              </a:cxn>
              <a:cxn ang="10800000">
                <a:pos x="l" y="vc"/>
              </a:cxn>
              <a:cxn ang="16200000">
                <a:pos x="hc" y="t"/>
              </a:cxn>
            </a:cxnLst>
            <a:rect l="0" t="0" r="0" b="0"/>
            <a:pathLst>
              <a:path>
                <a:moveTo>
                  <a:pt x="0" y="23"/>
                </a:moveTo>
                <a:lnTo>
                  <a:pt x="23" y="23"/>
                </a:lnTo>
                <a:lnTo>
                  <a:pt x="180" y="90"/>
                </a:lnTo>
                <a:lnTo>
                  <a:pt x="23" y="23"/>
                </a:lnTo>
                <a:lnTo>
                  <a:pt x="270" y="90"/>
                </a:lnTo>
                <a:close/>
              </a:path>
            </a:pathLst>
          </a:custGeom>
          <a:solidFill>
            <a:srgbClr val="1F1D1B">
              <a:alpha val="7999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de-DE"/>
          </a:p>
        </p:txBody>
      </p:sp>
      <p:sp>
        <p:nvSpPr>
          <p:cNvPr id="3077" name="AutoShape 5">
            <a:extLst>
              <a:ext uri="{FF2B5EF4-FFF2-40B4-BE49-F238E27FC236}">
                <a16:creationId xmlns:a16="http://schemas.microsoft.com/office/drawing/2014/main" id="{607886A1-5E4D-674D-3AE9-DB7BF861688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91175" y="9531350"/>
            <a:ext cx="26988" cy="26988"/>
          </a:xfrm>
          <a:custGeom>
            <a:avLst/>
            <a:gdLst>
              <a:gd name="G0" fmla="*/ 76 1 2"/>
              <a:gd name="G1" fmla="*/ 1 48365 11520"/>
              <a:gd name="G2" fmla="*/ G1 32767 1"/>
              <a:gd name="G3" fmla="*/ G2 1 32767"/>
              <a:gd name="G4" fmla="cos G0 G3"/>
              <a:gd name="G5" fmla="*/ 76 1 2"/>
              <a:gd name="G6" fmla="*/ 1 48365 11520"/>
              <a:gd name="G7" fmla="*/ G6 32767 1"/>
              <a:gd name="G8" fmla="*/ G7 1 32767"/>
              <a:gd name="G9" fmla="sin G5 G8"/>
              <a:gd name="G10" fmla="*/ 76 1 2"/>
              <a:gd name="G11" fmla="+- G10 0 G4"/>
              <a:gd name="G12" fmla="+- G10 G4 0"/>
              <a:gd name="G13" fmla="+- G12 0 0"/>
              <a:gd name="G14" fmla="*/ 76 1 2"/>
              <a:gd name="G15" fmla="+- G14 0 G9"/>
              <a:gd name="G16" fmla="+- G14 G9 0"/>
              <a:gd name="G17" fmla="+- G16 0 0"/>
              <a:gd name="G18" fmla="+- 76 0 0"/>
              <a:gd name="G19" fmla="+- 76 0 0"/>
              <a:gd name="G20" fmla="+- 180 0 0"/>
              <a:gd name="G21" fmla="+- 90 0 0"/>
              <a:gd name="G22" fmla="+- 270 0 0"/>
              <a:gd name="G23" fmla="+- 90 0 0"/>
              <a:gd name="G24" fmla="+- 0 0 0"/>
              <a:gd name="G25" fmla="+- 90 0 0"/>
              <a:gd name="G26" fmla="+- 90 0 0"/>
              <a:gd name="G27" fmla="+- 90 0 0"/>
            </a:gdLst>
            <a:ahLst/>
            <a:cxnLst>
              <a:cxn ang="0">
                <a:pos x="r" y="vc"/>
              </a:cxn>
              <a:cxn ang="5400000">
                <a:pos x="hc" y="b"/>
              </a:cxn>
              <a:cxn ang="10800000">
                <a:pos x="l" y="vc"/>
              </a:cxn>
              <a:cxn ang="16200000">
                <a:pos x="hc" y="t"/>
              </a:cxn>
            </a:cxnLst>
            <a:rect l="0" t="0" r="0" b="0"/>
            <a:pathLst>
              <a:path>
                <a:moveTo>
                  <a:pt x="0" y="38"/>
                </a:moveTo>
                <a:lnTo>
                  <a:pt x="38" y="38"/>
                </a:lnTo>
                <a:lnTo>
                  <a:pt x="180" y="90"/>
                </a:lnTo>
                <a:lnTo>
                  <a:pt x="38" y="38"/>
                </a:lnTo>
                <a:lnTo>
                  <a:pt x="270" y="90"/>
                </a:lnTo>
                <a:close/>
              </a:path>
            </a:pathLst>
          </a:custGeom>
          <a:solidFill>
            <a:srgbClr val="1F1D1B">
              <a:alpha val="7999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de-DE"/>
          </a:p>
        </p:txBody>
      </p:sp>
      <p:sp>
        <p:nvSpPr>
          <p:cNvPr id="3078" name="AutoShape 6">
            <a:extLst>
              <a:ext uri="{FF2B5EF4-FFF2-40B4-BE49-F238E27FC236}">
                <a16:creationId xmlns:a16="http://schemas.microsoft.com/office/drawing/2014/main" id="{870723F0-2ABD-A504-5668-45D88FDF6EB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42113" y="1836738"/>
            <a:ext cx="12700" cy="12700"/>
          </a:xfrm>
          <a:custGeom>
            <a:avLst/>
            <a:gdLst>
              <a:gd name="G0" fmla="*/ 37 1 2"/>
              <a:gd name="G1" fmla="*/ 1 48365 11520"/>
              <a:gd name="G2" fmla="*/ G1 32767 1"/>
              <a:gd name="G3" fmla="*/ G2 1 32767"/>
              <a:gd name="G4" fmla="cos G0 G3"/>
              <a:gd name="G5" fmla="*/ 37 1 2"/>
              <a:gd name="G6" fmla="*/ 1 48365 11520"/>
              <a:gd name="G7" fmla="*/ G6 32767 1"/>
              <a:gd name="G8" fmla="*/ G7 1 32767"/>
              <a:gd name="G9" fmla="sin G5 G8"/>
              <a:gd name="G10" fmla="*/ 37 1 2"/>
              <a:gd name="G11" fmla="+- G10 0 G4"/>
              <a:gd name="G12" fmla="+- G10 G4 0"/>
              <a:gd name="G13" fmla="+- G12 0 0"/>
              <a:gd name="G14" fmla="*/ 37 1 2"/>
              <a:gd name="G15" fmla="+- G14 0 G9"/>
              <a:gd name="G16" fmla="+- G14 G9 0"/>
              <a:gd name="G17" fmla="+- G16 0 0"/>
              <a:gd name="G18" fmla="+- 37 0 0"/>
              <a:gd name="G19" fmla="+- 37 0 0"/>
              <a:gd name="G20" fmla="+- 180 0 0"/>
              <a:gd name="G21" fmla="+- 90 0 0"/>
              <a:gd name="G22" fmla="+- 270 0 0"/>
              <a:gd name="G23" fmla="+- 90 0 0"/>
              <a:gd name="G24" fmla="+- 0 0 0"/>
              <a:gd name="G25" fmla="+- 90 0 0"/>
              <a:gd name="G26" fmla="+- 90 0 0"/>
              <a:gd name="G27" fmla="+- 90 0 0"/>
            </a:gdLst>
            <a:ahLst/>
            <a:cxnLst>
              <a:cxn ang="0">
                <a:pos x="r" y="vc"/>
              </a:cxn>
              <a:cxn ang="5400000">
                <a:pos x="hc" y="b"/>
              </a:cxn>
              <a:cxn ang="10800000">
                <a:pos x="l" y="vc"/>
              </a:cxn>
              <a:cxn ang="16200000">
                <a:pos x="hc" y="t"/>
              </a:cxn>
            </a:cxnLst>
            <a:rect l="0" t="0" r="0" b="0"/>
            <a:pathLst>
              <a:path>
                <a:moveTo>
                  <a:pt x="0" y="19"/>
                </a:moveTo>
                <a:lnTo>
                  <a:pt x="19" y="19"/>
                </a:lnTo>
                <a:lnTo>
                  <a:pt x="180" y="90"/>
                </a:lnTo>
                <a:lnTo>
                  <a:pt x="19" y="19"/>
                </a:lnTo>
                <a:lnTo>
                  <a:pt x="270" y="90"/>
                </a:lnTo>
                <a:close/>
              </a:path>
            </a:pathLst>
          </a:custGeom>
          <a:solidFill>
            <a:srgbClr val="1F1D1B">
              <a:alpha val="7999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de-DE"/>
          </a:p>
        </p:txBody>
      </p:sp>
      <p:sp>
        <p:nvSpPr>
          <p:cNvPr id="3079" name="AutoShape 7">
            <a:extLst>
              <a:ext uri="{FF2B5EF4-FFF2-40B4-BE49-F238E27FC236}">
                <a16:creationId xmlns:a16="http://schemas.microsoft.com/office/drawing/2014/main" id="{077405B1-52FB-EB56-7BA9-CA7986AD31B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40300" y="8369300"/>
            <a:ext cx="12700" cy="12700"/>
          </a:xfrm>
          <a:custGeom>
            <a:avLst/>
            <a:gdLst>
              <a:gd name="G0" fmla="*/ 38 1 2"/>
              <a:gd name="G1" fmla="*/ 1 48365 11520"/>
              <a:gd name="G2" fmla="*/ G1 32767 1"/>
              <a:gd name="G3" fmla="*/ G2 1 32767"/>
              <a:gd name="G4" fmla="cos G0 G3"/>
              <a:gd name="G5" fmla="*/ 38 1 2"/>
              <a:gd name="G6" fmla="*/ 1 48365 11520"/>
              <a:gd name="G7" fmla="*/ G6 32767 1"/>
              <a:gd name="G8" fmla="*/ G7 1 32767"/>
              <a:gd name="G9" fmla="sin G5 G8"/>
              <a:gd name="G10" fmla="*/ 38 1 2"/>
              <a:gd name="G11" fmla="+- G10 0 G4"/>
              <a:gd name="G12" fmla="+- G10 G4 0"/>
              <a:gd name="G13" fmla="+- G12 0 0"/>
              <a:gd name="G14" fmla="*/ 38 1 2"/>
              <a:gd name="G15" fmla="+- G14 0 G9"/>
              <a:gd name="G16" fmla="+- G14 G9 0"/>
              <a:gd name="G17" fmla="+- G16 0 0"/>
              <a:gd name="G18" fmla="+- 38 0 0"/>
              <a:gd name="G19" fmla="+- 38 0 0"/>
              <a:gd name="G20" fmla="+- 180 0 0"/>
              <a:gd name="G21" fmla="+- 90 0 0"/>
              <a:gd name="G22" fmla="+- 270 0 0"/>
              <a:gd name="G23" fmla="+- 90 0 0"/>
              <a:gd name="G24" fmla="+- 0 0 0"/>
              <a:gd name="G25" fmla="+- 90 0 0"/>
              <a:gd name="G26" fmla="+- 90 0 0"/>
              <a:gd name="G27" fmla="+- 90 0 0"/>
            </a:gdLst>
            <a:ahLst/>
            <a:cxnLst>
              <a:cxn ang="0">
                <a:pos x="r" y="vc"/>
              </a:cxn>
              <a:cxn ang="5400000">
                <a:pos x="hc" y="b"/>
              </a:cxn>
              <a:cxn ang="10800000">
                <a:pos x="l" y="vc"/>
              </a:cxn>
              <a:cxn ang="16200000">
                <a:pos x="hc" y="t"/>
              </a:cxn>
            </a:cxnLst>
            <a:rect l="0" t="0" r="0" b="0"/>
            <a:pathLst>
              <a:path>
                <a:moveTo>
                  <a:pt x="0" y="19"/>
                </a:moveTo>
                <a:lnTo>
                  <a:pt x="19" y="19"/>
                </a:lnTo>
                <a:lnTo>
                  <a:pt x="180" y="90"/>
                </a:lnTo>
                <a:lnTo>
                  <a:pt x="19" y="19"/>
                </a:lnTo>
                <a:lnTo>
                  <a:pt x="270" y="90"/>
                </a:lnTo>
                <a:close/>
              </a:path>
            </a:pathLst>
          </a:custGeom>
          <a:solidFill>
            <a:srgbClr val="1F1D1B">
              <a:alpha val="7999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de-DE"/>
          </a:p>
        </p:txBody>
      </p:sp>
      <p:sp>
        <p:nvSpPr>
          <p:cNvPr id="3080" name="AutoShape 8">
            <a:extLst>
              <a:ext uri="{FF2B5EF4-FFF2-40B4-BE49-F238E27FC236}">
                <a16:creationId xmlns:a16="http://schemas.microsoft.com/office/drawing/2014/main" id="{BD1A3841-648F-28A4-DA92-C60A77E1759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32163" y="3143250"/>
            <a:ext cx="19050" cy="19050"/>
          </a:xfrm>
          <a:custGeom>
            <a:avLst/>
            <a:gdLst>
              <a:gd name="G0" fmla="*/ 53 1 2"/>
              <a:gd name="G1" fmla="*/ 1 48365 11520"/>
              <a:gd name="G2" fmla="*/ G1 32767 1"/>
              <a:gd name="G3" fmla="*/ G2 1 32767"/>
              <a:gd name="G4" fmla="cos G0 G3"/>
              <a:gd name="G5" fmla="*/ 53 1 2"/>
              <a:gd name="G6" fmla="*/ 1 48365 11520"/>
              <a:gd name="G7" fmla="*/ G6 32767 1"/>
              <a:gd name="G8" fmla="*/ G7 1 32767"/>
              <a:gd name="G9" fmla="sin G5 G8"/>
              <a:gd name="G10" fmla="*/ 53 1 2"/>
              <a:gd name="G11" fmla="+- G10 0 G4"/>
              <a:gd name="G12" fmla="+- G10 G4 0"/>
              <a:gd name="G13" fmla="+- G12 0 0"/>
              <a:gd name="G14" fmla="*/ 53 1 2"/>
              <a:gd name="G15" fmla="+- G14 0 G9"/>
              <a:gd name="G16" fmla="+- G14 G9 0"/>
              <a:gd name="G17" fmla="+- G16 0 0"/>
              <a:gd name="G18" fmla="+- 53 0 0"/>
              <a:gd name="G19" fmla="+- 53 0 0"/>
              <a:gd name="G20" fmla="+- 180 0 0"/>
              <a:gd name="G21" fmla="+- 90 0 0"/>
              <a:gd name="G22" fmla="+- 270 0 0"/>
              <a:gd name="G23" fmla="+- 90 0 0"/>
              <a:gd name="G24" fmla="+- 0 0 0"/>
              <a:gd name="G25" fmla="+- 90 0 0"/>
              <a:gd name="G26" fmla="+- 90 0 0"/>
              <a:gd name="G27" fmla="+- 90 0 0"/>
            </a:gdLst>
            <a:ahLst/>
            <a:cxnLst>
              <a:cxn ang="0">
                <a:pos x="r" y="vc"/>
              </a:cxn>
              <a:cxn ang="5400000">
                <a:pos x="hc" y="b"/>
              </a:cxn>
              <a:cxn ang="10800000">
                <a:pos x="l" y="vc"/>
              </a:cxn>
              <a:cxn ang="16200000">
                <a:pos x="hc" y="t"/>
              </a:cxn>
            </a:cxnLst>
            <a:rect l="0" t="0" r="0" b="0"/>
            <a:pathLst>
              <a:path>
                <a:moveTo>
                  <a:pt x="0" y="27"/>
                </a:moveTo>
                <a:lnTo>
                  <a:pt x="27" y="27"/>
                </a:lnTo>
                <a:lnTo>
                  <a:pt x="180" y="90"/>
                </a:lnTo>
                <a:lnTo>
                  <a:pt x="27" y="27"/>
                </a:lnTo>
                <a:lnTo>
                  <a:pt x="270" y="90"/>
                </a:lnTo>
                <a:close/>
              </a:path>
            </a:pathLst>
          </a:custGeom>
          <a:solidFill>
            <a:srgbClr val="1F1D1B">
              <a:alpha val="7999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de-DE"/>
          </a:p>
        </p:txBody>
      </p:sp>
      <p:sp>
        <p:nvSpPr>
          <p:cNvPr id="3081" name="AutoShape 9">
            <a:extLst>
              <a:ext uri="{FF2B5EF4-FFF2-40B4-BE49-F238E27FC236}">
                <a16:creationId xmlns:a16="http://schemas.microsoft.com/office/drawing/2014/main" id="{B5A46D8F-1A89-CAED-9004-487CFAC02D1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57775" y="407988"/>
            <a:ext cx="19050" cy="19050"/>
          </a:xfrm>
          <a:custGeom>
            <a:avLst/>
            <a:gdLst>
              <a:gd name="G0" fmla="*/ 55 1 2"/>
              <a:gd name="G1" fmla="*/ 1 48365 11520"/>
              <a:gd name="G2" fmla="*/ G1 32767 1"/>
              <a:gd name="G3" fmla="*/ G2 1 32767"/>
              <a:gd name="G4" fmla="cos G0 G3"/>
              <a:gd name="G5" fmla="*/ 55 1 2"/>
              <a:gd name="G6" fmla="*/ 1 48365 11520"/>
              <a:gd name="G7" fmla="*/ G6 32767 1"/>
              <a:gd name="G8" fmla="*/ G7 1 32767"/>
              <a:gd name="G9" fmla="sin G5 G8"/>
              <a:gd name="G10" fmla="*/ 55 1 2"/>
              <a:gd name="G11" fmla="+- G10 0 G4"/>
              <a:gd name="G12" fmla="+- G10 G4 0"/>
              <a:gd name="G13" fmla="+- G12 0 0"/>
              <a:gd name="G14" fmla="*/ 55 1 2"/>
              <a:gd name="G15" fmla="+- G14 0 G9"/>
              <a:gd name="G16" fmla="+- G14 G9 0"/>
              <a:gd name="G17" fmla="+- G16 0 0"/>
              <a:gd name="G18" fmla="+- 55 0 0"/>
              <a:gd name="G19" fmla="+- 55 0 0"/>
              <a:gd name="G20" fmla="+- 180 0 0"/>
              <a:gd name="G21" fmla="+- 90 0 0"/>
              <a:gd name="G22" fmla="+- 270 0 0"/>
              <a:gd name="G23" fmla="+- 90 0 0"/>
              <a:gd name="G24" fmla="+- 0 0 0"/>
              <a:gd name="G25" fmla="+- 90 0 0"/>
              <a:gd name="G26" fmla="+- 90 0 0"/>
              <a:gd name="G27" fmla="+- 90 0 0"/>
            </a:gdLst>
            <a:ahLst/>
            <a:cxnLst>
              <a:cxn ang="0">
                <a:pos x="r" y="vc"/>
              </a:cxn>
              <a:cxn ang="5400000">
                <a:pos x="hc" y="b"/>
              </a:cxn>
              <a:cxn ang="10800000">
                <a:pos x="l" y="vc"/>
              </a:cxn>
              <a:cxn ang="16200000">
                <a:pos x="hc" y="t"/>
              </a:cxn>
            </a:cxnLst>
            <a:rect l="0" t="0" r="0" b="0"/>
            <a:pathLst>
              <a:path>
                <a:moveTo>
                  <a:pt x="0" y="28"/>
                </a:moveTo>
                <a:lnTo>
                  <a:pt x="28" y="28"/>
                </a:lnTo>
                <a:lnTo>
                  <a:pt x="180" y="90"/>
                </a:lnTo>
                <a:lnTo>
                  <a:pt x="28" y="28"/>
                </a:lnTo>
                <a:lnTo>
                  <a:pt x="270" y="90"/>
                </a:lnTo>
                <a:close/>
              </a:path>
            </a:pathLst>
          </a:custGeom>
          <a:solidFill>
            <a:srgbClr val="1F1D1B">
              <a:alpha val="7999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de-DE"/>
          </a:p>
        </p:txBody>
      </p:sp>
      <p:sp>
        <p:nvSpPr>
          <p:cNvPr id="3082" name="AutoShape 10">
            <a:extLst>
              <a:ext uri="{FF2B5EF4-FFF2-40B4-BE49-F238E27FC236}">
                <a16:creationId xmlns:a16="http://schemas.microsoft.com/office/drawing/2014/main" id="{3F2FDEE0-ED62-EAD2-9C9D-4E48AE4D095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19763" y="4356100"/>
            <a:ext cx="22225" cy="22225"/>
          </a:xfrm>
          <a:custGeom>
            <a:avLst/>
            <a:gdLst>
              <a:gd name="G0" fmla="*/ 64 1 2"/>
              <a:gd name="G1" fmla="*/ 1 48365 11520"/>
              <a:gd name="G2" fmla="*/ G1 32767 1"/>
              <a:gd name="G3" fmla="*/ G2 1 32767"/>
              <a:gd name="G4" fmla="cos G0 G3"/>
              <a:gd name="G5" fmla="*/ 64 1 2"/>
              <a:gd name="G6" fmla="*/ 1 48365 11520"/>
              <a:gd name="G7" fmla="*/ G6 32767 1"/>
              <a:gd name="G8" fmla="*/ G7 1 32767"/>
              <a:gd name="G9" fmla="sin G5 G8"/>
              <a:gd name="G10" fmla="*/ 64 1 2"/>
              <a:gd name="G11" fmla="+- G10 0 G4"/>
              <a:gd name="G12" fmla="+- G10 G4 0"/>
              <a:gd name="G13" fmla="+- G12 0 0"/>
              <a:gd name="G14" fmla="*/ 64 1 2"/>
              <a:gd name="G15" fmla="+- G14 0 G9"/>
              <a:gd name="G16" fmla="+- G14 G9 0"/>
              <a:gd name="G17" fmla="+- G16 0 0"/>
              <a:gd name="G18" fmla="+- 64 0 0"/>
              <a:gd name="G19" fmla="+- 64 0 0"/>
              <a:gd name="G20" fmla="+- 180 0 0"/>
              <a:gd name="G21" fmla="+- 90 0 0"/>
              <a:gd name="G22" fmla="+- 270 0 0"/>
              <a:gd name="G23" fmla="+- 90 0 0"/>
              <a:gd name="G24" fmla="+- 0 0 0"/>
              <a:gd name="G25" fmla="+- 90 0 0"/>
              <a:gd name="G26" fmla="+- 90 0 0"/>
              <a:gd name="G27" fmla="+- 90 0 0"/>
            </a:gdLst>
            <a:ahLst/>
            <a:cxnLst>
              <a:cxn ang="0">
                <a:pos x="r" y="vc"/>
              </a:cxn>
              <a:cxn ang="5400000">
                <a:pos x="hc" y="b"/>
              </a:cxn>
              <a:cxn ang="10800000">
                <a:pos x="l" y="vc"/>
              </a:cxn>
              <a:cxn ang="16200000">
                <a:pos x="hc" y="t"/>
              </a:cxn>
            </a:cxnLst>
            <a:rect l="0" t="0" r="0" b="0"/>
            <a:pathLst>
              <a:path>
                <a:moveTo>
                  <a:pt x="0" y="32"/>
                </a:moveTo>
                <a:lnTo>
                  <a:pt x="32" y="32"/>
                </a:lnTo>
                <a:lnTo>
                  <a:pt x="180" y="90"/>
                </a:lnTo>
                <a:lnTo>
                  <a:pt x="32" y="32"/>
                </a:lnTo>
                <a:lnTo>
                  <a:pt x="270" y="90"/>
                </a:lnTo>
                <a:close/>
              </a:path>
            </a:pathLst>
          </a:custGeom>
          <a:solidFill>
            <a:srgbClr val="1F1D1B">
              <a:alpha val="7999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de-DE"/>
          </a:p>
        </p:txBody>
      </p:sp>
      <p:sp>
        <p:nvSpPr>
          <p:cNvPr id="3083" name="AutoShape 11">
            <a:extLst>
              <a:ext uri="{FF2B5EF4-FFF2-40B4-BE49-F238E27FC236}">
                <a16:creationId xmlns:a16="http://schemas.microsoft.com/office/drawing/2014/main" id="{6806803D-7D98-A472-C02D-3A9824AA940C}"/>
              </a:ext>
            </a:extLst>
          </p:cNvPr>
          <p:cNvSpPr>
            <a:spLocks noChangeArrowheads="1"/>
          </p:cNvSpPr>
          <p:nvPr/>
        </p:nvSpPr>
        <p:spPr bwMode="auto">
          <a:xfrm>
            <a:off x="915988" y="9117013"/>
            <a:ext cx="19050" cy="19050"/>
          </a:xfrm>
          <a:custGeom>
            <a:avLst/>
            <a:gdLst>
              <a:gd name="G0" fmla="*/ 52 1 2"/>
              <a:gd name="G1" fmla="*/ 1 48365 11520"/>
              <a:gd name="G2" fmla="*/ G1 32767 1"/>
              <a:gd name="G3" fmla="*/ G2 1 32767"/>
              <a:gd name="G4" fmla="cos G0 G3"/>
              <a:gd name="G5" fmla="*/ 52 1 2"/>
              <a:gd name="G6" fmla="*/ 1 48365 11520"/>
              <a:gd name="G7" fmla="*/ G6 32767 1"/>
              <a:gd name="G8" fmla="*/ G7 1 32767"/>
              <a:gd name="G9" fmla="sin G5 G8"/>
              <a:gd name="G10" fmla="*/ 52 1 2"/>
              <a:gd name="G11" fmla="+- G10 0 G4"/>
              <a:gd name="G12" fmla="+- G10 G4 0"/>
              <a:gd name="G13" fmla="+- G12 0 0"/>
              <a:gd name="G14" fmla="*/ 52 1 2"/>
              <a:gd name="G15" fmla="+- G14 0 G9"/>
              <a:gd name="G16" fmla="+- G14 G9 0"/>
              <a:gd name="G17" fmla="+- G16 0 0"/>
              <a:gd name="G18" fmla="+- 52 0 0"/>
              <a:gd name="G19" fmla="+- 52 0 0"/>
              <a:gd name="G20" fmla="+- 180 0 0"/>
              <a:gd name="G21" fmla="+- 90 0 0"/>
              <a:gd name="G22" fmla="+- 270 0 0"/>
              <a:gd name="G23" fmla="+- 90 0 0"/>
              <a:gd name="G24" fmla="+- 0 0 0"/>
              <a:gd name="G25" fmla="+- 90 0 0"/>
              <a:gd name="G26" fmla="+- 90 0 0"/>
              <a:gd name="G27" fmla="+- 90 0 0"/>
            </a:gdLst>
            <a:ahLst/>
            <a:cxnLst>
              <a:cxn ang="0">
                <a:pos x="r" y="vc"/>
              </a:cxn>
              <a:cxn ang="5400000">
                <a:pos x="hc" y="b"/>
              </a:cxn>
              <a:cxn ang="10800000">
                <a:pos x="l" y="vc"/>
              </a:cxn>
              <a:cxn ang="16200000">
                <a:pos x="hc" y="t"/>
              </a:cxn>
            </a:cxnLst>
            <a:rect l="0" t="0" r="0" b="0"/>
            <a:pathLst>
              <a:path>
                <a:moveTo>
                  <a:pt x="0" y="26"/>
                </a:moveTo>
                <a:lnTo>
                  <a:pt x="26" y="26"/>
                </a:lnTo>
                <a:lnTo>
                  <a:pt x="180" y="90"/>
                </a:lnTo>
                <a:lnTo>
                  <a:pt x="26" y="26"/>
                </a:lnTo>
                <a:lnTo>
                  <a:pt x="270" y="90"/>
                </a:lnTo>
                <a:close/>
              </a:path>
            </a:pathLst>
          </a:custGeom>
          <a:solidFill>
            <a:srgbClr val="1F1D1B">
              <a:alpha val="7999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de-DE"/>
          </a:p>
        </p:txBody>
      </p:sp>
      <p:sp>
        <p:nvSpPr>
          <p:cNvPr id="3084" name="AutoShape 12">
            <a:extLst>
              <a:ext uri="{FF2B5EF4-FFF2-40B4-BE49-F238E27FC236}">
                <a16:creationId xmlns:a16="http://schemas.microsoft.com/office/drawing/2014/main" id="{E9FFDE6C-6391-D044-4608-1D6E63A9139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31913" y="8828088"/>
            <a:ext cx="14287" cy="14287"/>
          </a:xfrm>
          <a:custGeom>
            <a:avLst/>
            <a:gdLst>
              <a:gd name="G0" fmla="*/ 39 1 2"/>
              <a:gd name="G1" fmla="*/ 1 48365 11520"/>
              <a:gd name="G2" fmla="*/ G1 32767 1"/>
              <a:gd name="G3" fmla="*/ G2 1 32767"/>
              <a:gd name="G4" fmla="cos G0 G3"/>
              <a:gd name="G5" fmla="*/ 39 1 2"/>
              <a:gd name="G6" fmla="*/ 1 48365 11520"/>
              <a:gd name="G7" fmla="*/ G6 32767 1"/>
              <a:gd name="G8" fmla="*/ G7 1 32767"/>
              <a:gd name="G9" fmla="sin G5 G8"/>
              <a:gd name="G10" fmla="*/ 39 1 2"/>
              <a:gd name="G11" fmla="+- G10 0 G4"/>
              <a:gd name="G12" fmla="+- G10 G4 0"/>
              <a:gd name="G13" fmla="+- G12 0 0"/>
              <a:gd name="G14" fmla="*/ 39 1 2"/>
              <a:gd name="G15" fmla="+- G14 0 G9"/>
              <a:gd name="G16" fmla="+- G14 G9 0"/>
              <a:gd name="G17" fmla="+- G16 0 0"/>
              <a:gd name="G18" fmla="+- 39 0 0"/>
              <a:gd name="G19" fmla="+- 39 0 0"/>
              <a:gd name="G20" fmla="+- 180 0 0"/>
              <a:gd name="G21" fmla="+- 90 0 0"/>
              <a:gd name="G22" fmla="+- 270 0 0"/>
              <a:gd name="G23" fmla="+- 90 0 0"/>
              <a:gd name="G24" fmla="+- 0 0 0"/>
              <a:gd name="G25" fmla="+- 90 0 0"/>
              <a:gd name="G26" fmla="+- 90 0 0"/>
              <a:gd name="G27" fmla="+- 90 0 0"/>
            </a:gdLst>
            <a:ahLst/>
            <a:cxnLst>
              <a:cxn ang="0">
                <a:pos x="r" y="vc"/>
              </a:cxn>
              <a:cxn ang="5400000">
                <a:pos x="hc" y="b"/>
              </a:cxn>
              <a:cxn ang="10800000">
                <a:pos x="l" y="vc"/>
              </a:cxn>
              <a:cxn ang="16200000">
                <a:pos x="hc" y="t"/>
              </a:cxn>
            </a:cxnLst>
            <a:rect l="0" t="0" r="0" b="0"/>
            <a:pathLst>
              <a:path>
                <a:moveTo>
                  <a:pt x="0" y="20"/>
                </a:moveTo>
                <a:lnTo>
                  <a:pt x="20" y="20"/>
                </a:lnTo>
                <a:lnTo>
                  <a:pt x="180" y="90"/>
                </a:lnTo>
                <a:lnTo>
                  <a:pt x="20" y="20"/>
                </a:lnTo>
                <a:lnTo>
                  <a:pt x="270" y="90"/>
                </a:lnTo>
                <a:close/>
              </a:path>
            </a:pathLst>
          </a:custGeom>
          <a:solidFill>
            <a:srgbClr val="1F1D1B">
              <a:alpha val="7999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de-DE"/>
          </a:p>
        </p:txBody>
      </p:sp>
      <p:sp>
        <p:nvSpPr>
          <p:cNvPr id="3085" name="AutoShape 13">
            <a:extLst>
              <a:ext uri="{FF2B5EF4-FFF2-40B4-BE49-F238E27FC236}">
                <a16:creationId xmlns:a16="http://schemas.microsoft.com/office/drawing/2014/main" id="{22D6A7A4-3104-2D90-7ED1-1D1E32D3535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70163" y="7675563"/>
            <a:ext cx="15875" cy="15875"/>
          </a:xfrm>
          <a:custGeom>
            <a:avLst/>
            <a:gdLst>
              <a:gd name="G0" fmla="*/ 43 1 2"/>
              <a:gd name="G1" fmla="*/ 1 48365 11520"/>
              <a:gd name="G2" fmla="*/ G1 32767 1"/>
              <a:gd name="G3" fmla="*/ G2 1 32767"/>
              <a:gd name="G4" fmla="cos G0 G3"/>
              <a:gd name="G5" fmla="*/ 43 1 2"/>
              <a:gd name="G6" fmla="*/ 1 48365 11520"/>
              <a:gd name="G7" fmla="*/ G6 32767 1"/>
              <a:gd name="G8" fmla="*/ G7 1 32767"/>
              <a:gd name="G9" fmla="sin G5 G8"/>
              <a:gd name="G10" fmla="*/ 43 1 2"/>
              <a:gd name="G11" fmla="+- G10 0 G4"/>
              <a:gd name="G12" fmla="+- G10 G4 0"/>
              <a:gd name="G13" fmla="+- G12 0 0"/>
              <a:gd name="G14" fmla="*/ 43 1 2"/>
              <a:gd name="G15" fmla="+- G14 0 G9"/>
              <a:gd name="G16" fmla="+- G14 G9 0"/>
              <a:gd name="G17" fmla="+- G16 0 0"/>
              <a:gd name="G18" fmla="+- 43 0 0"/>
              <a:gd name="G19" fmla="+- 43 0 0"/>
              <a:gd name="G20" fmla="+- 180 0 0"/>
              <a:gd name="G21" fmla="+- 90 0 0"/>
              <a:gd name="G22" fmla="+- 270 0 0"/>
              <a:gd name="G23" fmla="+- 90 0 0"/>
              <a:gd name="G24" fmla="+- 0 0 0"/>
              <a:gd name="G25" fmla="+- 90 0 0"/>
              <a:gd name="G26" fmla="+- 90 0 0"/>
              <a:gd name="G27" fmla="+- 90 0 0"/>
            </a:gdLst>
            <a:ahLst/>
            <a:cxnLst>
              <a:cxn ang="0">
                <a:pos x="r" y="vc"/>
              </a:cxn>
              <a:cxn ang="5400000">
                <a:pos x="hc" y="b"/>
              </a:cxn>
              <a:cxn ang="10800000">
                <a:pos x="l" y="vc"/>
              </a:cxn>
              <a:cxn ang="16200000">
                <a:pos x="hc" y="t"/>
              </a:cxn>
            </a:cxnLst>
            <a:rect l="0" t="0" r="0" b="0"/>
            <a:pathLst>
              <a:path>
                <a:moveTo>
                  <a:pt x="0" y="22"/>
                </a:moveTo>
                <a:lnTo>
                  <a:pt x="22" y="22"/>
                </a:lnTo>
                <a:lnTo>
                  <a:pt x="180" y="90"/>
                </a:lnTo>
                <a:lnTo>
                  <a:pt x="22" y="22"/>
                </a:lnTo>
                <a:lnTo>
                  <a:pt x="270" y="90"/>
                </a:lnTo>
                <a:close/>
              </a:path>
            </a:pathLst>
          </a:custGeom>
          <a:solidFill>
            <a:srgbClr val="1F1D1B">
              <a:alpha val="7999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de-DE"/>
          </a:p>
        </p:txBody>
      </p:sp>
      <p:sp>
        <p:nvSpPr>
          <p:cNvPr id="3086" name="AutoShape 14">
            <a:extLst>
              <a:ext uri="{FF2B5EF4-FFF2-40B4-BE49-F238E27FC236}">
                <a16:creationId xmlns:a16="http://schemas.microsoft.com/office/drawing/2014/main" id="{5EA564C8-A040-6ECF-6BB3-3A5C80BBF15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8600" y="9853613"/>
            <a:ext cx="14288" cy="14287"/>
          </a:xfrm>
          <a:custGeom>
            <a:avLst/>
            <a:gdLst>
              <a:gd name="G0" fmla="*/ 39 1 2"/>
              <a:gd name="G1" fmla="*/ 1 48365 11520"/>
              <a:gd name="G2" fmla="*/ G1 32767 1"/>
              <a:gd name="G3" fmla="*/ G2 1 32767"/>
              <a:gd name="G4" fmla="cos G0 G3"/>
              <a:gd name="G5" fmla="*/ 39 1 2"/>
              <a:gd name="G6" fmla="*/ 1 48365 11520"/>
              <a:gd name="G7" fmla="*/ G6 32767 1"/>
              <a:gd name="G8" fmla="*/ G7 1 32767"/>
              <a:gd name="G9" fmla="sin G5 G8"/>
              <a:gd name="G10" fmla="*/ 39 1 2"/>
              <a:gd name="G11" fmla="+- G10 0 G4"/>
              <a:gd name="G12" fmla="+- G10 G4 0"/>
              <a:gd name="G13" fmla="+- G12 0 0"/>
              <a:gd name="G14" fmla="*/ 39 1 2"/>
              <a:gd name="G15" fmla="+- G14 0 G9"/>
              <a:gd name="G16" fmla="+- G14 G9 0"/>
              <a:gd name="G17" fmla="+- G16 0 0"/>
              <a:gd name="G18" fmla="+- 39 0 0"/>
              <a:gd name="G19" fmla="+- 39 0 0"/>
              <a:gd name="G20" fmla="+- 180 0 0"/>
              <a:gd name="G21" fmla="+- 90 0 0"/>
              <a:gd name="G22" fmla="+- 270 0 0"/>
              <a:gd name="G23" fmla="+- 90 0 0"/>
              <a:gd name="G24" fmla="+- 0 0 0"/>
              <a:gd name="G25" fmla="+- 90 0 0"/>
              <a:gd name="G26" fmla="+- 90 0 0"/>
              <a:gd name="G27" fmla="+- 90 0 0"/>
            </a:gdLst>
            <a:ahLst/>
            <a:cxnLst>
              <a:cxn ang="0">
                <a:pos x="r" y="vc"/>
              </a:cxn>
              <a:cxn ang="5400000">
                <a:pos x="hc" y="b"/>
              </a:cxn>
              <a:cxn ang="10800000">
                <a:pos x="l" y="vc"/>
              </a:cxn>
              <a:cxn ang="16200000">
                <a:pos x="hc" y="t"/>
              </a:cxn>
            </a:cxnLst>
            <a:rect l="0" t="0" r="0" b="0"/>
            <a:pathLst>
              <a:path>
                <a:moveTo>
                  <a:pt x="0" y="20"/>
                </a:moveTo>
                <a:lnTo>
                  <a:pt x="20" y="20"/>
                </a:lnTo>
                <a:lnTo>
                  <a:pt x="180" y="90"/>
                </a:lnTo>
                <a:lnTo>
                  <a:pt x="20" y="20"/>
                </a:lnTo>
                <a:lnTo>
                  <a:pt x="270" y="90"/>
                </a:lnTo>
                <a:close/>
              </a:path>
            </a:pathLst>
          </a:custGeom>
          <a:solidFill>
            <a:srgbClr val="1F1D1B">
              <a:alpha val="7999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de-DE"/>
          </a:p>
        </p:txBody>
      </p:sp>
      <p:sp>
        <p:nvSpPr>
          <p:cNvPr id="3087" name="AutoShape 15">
            <a:extLst>
              <a:ext uri="{FF2B5EF4-FFF2-40B4-BE49-F238E27FC236}">
                <a16:creationId xmlns:a16="http://schemas.microsoft.com/office/drawing/2014/main" id="{D7F1FED2-B042-4FD0-6085-27B4E5B706E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92688" y="9493250"/>
            <a:ext cx="15875" cy="15875"/>
          </a:xfrm>
          <a:custGeom>
            <a:avLst/>
            <a:gdLst>
              <a:gd name="G0" fmla="*/ 44 1 2"/>
              <a:gd name="G1" fmla="*/ 1 48365 11520"/>
              <a:gd name="G2" fmla="*/ G1 32767 1"/>
              <a:gd name="G3" fmla="*/ G2 1 32767"/>
              <a:gd name="G4" fmla="cos G0 G3"/>
              <a:gd name="G5" fmla="*/ 44 1 2"/>
              <a:gd name="G6" fmla="*/ 1 48365 11520"/>
              <a:gd name="G7" fmla="*/ G6 32767 1"/>
              <a:gd name="G8" fmla="*/ G7 1 32767"/>
              <a:gd name="G9" fmla="sin G5 G8"/>
              <a:gd name="G10" fmla="*/ 44 1 2"/>
              <a:gd name="G11" fmla="+- G10 0 G4"/>
              <a:gd name="G12" fmla="+- G10 G4 0"/>
              <a:gd name="G13" fmla="+- G12 0 0"/>
              <a:gd name="G14" fmla="*/ 44 1 2"/>
              <a:gd name="G15" fmla="+- G14 0 G9"/>
              <a:gd name="G16" fmla="+- G14 G9 0"/>
              <a:gd name="G17" fmla="+- G16 0 0"/>
              <a:gd name="G18" fmla="+- 44 0 0"/>
              <a:gd name="G19" fmla="+- 44 0 0"/>
              <a:gd name="G20" fmla="+- 180 0 0"/>
              <a:gd name="G21" fmla="+- 90 0 0"/>
              <a:gd name="G22" fmla="+- 270 0 0"/>
              <a:gd name="G23" fmla="+- 90 0 0"/>
              <a:gd name="G24" fmla="+- 0 0 0"/>
              <a:gd name="G25" fmla="+- 90 0 0"/>
              <a:gd name="G26" fmla="+- 90 0 0"/>
              <a:gd name="G27" fmla="+- 90 0 0"/>
            </a:gdLst>
            <a:ahLst/>
            <a:cxnLst>
              <a:cxn ang="0">
                <a:pos x="r" y="vc"/>
              </a:cxn>
              <a:cxn ang="5400000">
                <a:pos x="hc" y="b"/>
              </a:cxn>
              <a:cxn ang="10800000">
                <a:pos x="l" y="vc"/>
              </a:cxn>
              <a:cxn ang="16200000">
                <a:pos x="hc" y="t"/>
              </a:cxn>
            </a:cxnLst>
            <a:rect l="0" t="0" r="0" b="0"/>
            <a:pathLst>
              <a:path>
                <a:moveTo>
                  <a:pt x="0" y="22"/>
                </a:moveTo>
                <a:lnTo>
                  <a:pt x="22" y="22"/>
                </a:lnTo>
                <a:lnTo>
                  <a:pt x="180" y="90"/>
                </a:lnTo>
                <a:lnTo>
                  <a:pt x="22" y="22"/>
                </a:lnTo>
                <a:lnTo>
                  <a:pt x="270" y="90"/>
                </a:lnTo>
                <a:close/>
              </a:path>
            </a:pathLst>
          </a:custGeom>
          <a:solidFill>
            <a:srgbClr val="1F1D1B">
              <a:alpha val="7999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de-DE"/>
          </a:p>
        </p:txBody>
      </p:sp>
      <p:sp>
        <p:nvSpPr>
          <p:cNvPr id="3088" name="AutoShape 16">
            <a:extLst>
              <a:ext uri="{FF2B5EF4-FFF2-40B4-BE49-F238E27FC236}">
                <a16:creationId xmlns:a16="http://schemas.microsoft.com/office/drawing/2014/main" id="{D186E6AE-508C-3C28-7CD2-AB6187C6A3C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21250" y="728663"/>
            <a:ext cx="11113" cy="11112"/>
          </a:xfrm>
          <a:custGeom>
            <a:avLst/>
            <a:gdLst>
              <a:gd name="G0" fmla="*/ 33 1 2"/>
              <a:gd name="G1" fmla="*/ 1 48365 11520"/>
              <a:gd name="G2" fmla="*/ G1 32767 1"/>
              <a:gd name="G3" fmla="*/ G2 1 32767"/>
              <a:gd name="G4" fmla="cos G0 G3"/>
              <a:gd name="G5" fmla="*/ 33 1 2"/>
              <a:gd name="G6" fmla="*/ 1 48365 11520"/>
              <a:gd name="G7" fmla="*/ G6 32767 1"/>
              <a:gd name="G8" fmla="*/ G7 1 32767"/>
              <a:gd name="G9" fmla="sin G5 G8"/>
              <a:gd name="G10" fmla="*/ 33 1 2"/>
              <a:gd name="G11" fmla="+- G10 0 G4"/>
              <a:gd name="G12" fmla="+- G10 G4 0"/>
              <a:gd name="G13" fmla="+- G12 0 0"/>
              <a:gd name="G14" fmla="*/ 33 1 2"/>
              <a:gd name="G15" fmla="+- G14 0 G9"/>
              <a:gd name="G16" fmla="+- G14 G9 0"/>
              <a:gd name="G17" fmla="+- G16 0 0"/>
              <a:gd name="G18" fmla="+- 33 0 0"/>
              <a:gd name="G19" fmla="+- 33 0 0"/>
              <a:gd name="G20" fmla="+- 180 0 0"/>
              <a:gd name="G21" fmla="+- 90 0 0"/>
              <a:gd name="G22" fmla="+- 270 0 0"/>
              <a:gd name="G23" fmla="+- 90 0 0"/>
              <a:gd name="G24" fmla="+- 0 0 0"/>
              <a:gd name="G25" fmla="+- 90 0 0"/>
              <a:gd name="G26" fmla="+- 90 0 0"/>
              <a:gd name="G27" fmla="+- 90 0 0"/>
            </a:gdLst>
            <a:ahLst/>
            <a:cxnLst>
              <a:cxn ang="0">
                <a:pos x="r" y="vc"/>
              </a:cxn>
              <a:cxn ang="5400000">
                <a:pos x="hc" y="b"/>
              </a:cxn>
              <a:cxn ang="10800000">
                <a:pos x="l" y="vc"/>
              </a:cxn>
              <a:cxn ang="16200000">
                <a:pos x="hc" y="t"/>
              </a:cxn>
            </a:cxnLst>
            <a:rect l="0" t="0" r="0" b="0"/>
            <a:pathLst>
              <a:path>
                <a:moveTo>
                  <a:pt x="0" y="17"/>
                </a:moveTo>
                <a:lnTo>
                  <a:pt x="17" y="17"/>
                </a:lnTo>
                <a:lnTo>
                  <a:pt x="180" y="90"/>
                </a:lnTo>
                <a:lnTo>
                  <a:pt x="17" y="17"/>
                </a:lnTo>
                <a:lnTo>
                  <a:pt x="270" y="90"/>
                </a:lnTo>
                <a:close/>
              </a:path>
            </a:pathLst>
          </a:custGeom>
          <a:solidFill>
            <a:srgbClr val="1F1D1B">
              <a:alpha val="7999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de-DE"/>
          </a:p>
        </p:txBody>
      </p:sp>
      <p:sp>
        <p:nvSpPr>
          <p:cNvPr id="3089" name="AutoShape 17">
            <a:extLst>
              <a:ext uri="{FF2B5EF4-FFF2-40B4-BE49-F238E27FC236}">
                <a16:creationId xmlns:a16="http://schemas.microsoft.com/office/drawing/2014/main" id="{1240102A-4A10-7AB0-FA6F-B64977B4B5B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54363" y="7866063"/>
            <a:ext cx="25400" cy="25400"/>
          </a:xfrm>
          <a:custGeom>
            <a:avLst/>
            <a:gdLst>
              <a:gd name="G0" fmla="*/ 70 1 2"/>
              <a:gd name="G1" fmla="*/ 1 48365 11520"/>
              <a:gd name="G2" fmla="*/ G1 32767 1"/>
              <a:gd name="G3" fmla="*/ G2 1 32767"/>
              <a:gd name="G4" fmla="cos G0 G3"/>
              <a:gd name="G5" fmla="*/ 70 1 2"/>
              <a:gd name="G6" fmla="*/ 1 48365 11520"/>
              <a:gd name="G7" fmla="*/ G6 32767 1"/>
              <a:gd name="G8" fmla="*/ G7 1 32767"/>
              <a:gd name="G9" fmla="sin G5 G8"/>
              <a:gd name="G10" fmla="*/ 70 1 2"/>
              <a:gd name="G11" fmla="+- G10 0 G4"/>
              <a:gd name="G12" fmla="+- G10 G4 0"/>
              <a:gd name="G13" fmla="+- G12 0 0"/>
              <a:gd name="G14" fmla="*/ 70 1 2"/>
              <a:gd name="G15" fmla="+- G14 0 G9"/>
              <a:gd name="G16" fmla="+- G14 G9 0"/>
              <a:gd name="G17" fmla="+- G16 0 0"/>
              <a:gd name="G18" fmla="+- 70 0 0"/>
              <a:gd name="G19" fmla="+- 70 0 0"/>
              <a:gd name="G20" fmla="+- 180 0 0"/>
              <a:gd name="G21" fmla="+- 90 0 0"/>
              <a:gd name="G22" fmla="+- 270 0 0"/>
              <a:gd name="G23" fmla="+- 90 0 0"/>
              <a:gd name="G24" fmla="+- 0 0 0"/>
              <a:gd name="G25" fmla="+- 90 0 0"/>
              <a:gd name="G26" fmla="+- 90 0 0"/>
              <a:gd name="G27" fmla="+- 90 0 0"/>
            </a:gdLst>
            <a:ahLst/>
            <a:cxnLst>
              <a:cxn ang="0">
                <a:pos x="r" y="vc"/>
              </a:cxn>
              <a:cxn ang="5400000">
                <a:pos x="hc" y="b"/>
              </a:cxn>
              <a:cxn ang="10800000">
                <a:pos x="l" y="vc"/>
              </a:cxn>
              <a:cxn ang="16200000">
                <a:pos x="hc" y="t"/>
              </a:cxn>
            </a:cxnLst>
            <a:rect l="0" t="0" r="0" b="0"/>
            <a:pathLst>
              <a:path>
                <a:moveTo>
                  <a:pt x="0" y="35"/>
                </a:moveTo>
                <a:lnTo>
                  <a:pt x="35" y="35"/>
                </a:lnTo>
                <a:lnTo>
                  <a:pt x="180" y="90"/>
                </a:lnTo>
                <a:lnTo>
                  <a:pt x="35" y="35"/>
                </a:lnTo>
                <a:lnTo>
                  <a:pt x="270" y="90"/>
                </a:lnTo>
                <a:close/>
              </a:path>
            </a:pathLst>
          </a:custGeom>
          <a:solidFill>
            <a:srgbClr val="1F1D1B">
              <a:alpha val="7999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de-DE"/>
          </a:p>
        </p:txBody>
      </p:sp>
      <p:sp>
        <p:nvSpPr>
          <p:cNvPr id="3090" name="AutoShape 18">
            <a:extLst>
              <a:ext uri="{FF2B5EF4-FFF2-40B4-BE49-F238E27FC236}">
                <a16:creationId xmlns:a16="http://schemas.microsoft.com/office/drawing/2014/main" id="{2B24D286-AA20-DE04-1598-DD26A53035B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38450" y="4921250"/>
            <a:ext cx="12700" cy="12700"/>
          </a:xfrm>
          <a:custGeom>
            <a:avLst/>
            <a:gdLst>
              <a:gd name="G0" fmla="*/ 38 1 2"/>
              <a:gd name="G1" fmla="*/ 1 48365 11520"/>
              <a:gd name="G2" fmla="*/ G1 32767 1"/>
              <a:gd name="G3" fmla="*/ G2 1 32767"/>
              <a:gd name="G4" fmla="cos G0 G3"/>
              <a:gd name="G5" fmla="*/ 38 1 2"/>
              <a:gd name="G6" fmla="*/ 1 48365 11520"/>
              <a:gd name="G7" fmla="*/ G6 32767 1"/>
              <a:gd name="G8" fmla="*/ G7 1 32767"/>
              <a:gd name="G9" fmla="sin G5 G8"/>
              <a:gd name="G10" fmla="*/ 38 1 2"/>
              <a:gd name="G11" fmla="+- G10 0 G4"/>
              <a:gd name="G12" fmla="+- G10 G4 0"/>
              <a:gd name="G13" fmla="+- G12 0 0"/>
              <a:gd name="G14" fmla="*/ 38 1 2"/>
              <a:gd name="G15" fmla="+- G14 0 G9"/>
              <a:gd name="G16" fmla="+- G14 G9 0"/>
              <a:gd name="G17" fmla="+- G16 0 0"/>
              <a:gd name="G18" fmla="+- 38 0 0"/>
              <a:gd name="G19" fmla="+- 38 0 0"/>
              <a:gd name="G20" fmla="+- 180 0 0"/>
              <a:gd name="G21" fmla="+- 90 0 0"/>
              <a:gd name="G22" fmla="+- 270 0 0"/>
              <a:gd name="G23" fmla="+- 90 0 0"/>
              <a:gd name="G24" fmla="+- 0 0 0"/>
              <a:gd name="G25" fmla="+- 90 0 0"/>
              <a:gd name="G26" fmla="+- 90 0 0"/>
              <a:gd name="G27" fmla="+- 90 0 0"/>
            </a:gdLst>
            <a:ahLst/>
            <a:cxnLst>
              <a:cxn ang="0">
                <a:pos x="r" y="vc"/>
              </a:cxn>
              <a:cxn ang="5400000">
                <a:pos x="hc" y="b"/>
              </a:cxn>
              <a:cxn ang="10800000">
                <a:pos x="l" y="vc"/>
              </a:cxn>
              <a:cxn ang="16200000">
                <a:pos x="hc" y="t"/>
              </a:cxn>
            </a:cxnLst>
            <a:rect l="0" t="0" r="0" b="0"/>
            <a:pathLst>
              <a:path>
                <a:moveTo>
                  <a:pt x="0" y="19"/>
                </a:moveTo>
                <a:lnTo>
                  <a:pt x="19" y="19"/>
                </a:lnTo>
                <a:lnTo>
                  <a:pt x="180" y="90"/>
                </a:lnTo>
                <a:lnTo>
                  <a:pt x="19" y="19"/>
                </a:lnTo>
                <a:lnTo>
                  <a:pt x="270" y="90"/>
                </a:lnTo>
                <a:close/>
              </a:path>
            </a:pathLst>
          </a:custGeom>
          <a:solidFill>
            <a:srgbClr val="1F1D1B">
              <a:alpha val="7999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de-DE"/>
          </a:p>
        </p:txBody>
      </p:sp>
      <p:sp>
        <p:nvSpPr>
          <p:cNvPr id="3091" name="AutoShape 19">
            <a:extLst>
              <a:ext uri="{FF2B5EF4-FFF2-40B4-BE49-F238E27FC236}">
                <a16:creationId xmlns:a16="http://schemas.microsoft.com/office/drawing/2014/main" id="{8FEBAF35-8D8F-CE54-BF33-C24320B80A4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13588" y="6145213"/>
            <a:ext cx="15875" cy="15875"/>
          </a:xfrm>
          <a:custGeom>
            <a:avLst/>
            <a:gdLst>
              <a:gd name="G0" fmla="*/ 45 1 2"/>
              <a:gd name="G1" fmla="*/ 1 48365 11520"/>
              <a:gd name="G2" fmla="*/ G1 32767 1"/>
              <a:gd name="G3" fmla="*/ G2 1 32767"/>
              <a:gd name="G4" fmla="cos G0 G3"/>
              <a:gd name="G5" fmla="*/ 45 1 2"/>
              <a:gd name="G6" fmla="*/ 1 48365 11520"/>
              <a:gd name="G7" fmla="*/ G6 32767 1"/>
              <a:gd name="G8" fmla="*/ G7 1 32767"/>
              <a:gd name="G9" fmla="sin G5 G8"/>
              <a:gd name="G10" fmla="*/ 45 1 2"/>
              <a:gd name="G11" fmla="+- G10 0 G4"/>
              <a:gd name="G12" fmla="+- G10 G4 0"/>
              <a:gd name="G13" fmla="+- G12 0 0"/>
              <a:gd name="G14" fmla="*/ 45 1 2"/>
              <a:gd name="G15" fmla="+- G14 0 G9"/>
              <a:gd name="G16" fmla="+- G14 G9 0"/>
              <a:gd name="G17" fmla="+- G16 0 0"/>
              <a:gd name="G18" fmla="+- 45 0 0"/>
              <a:gd name="G19" fmla="+- 45 0 0"/>
              <a:gd name="G20" fmla="+- 180 0 0"/>
              <a:gd name="G21" fmla="+- 90 0 0"/>
              <a:gd name="G22" fmla="+- 270 0 0"/>
              <a:gd name="G23" fmla="+- 90 0 0"/>
              <a:gd name="G24" fmla="+- 0 0 0"/>
              <a:gd name="G25" fmla="+- 90 0 0"/>
              <a:gd name="G26" fmla="+- 90 0 0"/>
              <a:gd name="G27" fmla="+- 90 0 0"/>
            </a:gdLst>
            <a:ahLst/>
            <a:cxnLst>
              <a:cxn ang="0">
                <a:pos x="r" y="vc"/>
              </a:cxn>
              <a:cxn ang="5400000">
                <a:pos x="hc" y="b"/>
              </a:cxn>
              <a:cxn ang="10800000">
                <a:pos x="l" y="vc"/>
              </a:cxn>
              <a:cxn ang="16200000">
                <a:pos x="hc" y="t"/>
              </a:cxn>
            </a:cxnLst>
            <a:rect l="0" t="0" r="0" b="0"/>
            <a:pathLst>
              <a:path>
                <a:moveTo>
                  <a:pt x="0" y="23"/>
                </a:moveTo>
                <a:lnTo>
                  <a:pt x="23" y="23"/>
                </a:lnTo>
                <a:lnTo>
                  <a:pt x="180" y="90"/>
                </a:lnTo>
                <a:lnTo>
                  <a:pt x="23" y="23"/>
                </a:lnTo>
                <a:lnTo>
                  <a:pt x="270" y="90"/>
                </a:lnTo>
                <a:close/>
              </a:path>
            </a:pathLst>
          </a:custGeom>
          <a:solidFill>
            <a:srgbClr val="1F1D1B">
              <a:alpha val="7999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de-DE"/>
          </a:p>
        </p:txBody>
      </p:sp>
      <p:sp>
        <p:nvSpPr>
          <p:cNvPr id="3092" name="AutoShape 20">
            <a:extLst>
              <a:ext uri="{FF2B5EF4-FFF2-40B4-BE49-F238E27FC236}">
                <a16:creationId xmlns:a16="http://schemas.microsoft.com/office/drawing/2014/main" id="{4FB5A19D-7AD6-4473-4948-10950CF0569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38600" y="5668963"/>
            <a:ext cx="23813" cy="23812"/>
          </a:xfrm>
          <a:custGeom>
            <a:avLst/>
            <a:gdLst>
              <a:gd name="G0" fmla="*/ 67 1 2"/>
              <a:gd name="G1" fmla="*/ 1 48365 11520"/>
              <a:gd name="G2" fmla="*/ G1 32767 1"/>
              <a:gd name="G3" fmla="*/ G2 1 32767"/>
              <a:gd name="G4" fmla="cos G0 G3"/>
              <a:gd name="G5" fmla="*/ 67 1 2"/>
              <a:gd name="G6" fmla="*/ 1 48365 11520"/>
              <a:gd name="G7" fmla="*/ G6 32767 1"/>
              <a:gd name="G8" fmla="*/ G7 1 32767"/>
              <a:gd name="G9" fmla="sin G5 G8"/>
              <a:gd name="G10" fmla="*/ 67 1 2"/>
              <a:gd name="G11" fmla="+- G10 0 G4"/>
              <a:gd name="G12" fmla="+- G10 G4 0"/>
              <a:gd name="G13" fmla="+- G12 0 0"/>
              <a:gd name="G14" fmla="*/ 67 1 2"/>
              <a:gd name="G15" fmla="+- G14 0 G9"/>
              <a:gd name="G16" fmla="+- G14 G9 0"/>
              <a:gd name="G17" fmla="+- G16 0 0"/>
              <a:gd name="G18" fmla="+- 67 0 0"/>
              <a:gd name="G19" fmla="+- 67 0 0"/>
              <a:gd name="G20" fmla="+- 180 0 0"/>
              <a:gd name="G21" fmla="+- 90 0 0"/>
              <a:gd name="G22" fmla="+- 270 0 0"/>
              <a:gd name="G23" fmla="+- 90 0 0"/>
              <a:gd name="G24" fmla="+- 0 0 0"/>
              <a:gd name="G25" fmla="+- 90 0 0"/>
              <a:gd name="G26" fmla="+- 90 0 0"/>
              <a:gd name="G27" fmla="+- 90 0 0"/>
            </a:gdLst>
            <a:ahLst/>
            <a:cxnLst>
              <a:cxn ang="0">
                <a:pos x="r" y="vc"/>
              </a:cxn>
              <a:cxn ang="5400000">
                <a:pos x="hc" y="b"/>
              </a:cxn>
              <a:cxn ang="10800000">
                <a:pos x="l" y="vc"/>
              </a:cxn>
              <a:cxn ang="16200000">
                <a:pos x="hc" y="t"/>
              </a:cxn>
            </a:cxnLst>
            <a:rect l="0" t="0" r="0" b="0"/>
            <a:pathLst>
              <a:path>
                <a:moveTo>
                  <a:pt x="0" y="34"/>
                </a:moveTo>
                <a:lnTo>
                  <a:pt x="34" y="34"/>
                </a:lnTo>
                <a:lnTo>
                  <a:pt x="180" y="90"/>
                </a:lnTo>
                <a:lnTo>
                  <a:pt x="34" y="34"/>
                </a:lnTo>
                <a:lnTo>
                  <a:pt x="270" y="90"/>
                </a:lnTo>
                <a:close/>
              </a:path>
            </a:pathLst>
          </a:custGeom>
          <a:solidFill>
            <a:srgbClr val="1F1D1B">
              <a:alpha val="7999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de-DE"/>
          </a:p>
        </p:txBody>
      </p:sp>
      <p:sp>
        <p:nvSpPr>
          <p:cNvPr id="3093" name="AutoShape 21">
            <a:extLst>
              <a:ext uri="{FF2B5EF4-FFF2-40B4-BE49-F238E27FC236}">
                <a16:creationId xmlns:a16="http://schemas.microsoft.com/office/drawing/2014/main" id="{D61C136C-8398-2861-C228-A49B95760D2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98950" y="7683500"/>
            <a:ext cx="26988" cy="26988"/>
          </a:xfrm>
          <a:custGeom>
            <a:avLst/>
            <a:gdLst>
              <a:gd name="G0" fmla="*/ 75 1 2"/>
              <a:gd name="G1" fmla="*/ 1 48365 11520"/>
              <a:gd name="G2" fmla="*/ G1 32767 1"/>
              <a:gd name="G3" fmla="*/ G2 1 32767"/>
              <a:gd name="G4" fmla="cos G0 G3"/>
              <a:gd name="G5" fmla="*/ 75 1 2"/>
              <a:gd name="G6" fmla="*/ 1 48365 11520"/>
              <a:gd name="G7" fmla="*/ G6 32767 1"/>
              <a:gd name="G8" fmla="*/ G7 1 32767"/>
              <a:gd name="G9" fmla="sin G5 G8"/>
              <a:gd name="G10" fmla="*/ 75 1 2"/>
              <a:gd name="G11" fmla="+- G10 0 G4"/>
              <a:gd name="G12" fmla="+- G10 G4 0"/>
              <a:gd name="G13" fmla="+- G12 0 0"/>
              <a:gd name="G14" fmla="*/ 75 1 2"/>
              <a:gd name="G15" fmla="+- G14 0 G9"/>
              <a:gd name="G16" fmla="+- G14 G9 0"/>
              <a:gd name="G17" fmla="+- G16 0 0"/>
              <a:gd name="G18" fmla="+- 75 0 0"/>
              <a:gd name="G19" fmla="+- 75 0 0"/>
              <a:gd name="G20" fmla="+- 180 0 0"/>
              <a:gd name="G21" fmla="+- 90 0 0"/>
              <a:gd name="G22" fmla="+- 270 0 0"/>
              <a:gd name="G23" fmla="+- 90 0 0"/>
              <a:gd name="G24" fmla="+- 0 0 0"/>
              <a:gd name="G25" fmla="+- 90 0 0"/>
              <a:gd name="G26" fmla="+- 90 0 0"/>
              <a:gd name="G27" fmla="+- 90 0 0"/>
            </a:gdLst>
            <a:ahLst/>
            <a:cxnLst>
              <a:cxn ang="0">
                <a:pos x="r" y="vc"/>
              </a:cxn>
              <a:cxn ang="5400000">
                <a:pos x="hc" y="b"/>
              </a:cxn>
              <a:cxn ang="10800000">
                <a:pos x="l" y="vc"/>
              </a:cxn>
              <a:cxn ang="16200000">
                <a:pos x="hc" y="t"/>
              </a:cxn>
            </a:cxnLst>
            <a:rect l="0" t="0" r="0" b="0"/>
            <a:pathLst>
              <a:path>
                <a:moveTo>
                  <a:pt x="0" y="38"/>
                </a:moveTo>
                <a:lnTo>
                  <a:pt x="38" y="38"/>
                </a:lnTo>
                <a:lnTo>
                  <a:pt x="180" y="90"/>
                </a:lnTo>
                <a:lnTo>
                  <a:pt x="38" y="38"/>
                </a:lnTo>
                <a:lnTo>
                  <a:pt x="270" y="90"/>
                </a:lnTo>
                <a:close/>
              </a:path>
            </a:pathLst>
          </a:custGeom>
          <a:solidFill>
            <a:srgbClr val="1F1D1B">
              <a:alpha val="7999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de-DE"/>
          </a:p>
        </p:txBody>
      </p:sp>
      <p:sp>
        <p:nvSpPr>
          <p:cNvPr id="3094" name="AutoShape 22">
            <a:extLst>
              <a:ext uri="{FF2B5EF4-FFF2-40B4-BE49-F238E27FC236}">
                <a16:creationId xmlns:a16="http://schemas.microsoft.com/office/drawing/2014/main" id="{A9837965-910B-A21A-1122-01EF25B93B0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92500" y="6323013"/>
            <a:ext cx="15875" cy="15875"/>
          </a:xfrm>
          <a:custGeom>
            <a:avLst/>
            <a:gdLst>
              <a:gd name="G0" fmla="*/ 45 1 2"/>
              <a:gd name="G1" fmla="*/ 1 48365 11520"/>
              <a:gd name="G2" fmla="*/ G1 32767 1"/>
              <a:gd name="G3" fmla="*/ G2 1 32767"/>
              <a:gd name="G4" fmla="cos G0 G3"/>
              <a:gd name="G5" fmla="*/ 45 1 2"/>
              <a:gd name="G6" fmla="*/ 1 48365 11520"/>
              <a:gd name="G7" fmla="*/ G6 32767 1"/>
              <a:gd name="G8" fmla="*/ G7 1 32767"/>
              <a:gd name="G9" fmla="sin G5 G8"/>
              <a:gd name="G10" fmla="*/ 45 1 2"/>
              <a:gd name="G11" fmla="+- G10 0 G4"/>
              <a:gd name="G12" fmla="+- G10 G4 0"/>
              <a:gd name="G13" fmla="+- G12 0 0"/>
              <a:gd name="G14" fmla="*/ 45 1 2"/>
              <a:gd name="G15" fmla="+- G14 0 G9"/>
              <a:gd name="G16" fmla="+- G14 G9 0"/>
              <a:gd name="G17" fmla="+- G16 0 0"/>
              <a:gd name="G18" fmla="+- 45 0 0"/>
              <a:gd name="G19" fmla="+- 45 0 0"/>
              <a:gd name="G20" fmla="+- 180 0 0"/>
              <a:gd name="G21" fmla="+- 90 0 0"/>
              <a:gd name="G22" fmla="+- 270 0 0"/>
              <a:gd name="G23" fmla="+- 90 0 0"/>
              <a:gd name="G24" fmla="+- 0 0 0"/>
              <a:gd name="G25" fmla="+- 90 0 0"/>
              <a:gd name="G26" fmla="+- 90 0 0"/>
              <a:gd name="G27" fmla="+- 90 0 0"/>
            </a:gdLst>
            <a:ahLst/>
            <a:cxnLst>
              <a:cxn ang="0">
                <a:pos x="r" y="vc"/>
              </a:cxn>
              <a:cxn ang="5400000">
                <a:pos x="hc" y="b"/>
              </a:cxn>
              <a:cxn ang="10800000">
                <a:pos x="l" y="vc"/>
              </a:cxn>
              <a:cxn ang="16200000">
                <a:pos x="hc" y="t"/>
              </a:cxn>
            </a:cxnLst>
            <a:rect l="0" t="0" r="0" b="0"/>
            <a:pathLst>
              <a:path>
                <a:moveTo>
                  <a:pt x="0" y="23"/>
                </a:moveTo>
                <a:lnTo>
                  <a:pt x="23" y="23"/>
                </a:lnTo>
                <a:lnTo>
                  <a:pt x="180" y="90"/>
                </a:lnTo>
                <a:lnTo>
                  <a:pt x="23" y="23"/>
                </a:lnTo>
                <a:lnTo>
                  <a:pt x="270" y="90"/>
                </a:lnTo>
                <a:close/>
              </a:path>
            </a:pathLst>
          </a:custGeom>
          <a:solidFill>
            <a:srgbClr val="1F1D1B">
              <a:alpha val="7999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de-DE"/>
          </a:p>
        </p:txBody>
      </p:sp>
      <p:sp>
        <p:nvSpPr>
          <p:cNvPr id="3095" name="AutoShape 23">
            <a:extLst>
              <a:ext uri="{FF2B5EF4-FFF2-40B4-BE49-F238E27FC236}">
                <a16:creationId xmlns:a16="http://schemas.microsoft.com/office/drawing/2014/main" id="{A41A0EBC-6532-4A48-556C-591C327E33C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65675" y="5775325"/>
            <a:ext cx="14288" cy="14288"/>
          </a:xfrm>
          <a:custGeom>
            <a:avLst/>
            <a:gdLst>
              <a:gd name="G0" fmla="*/ 39 1 2"/>
              <a:gd name="G1" fmla="*/ 1 48365 11520"/>
              <a:gd name="G2" fmla="*/ G1 32767 1"/>
              <a:gd name="G3" fmla="*/ G2 1 32767"/>
              <a:gd name="G4" fmla="cos G0 G3"/>
              <a:gd name="G5" fmla="*/ 39 1 2"/>
              <a:gd name="G6" fmla="*/ 1 48365 11520"/>
              <a:gd name="G7" fmla="*/ G6 32767 1"/>
              <a:gd name="G8" fmla="*/ G7 1 32767"/>
              <a:gd name="G9" fmla="sin G5 G8"/>
              <a:gd name="G10" fmla="*/ 39 1 2"/>
              <a:gd name="G11" fmla="+- G10 0 G4"/>
              <a:gd name="G12" fmla="+- G10 G4 0"/>
              <a:gd name="G13" fmla="+- G12 0 0"/>
              <a:gd name="G14" fmla="*/ 39 1 2"/>
              <a:gd name="G15" fmla="+- G14 0 G9"/>
              <a:gd name="G16" fmla="+- G14 G9 0"/>
              <a:gd name="G17" fmla="+- G16 0 0"/>
              <a:gd name="G18" fmla="+- 39 0 0"/>
              <a:gd name="G19" fmla="+- 39 0 0"/>
              <a:gd name="G20" fmla="+- 180 0 0"/>
              <a:gd name="G21" fmla="+- 90 0 0"/>
              <a:gd name="G22" fmla="+- 270 0 0"/>
              <a:gd name="G23" fmla="+- 90 0 0"/>
              <a:gd name="G24" fmla="+- 0 0 0"/>
              <a:gd name="G25" fmla="+- 90 0 0"/>
              <a:gd name="G26" fmla="+- 90 0 0"/>
              <a:gd name="G27" fmla="+- 90 0 0"/>
            </a:gdLst>
            <a:ahLst/>
            <a:cxnLst>
              <a:cxn ang="0">
                <a:pos x="r" y="vc"/>
              </a:cxn>
              <a:cxn ang="5400000">
                <a:pos x="hc" y="b"/>
              </a:cxn>
              <a:cxn ang="10800000">
                <a:pos x="l" y="vc"/>
              </a:cxn>
              <a:cxn ang="16200000">
                <a:pos x="hc" y="t"/>
              </a:cxn>
            </a:cxnLst>
            <a:rect l="0" t="0" r="0" b="0"/>
            <a:pathLst>
              <a:path>
                <a:moveTo>
                  <a:pt x="0" y="20"/>
                </a:moveTo>
                <a:lnTo>
                  <a:pt x="20" y="20"/>
                </a:lnTo>
                <a:lnTo>
                  <a:pt x="180" y="90"/>
                </a:lnTo>
                <a:lnTo>
                  <a:pt x="20" y="20"/>
                </a:lnTo>
                <a:lnTo>
                  <a:pt x="270" y="90"/>
                </a:lnTo>
                <a:close/>
              </a:path>
            </a:pathLst>
          </a:custGeom>
          <a:solidFill>
            <a:srgbClr val="1F1D1B">
              <a:alpha val="7999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de-DE"/>
          </a:p>
        </p:txBody>
      </p:sp>
      <p:sp>
        <p:nvSpPr>
          <p:cNvPr id="3096" name="AutoShape 24">
            <a:extLst>
              <a:ext uri="{FF2B5EF4-FFF2-40B4-BE49-F238E27FC236}">
                <a16:creationId xmlns:a16="http://schemas.microsoft.com/office/drawing/2014/main" id="{AF8D0ED3-AF74-BE1B-6C31-DC1AB2E03D6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14750" y="177800"/>
            <a:ext cx="11113" cy="11113"/>
          </a:xfrm>
          <a:custGeom>
            <a:avLst/>
            <a:gdLst>
              <a:gd name="G0" fmla="*/ 32 1 2"/>
              <a:gd name="G1" fmla="*/ 1 48365 11520"/>
              <a:gd name="G2" fmla="*/ G1 32767 1"/>
              <a:gd name="G3" fmla="*/ G2 1 32767"/>
              <a:gd name="G4" fmla="cos G0 G3"/>
              <a:gd name="G5" fmla="*/ 32 1 2"/>
              <a:gd name="G6" fmla="*/ 1 48365 11520"/>
              <a:gd name="G7" fmla="*/ G6 32767 1"/>
              <a:gd name="G8" fmla="*/ G7 1 32767"/>
              <a:gd name="G9" fmla="sin G5 G8"/>
              <a:gd name="G10" fmla="*/ 32 1 2"/>
              <a:gd name="G11" fmla="+- G10 0 G4"/>
              <a:gd name="G12" fmla="+- G10 G4 0"/>
              <a:gd name="G13" fmla="+- G12 0 0"/>
              <a:gd name="G14" fmla="*/ 32 1 2"/>
              <a:gd name="G15" fmla="+- G14 0 G9"/>
              <a:gd name="G16" fmla="+- G14 G9 0"/>
              <a:gd name="G17" fmla="+- G16 0 0"/>
              <a:gd name="G18" fmla="+- 32 0 0"/>
              <a:gd name="G19" fmla="+- 32 0 0"/>
              <a:gd name="G20" fmla="+- 180 0 0"/>
              <a:gd name="G21" fmla="+- 90 0 0"/>
              <a:gd name="G22" fmla="+- 270 0 0"/>
              <a:gd name="G23" fmla="+- 90 0 0"/>
              <a:gd name="G24" fmla="+- 0 0 0"/>
              <a:gd name="G25" fmla="+- 90 0 0"/>
              <a:gd name="G26" fmla="+- 90 0 0"/>
              <a:gd name="G27" fmla="+- 90 0 0"/>
            </a:gdLst>
            <a:ahLst/>
            <a:cxnLst>
              <a:cxn ang="0">
                <a:pos x="r" y="vc"/>
              </a:cxn>
              <a:cxn ang="5400000">
                <a:pos x="hc" y="b"/>
              </a:cxn>
              <a:cxn ang="10800000">
                <a:pos x="l" y="vc"/>
              </a:cxn>
              <a:cxn ang="16200000">
                <a:pos x="hc" y="t"/>
              </a:cxn>
            </a:cxnLst>
            <a:rect l="0" t="0" r="0" b="0"/>
            <a:pathLst>
              <a:path>
                <a:moveTo>
                  <a:pt x="0" y="16"/>
                </a:moveTo>
                <a:lnTo>
                  <a:pt x="16" y="16"/>
                </a:lnTo>
                <a:lnTo>
                  <a:pt x="180" y="90"/>
                </a:lnTo>
                <a:lnTo>
                  <a:pt x="16" y="16"/>
                </a:lnTo>
                <a:lnTo>
                  <a:pt x="270" y="90"/>
                </a:lnTo>
                <a:close/>
              </a:path>
            </a:pathLst>
          </a:custGeom>
          <a:solidFill>
            <a:srgbClr val="1F1D1B">
              <a:alpha val="7999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de-DE"/>
          </a:p>
        </p:txBody>
      </p:sp>
      <p:sp>
        <p:nvSpPr>
          <p:cNvPr id="3097" name="AutoShape 25">
            <a:extLst>
              <a:ext uri="{FF2B5EF4-FFF2-40B4-BE49-F238E27FC236}">
                <a16:creationId xmlns:a16="http://schemas.microsoft.com/office/drawing/2014/main" id="{57CA0EB8-88AB-C0A6-3F28-5E1F2F1665C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86150" y="3775075"/>
            <a:ext cx="15875" cy="15875"/>
          </a:xfrm>
          <a:custGeom>
            <a:avLst/>
            <a:gdLst>
              <a:gd name="G0" fmla="*/ 43 1 2"/>
              <a:gd name="G1" fmla="*/ 1 48365 11520"/>
              <a:gd name="G2" fmla="*/ G1 32767 1"/>
              <a:gd name="G3" fmla="*/ G2 1 32767"/>
              <a:gd name="G4" fmla="cos G0 G3"/>
              <a:gd name="G5" fmla="*/ 43 1 2"/>
              <a:gd name="G6" fmla="*/ 1 48365 11520"/>
              <a:gd name="G7" fmla="*/ G6 32767 1"/>
              <a:gd name="G8" fmla="*/ G7 1 32767"/>
              <a:gd name="G9" fmla="sin G5 G8"/>
              <a:gd name="G10" fmla="*/ 43 1 2"/>
              <a:gd name="G11" fmla="+- G10 0 G4"/>
              <a:gd name="G12" fmla="+- G10 G4 0"/>
              <a:gd name="G13" fmla="+- G12 0 0"/>
              <a:gd name="G14" fmla="*/ 43 1 2"/>
              <a:gd name="G15" fmla="+- G14 0 G9"/>
              <a:gd name="G16" fmla="+- G14 G9 0"/>
              <a:gd name="G17" fmla="+- G16 0 0"/>
              <a:gd name="G18" fmla="+- 43 0 0"/>
              <a:gd name="G19" fmla="+- 43 0 0"/>
              <a:gd name="G20" fmla="+- 180 0 0"/>
              <a:gd name="G21" fmla="+- 90 0 0"/>
              <a:gd name="G22" fmla="+- 270 0 0"/>
              <a:gd name="G23" fmla="+- 90 0 0"/>
              <a:gd name="G24" fmla="+- 0 0 0"/>
              <a:gd name="G25" fmla="+- 90 0 0"/>
              <a:gd name="G26" fmla="+- 90 0 0"/>
              <a:gd name="G27" fmla="+- 90 0 0"/>
            </a:gdLst>
            <a:ahLst/>
            <a:cxnLst>
              <a:cxn ang="0">
                <a:pos x="r" y="vc"/>
              </a:cxn>
              <a:cxn ang="5400000">
                <a:pos x="hc" y="b"/>
              </a:cxn>
              <a:cxn ang="10800000">
                <a:pos x="l" y="vc"/>
              </a:cxn>
              <a:cxn ang="16200000">
                <a:pos x="hc" y="t"/>
              </a:cxn>
            </a:cxnLst>
            <a:rect l="0" t="0" r="0" b="0"/>
            <a:pathLst>
              <a:path>
                <a:moveTo>
                  <a:pt x="0" y="22"/>
                </a:moveTo>
                <a:lnTo>
                  <a:pt x="22" y="22"/>
                </a:lnTo>
                <a:lnTo>
                  <a:pt x="180" y="90"/>
                </a:lnTo>
                <a:lnTo>
                  <a:pt x="22" y="22"/>
                </a:lnTo>
                <a:lnTo>
                  <a:pt x="270" y="90"/>
                </a:lnTo>
                <a:close/>
              </a:path>
            </a:pathLst>
          </a:custGeom>
          <a:solidFill>
            <a:srgbClr val="1F1D1B">
              <a:alpha val="7999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de-DE"/>
          </a:p>
        </p:txBody>
      </p:sp>
      <p:sp>
        <p:nvSpPr>
          <p:cNvPr id="3098" name="AutoShape 26">
            <a:extLst>
              <a:ext uri="{FF2B5EF4-FFF2-40B4-BE49-F238E27FC236}">
                <a16:creationId xmlns:a16="http://schemas.microsoft.com/office/drawing/2014/main" id="{13D6D610-D269-3CF9-56C2-6B549610341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21538" y="644525"/>
            <a:ext cx="15875" cy="15875"/>
          </a:xfrm>
          <a:custGeom>
            <a:avLst/>
            <a:gdLst>
              <a:gd name="G0" fmla="*/ 45 1 2"/>
              <a:gd name="G1" fmla="*/ 1 48365 11520"/>
              <a:gd name="G2" fmla="*/ G1 32767 1"/>
              <a:gd name="G3" fmla="*/ G2 1 32767"/>
              <a:gd name="G4" fmla="cos G0 G3"/>
              <a:gd name="G5" fmla="*/ 45 1 2"/>
              <a:gd name="G6" fmla="*/ 1 48365 11520"/>
              <a:gd name="G7" fmla="*/ G6 32767 1"/>
              <a:gd name="G8" fmla="*/ G7 1 32767"/>
              <a:gd name="G9" fmla="sin G5 G8"/>
              <a:gd name="G10" fmla="*/ 45 1 2"/>
              <a:gd name="G11" fmla="+- G10 0 G4"/>
              <a:gd name="G12" fmla="+- G10 G4 0"/>
              <a:gd name="G13" fmla="+- G12 0 0"/>
              <a:gd name="G14" fmla="*/ 45 1 2"/>
              <a:gd name="G15" fmla="+- G14 0 G9"/>
              <a:gd name="G16" fmla="+- G14 G9 0"/>
              <a:gd name="G17" fmla="+- G16 0 0"/>
              <a:gd name="G18" fmla="+- 45 0 0"/>
              <a:gd name="G19" fmla="+- 45 0 0"/>
              <a:gd name="G20" fmla="+- 180 0 0"/>
              <a:gd name="G21" fmla="+- 90 0 0"/>
              <a:gd name="G22" fmla="+- 270 0 0"/>
              <a:gd name="G23" fmla="+- 90 0 0"/>
              <a:gd name="G24" fmla="+- 0 0 0"/>
              <a:gd name="G25" fmla="+- 90 0 0"/>
              <a:gd name="G26" fmla="+- 90 0 0"/>
              <a:gd name="G27" fmla="+- 90 0 0"/>
            </a:gdLst>
            <a:ahLst/>
            <a:cxnLst>
              <a:cxn ang="0">
                <a:pos x="r" y="vc"/>
              </a:cxn>
              <a:cxn ang="5400000">
                <a:pos x="hc" y="b"/>
              </a:cxn>
              <a:cxn ang="10800000">
                <a:pos x="l" y="vc"/>
              </a:cxn>
              <a:cxn ang="16200000">
                <a:pos x="hc" y="t"/>
              </a:cxn>
            </a:cxnLst>
            <a:rect l="0" t="0" r="0" b="0"/>
            <a:pathLst>
              <a:path>
                <a:moveTo>
                  <a:pt x="0" y="23"/>
                </a:moveTo>
                <a:lnTo>
                  <a:pt x="23" y="23"/>
                </a:lnTo>
                <a:lnTo>
                  <a:pt x="180" y="90"/>
                </a:lnTo>
                <a:lnTo>
                  <a:pt x="23" y="23"/>
                </a:lnTo>
                <a:lnTo>
                  <a:pt x="270" y="90"/>
                </a:lnTo>
                <a:close/>
              </a:path>
            </a:pathLst>
          </a:custGeom>
          <a:solidFill>
            <a:srgbClr val="1F1D1B">
              <a:alpha val="7999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de-DE"/>
          </a:p>
        </p:txBody>
      </p:sp>
      <p:sp>
        <p:nvSpPr>
          <p:cNvPr id="3099" name="AutoShape 27">
            <a:extLst>
              <a:ext uri="{FF2B5EF4-FFF2-40B4-BE49-F238E27FC236}">
                <a16:creationId xmlns:a16="http://schemas.microsoft.com/office/drawing/2014/main" id="{B63474FD-0DAF-30E3-CA66-42DDC638774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74975" y="5033963"/>
            <a:ext cx="20638" cy="20637"/>
          </a:xfrm>
          <a:custGeom>
            <a:avLst/>
            <a:gdLst>
              <a:gd name="G0" fmla="*/ 57 1 2"/>
              <a:gd name="G1" fmla="*/ 1 48365 11520"/>
              <a:gd name="G2" fmla="*/ G1 32767 1"/>
              <a:gd name="G3" fmla="*/ G2 1 32767"/>
              <a:gd name="G4" fmla="cos G0 G3"/>
              <a:gd name="G5" fmla="*/ 57 1 2"/>
              <a:gd name="G6" fmla="*/ 1 48365 11520"/>
              <a:gd name="G7" fmla="*/ G6 32767 1"/>
              <a:gd name="G8" fmla="*/ G7 1 32767"/>
              <a:gd name="G9" fmla="sin G5 G8"/>
              <a:gd name="G10" fmla="*/ 57 1 2"/>
              <a:gd name="G11" fmla="+- G10 0 G4"/>
              <a:gd name="G12" fmla="+- G10 G4 0"/>
              <a:gd name="G13" fmla="+- G12 0 0"/>
              <a:gd name="G14" fmla="*/ 57 1 2"/>
              <a:gd name="G15" fmla="+- G14 0 G9"/>
              <a:gd name="G16" fmla="+- G14 G9 0"/>
              <a:gd name="G17" fmla="+- G16 0 0"/>
              <a:gd name="G18" fmla="+- 57 0 0"/>
              <a:gd name="G19" fmla="+- 57 0 0"/>
              <a:gd name="G20" fmla="+- 180 0 0"/>
              <a:gd name="G21" fmla="+- 90 0 0"/>
              <a:gd name="G22" fmla="+- 270 0 0"/>
              <a:gd name="G23" fmla="+- 90 0 0"/>
              <a:gd name="G24" fmla="+- 0 0 0"/>
              <a:gd name="G25" fmla="+- 90 0 0"/>
              <a:gd name="G26" fmla="+- 90 0 0"/>
              <a:gd name="G27" fmla="+- 90 0 0"/>
            </a:gdLst>
            <a:ahLst/>
            <a:cxnLst>
              <a:cxn ang="0">
                <a:pos x="r" y="vc"/>
              </a:cxn>
              <a:cxn ang="5400000">
                <a:pos x="hc" y="b"/>
              </a:cxn>
              <a:cxn ang="10800000">
                <a:pos x="l" y="vc"/>
              </a:cxn>
              <a:cxn ang="16200000">
                <a:pos x="hc" y="t"/>
              </a:cxn>
            </a:cxnLst>
            <a:rect l="0" t="0" r="0" b="0"/>
            <a:pathLst>
              <a:path>
                <a:moveTo>
                  <a:pt x="0" y="29"/>
                </a:moveTo>
                <a:lnTo>
                  <a:pt x="29" y="29"/>
                </a:lnTo>
                <a:lnTo>
                  <a:pt x="180" y="90"/>
                </a:lnTo>
                <a:lnTo>
                  <a:pt x="29" y="29"/>
                </a:lnTo>
                <a:lnTo>
                  <a:pt x="270" y="90"/>
                </a:lnTo>
                <a:close/>
              </a:path>
            </a:pathLst>
          </a:custGeom>
          <a:solidFill>
            <a:srgbClr val="1F1D1B">
              <a:alpha val="7999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de-DE"/>
          </a:p>
        </p:txBody>
      </p:sp>
      <p:sp>
        <p:nvSpPr>
          <p:cNvPr id="3100" name="AutoShape 28">
            <a:extLst>
              <a:ext uri="{FF2B5EF4-FFF2-40B4-BE49-F238E27FC236}">
                <a16:creationId xmlns:a16="http://schemas.microsoft.com/office/drawing/2014/main" id="{5DA86CB7-CC23-77A5-6E33-E7D18D1C3D1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36688" y="1019175"/>
            <a:ext cx="19050" cy="19050"/>
          </a:xfrm>
          <a:custGeom>
            <a:avLst/>
            <a:gdLst>
              <a:gd name="G0" fmla="*/ 52 1 2"/>
              <a:gd name="G1" fmla="*/ 1 48365 11520"/>
              <a:gd name="G2" fmla="*/ G1 32767 1"/>
              <a:gd name="G3" fmla="*/ G2 1 32767"/>
              <a:gd name="G4" fmla="cos G0 G3"/>
              <a:gd name="G5" fmla="*/ 52 1 2"/>
              <a:gd name="G6" fmla="*/ 1 48365 11520"/>
              <a:gd name="G7" fmla="*/ G6 32767 1"/>
              <a:gd name="G8" fmla="*/ G7 1 32767"/>
              <a:gd name="G9" fmla="sin G5 G8"/>
              <a:gd name="G10" fmla="*/ 52 1 2"/>
              <a:gd name="G11" fmla="+- G10 0 G4"/>
              <a:gd name="G12" fmla="+- G10 G4 0"/>
              <a:gd name="G13" fmla="+- G12 0 0"/>
              <a:gd name="G14" fmla="*/ 52 1 2"/>
              <a:gd name="G15" fmla="+- G14 0 G9"/>
              <a:gd name="G16" fmla="+- G14 G9 0"/>
              <a:gd name="G17" fmla="+- G16 0 0"/>
              <a:gd name="G18" fmla="+- 52 0 0"/>
              <a:gd name="G19" fmla="+- 52 0 0"/>
              <a:gd name="G20" fmla="+- 180 0 0"/>
              <a:gd name="G21" fmla="+- 90 0 0"/>
              <a:gd name="G22" fmla="+- 270 0 0"/>
              <a:gd name="G23" fmla="+- 90 0 0"/>
              <a:gd name="G24" fmla="+- 0 0 0"/>
              <a:gd name="G25" fmla="+- 90 0 0"/>
              <a:gd name="G26" fmla="+- 90 0 0"/>
              <a:gd name="G27" fmla="+- 90 0 0"/>
            </a:gdLst>
            <a:ahLst/>
            <a:cxnLst>
              <a:cxn ang="0">
                <a:pos x="r" y="vc"/>
              </a:cxn>
              <a:cxn ang="5400000">
                <a:pos x="hc" y="b"/>
              </a:cxn>
              <a:cxn ang="10800000">
                <a:pos x="l" y="vc"/>
              </a:cxn>
              <a:cxn ang="16200000">
                <a:pos x="hc" y="t"/>
              </a:cxn>
            </a:cxnLst>
            <a:rect l="0" t="0" r="0" b="0"/>
            <a:pathLst>
              <a:path>
                <a:moveTo>
                  <a:pt x="0" y="26"/>
                </a:moveTo>
                <a:lnTo>
                  <a:pt x="26" y="26"/>
                </a:lnTo>
                <a:lnTo>
                  <a:pt x="180" y="90"/>
                </a:lnTo>
                <a:lnTo>
                  <a:pt x="26" y="26"/>
                </a:lnTo>
                <a:lnTo>
                  <a:pt x="270" y="90"/>
                </a:lnTo>
                <a:close/>
              </a:path>
            </a:pathLst>
          </a:custGeom>
          <a:solidFill>
            <a:srgbClr val="1F1D1B">
              <a:alpha val="7999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de-DE"/>
          </a:p>
        </p:txBody>
      </p:sp>
      <p:sp>
        <p:nvSpPr>
          <p:cNvPr id="3101" name="AutoShape 29">
            <a:extLst>
              <a:ext uri="{FF2B5EF4-FFF2-40B4-BE49-F238E27FC236}">
                <a16:creationId xmlns:a16="http://schemas.microsoft.com/office/drawing/2014/main" id="{3C8CF315-94ED-5640-7F08-020542DEFD2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46750" y="2847975"/>
            <a:ext cx="17463" cy="17463"/>
          </a:xfrm>
          <a:custGeom>
            <a:avLst/>
            <a:gdLst>
              <a:gd name="G0" fmla="*/ 50 1 2"/>
              <a:gd name="G1" fmla="*/ 1 48365 11520"/>
              <a:gd name="G2" fmla="*/ G1 32767 1"/>
              <a:gd name="G3" fmla="*/ G2 1 32767"/>
              <a:gd name="G4" fmla="cos G0 G3"/>
              <a:gd name="G5" fmla="*/ 50 1 2"/>
              <a:gd name="G6" fmla="*/ 1 48365 11520"/>
              <a:gd name="G7" fmla="*/ G6 32767 1"/>
              <a:gd name="G8" fmla="*/ G7 1 32767"/>
              <a:gd name="G9" fmla="sin G5 G8"/>
              <a:gd name="G10" fmla="*/ 50 1 2"/>
              <a:gd name="G11" fmla="+- G10 0 G4"/>
              <a:gd name="G12" fmla="+- G10 G4 0"/>
              <a:gd name="G13" fmla="+- G12 0 0"/>
              <a:gd name="G14" fmla="*/ 50 1 2"/>
              <a:gd name="G15" fmla="+- G14 0 G9"/>
              <a:gd name="G16" fmla="+- G14 G9 0"/>
              <a:gd name="G17" fmla="+- G16 0 0"/>
              <a:gd name="G18" fmla="+- 50 0 0"/>
              <a:gd name="G19" fmla="+- 50 0 0"/>
              <a:gd name="G20" fmla="+- 180 0 0"/>
              <a:gd name="G21" fmla="+- 90 0 0"/>
              <a:gd name="G22" fmla="+- 270 0 0"/>
              <a:gd name="G23" fmla="+- 90 0 0"/>
              <a:gd name="G24" fmla="+- 0 0 0"/>
              <a:gd name="G25" fmla="+- 90 0 0"/>
              <a:gd name="G26" fmla="+- 90 0 0"/>
              <a:gd name="G27" fmla="+- 90 0 0"/>
            </a:gdLst>
            <a:ahLst/>
            <a:cxnLst>
              <a:cxn ang="0">
                <a:pos x="r" y="vc"/>
              </a:cxn>
              <a:cxn ang="5400000">
                <a:pos x="hc" y="b"/>
              </a:cxn>
              <a:cxn ang="10800000">
                <a:pos x="l" y="vc"/>
              </a:cxn>
              <a:cxn ang="16200000">
                <a:pos x="hc" y="t"/>
              </a:cxn>
            </a:cxnLst>
            <a:rect l="0" t="0" r="0" b="0"/>
            <a:pathLst>
              <a:path>
                <a:moveTo>
                  <a:pt x="0" y="25"/>
                </a:moveTo>
                <a:lnTo>
                  <a:pt x="25" y="25"/>
                </a:lnTo>
                <a:lnTo>
                  <a:pt x="180" y="90"/>
                </a:lnTo>
                <a:lnTo>
                  <a:pt x="25" y="25"/>
                </a:lnTo>
                <a:lnTo>
                  <a:pt x="270" y="90"/>
                </a:lnTo>
                <a:close/>
              </a:path>
            </a:pathLst>
          </a:custGeom>
          <a:solidFill>
            <a:srgbClr val="1F1D1B">
              <a:alpha val="7999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de-DE"/>
          </a:p>
        </p:txBody>
      </p:sp>
      <p:sp>
        <p:nvSpPr>
          <p:cNvPr id="3102" name="AutoShape 30">
            <a:extLst>
              <a:ext uri="{FF2B5EF4-FFF2-40B4-BE49-F238E27FC236}">
                <a16:creationId xmlns:a16="http://schemas.microsoft.com/office/drawing/2014/main" id="{1FB24EF1-2A27-656F-4B44-76BCC84A9F2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63988" y="4652963"/>
            <a:ext cx="23812" cy="23812"/>
          </a:xfrm>
          <a:custGeom>
            <a:avLst/>
            <a:gdLst>
              <a:gd name="G0" fmla="*/ 69 1 2"/>
              <a:gd name="G1" fmla="*/ 1 48365 11520"/>
              <a:gd name="G2" fmla="*/ G1 32767 1"/>
              <a:gd name="G3" fmla="*/ G2 1 32767"/>
              <a:gd name="G4" fmla="cos G0 G3"/>
              <a:gd name="G5" fmla="*/ 69 1 2"/>
              <a:gd name="G6" fmla="*/ 1 48365 11520"/>
              <a:gd name="G7" fmla="*/ G6 32767 1"/>
              <a:gd name="G8" fmla="*/ G7 1 32767"/>
              <a:gd name="G9" fmla="sin G5 G8"/>
              <a:gd name="G10" fmla="*/ 69 1 2"/>
              <a:gd name="G11" fmla="+- G10 0 G4"/>
              <a:gd name="G12" fmla="+- G10 G4 0"/>
              <a:gd name="G13" fmla="+- G12 0 0"/>
              <a:gd name="G14" fmla="*/ 69 1 2"/>
              <a:gd name="G15" fmla="+- G14 0 G9"/>
              <a:gd name="G16" fmla="+- G14 G9 0"/>
              <a:gd name="G17" fmla="+- G16 0 0"/>
              <a:gd name="G18" fmla="+- 69 0 0"/>
              <a:gd name="G19" fmla="+- 69 0 0"/>
              <a:gd name="G20" fmla="+- 180 0 0"/>
              <a:gd name="G21" fmla="+- 90 0 0"/>
              <a:gd name="G22" fmla="+- 270 0 0"/>
              <a:gd name="G23" fmla="+- 90 0 0"/>
              <a:gd name="G24" fmla="+- 0 0 0"/>
              <a:gd name="G25" fmla="+- 90 0 0"/>
              <a:gd name="G26" fmla="+- 90 0 0"/>
              <a:gd name="G27" fmla="+- 90 0 0"/>
            </a:gdLst>
            <a:ahLst/>
            <a:cxnLst>
              <a:cxn ang="0">
                <a:pos x="r" y="vc"/>
              </a:cxn>
              <a:cxn ang="5400000">
                <a:pos x="hc" y="b"/>
              </a:cxn>
              <a:cxn ang="10800000">
                <a:pos x="l" y="vc"/>
              </a:cxn>
              <a:cxn ang="16200000">
                <a:pos x="hc" y="t"/>
              </a:cxn>
            </a:cxnLst>
            <a:rect l="0" t="0" r="0" b="0"/>
            <a:pathLst>
              <a:path>
                <a:moveTo>
                  <a:pt x="0" y="35"/>
                </a:moveTo>
                <a:lnTo>
                  <a:pt x="35" y="35"/>
                </a:lnTo>
                <a:lnTo>
                  <a:pt x="180" y="90"/>
                </a:lnTo>
                <a:lnTo>
                  <a:pt x="35" y="35"/>
                </a:lnTo>
                <a:lnTo>
                  <a:pt x="270" y="90"/>
                </a:lnTo>
                <a:close/>
              </a:path>
            </a:pathLst>
          </a:custGeom>
          <a:solidFill>
            <a:srgbClr val="1F1D1B">
              <a:alpha val="7999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de-DE"/>
          </a:p>
        </p:txBody>
      </p:sp>
      <p:sp>
        <p:nvSpPr>
          <p:cNvPr id="3103" name="AutoShape 31">
            <a:extLst>
              <a:ext uri="{FF2B5EF4-FFF2-40B4-BE49-F238E27FC236}">
                <a16:creationId xmlns:a16="http://schemas.microsoft.com/office/drawing/2014/main" id="{BCAD5C2F-9BE4-B1C3-0ED0-49CF9DC568E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72275" y="568325"/>
            <a:ext cx="12700" cy="12700"/>
          </a:xfrm>
          <a:custGeom>
            <a:avLst/>
            <a:gdLst>
              <a:gd name="G0" fmla="*/ 37 1 2"/>
              <a:gd name="G1" fmla="*/ 1 48365 11520"/>
              <a:gd name="G2" fmla="*/ G1 32767 1"/>
              <a:gd name="G3" fmla="*/ G2 1 32767"/>
              <a:gd name="G4" fmla="cos G0 G3"/>
              <a:gd name="G5" fmla="*/ 37 1 2"/>
              <a:gd name="G6" fmla="*/ 1 48365 11520"/>
              <a:gd name="G7" fmla="*/ G6 32767 1"/>
              <a:gd name="G8" fmla="*/ G7 1 32767"/>
              <a:gd name="G9" fmla="sin G5 G8"/>
              <a:gd name="G10" fmla="*/ 37 1 2"/>
              <a:gd name="G11" fmla="+- G10 0 G4"/>
              <a:gd name="G12" fmla="+- G10 G4 0"/>
              <a:gd name="G13" fmla="+- G12 0 0"/>
              <a:gd name="G14" fmla="*/ 37 1 2"/>
              <a:gd name="G15" fmla="+- G14 0 G9"/>
              <a:gd name="G16" fmla="+- G14 G9 0"/>
              <a:gd name="G17" fmla="+- G16 0 0"/>
              <a:gd name="G18" fmla="+- 37 0 0"/>
              <a:gd name="G19" fmla="+- 37 0 0"/>
              <a:gd name="G20" fmla="+- 180 0 0"/>
              <a:gd name="G21" fmla="+- 90 0 0"/>
              <a:gd name="G22" fmla="+- 270 0 0"/>
              <a:gd name="G23" fmla="+- 90 0 0"/>
              <a:gd name="G24" fmla="+- 0 0 0"/>
              <a:gd name="G25" fmla="+- 90 0 0"/>
              <a:gd name="G26" fmla="+- 90 0 0"/>
              <a:gd name="G27" fmla="+- 90 0 0"/>
            </a:gdLst>
            <a:ahLst/>
            <a:cxnLst>
              <a:cxn ang="0">
                <a:pos x="r" y="vc"/>
              </a:cxn>
              <a:cxn ang="5400000">
                <a:pos x="hc" y="b"/>
              </a:cxn>
              <a:cxn ang="10800000">
                <a:pos x="l" y="vc"/>
              </a:cxn>
              <a:cxn ang="16200000">
                <a:pos x="hc" y="t"/>
              </a:cxn>
            </a:cxnLst>
            <a:rect l="0" t="0" r="0" b="0"/>
            <a:pathLst>
              <a:path>
                <a:moveTo>
                  <a:pt x="0" y="19"/>
                </a:moveTo>
                <a:lnTo>
                  <a:pt x="19" y="19"/>
                </a:lnTo>
                <a:lnTo>
                  <a:pt x="180" y="90"/>
                </a:lnTo>
                <a:lnTo>
                  <a:pt x="19" y="19"/>
                </a:lnTo>
                <a:lnTo>
                  <a:pt x="270" y="90"/>
                </a:lnTo>
                <a:close/>
              </a:path>
            </a:pathLst>
          </a:custGeom>
          <a:solidFill>
            <a:srgbClr val="1F1D1B">
              <a:alpha val="7999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de-DE"/>
          </a:p>
        </p:txBody>
      </p:sp>
      <p:sp>
        <p:nvSpPr>
          <p:cNvPr id="3104" name="AutoShape 32">
            <a:extLst>
              <a:ext uri="{FF2B5EF4-FFF2-40B4-BE49-F238E27FC236}">
                <a16:creationId xmlns:a16="http://schemas.microsoft.com/office/drawing/2014/main" id="{450FE005-321A-235A-2B79-2028C319899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30438" y="4840288"/>
            <a:ext cx="23812" cy="23812"/>
          </a:xfrm>
          <a:custGeom>
            <a:avLst/>
            <a:gdLst>
              <a:gd name="G0" fmla="*/ 65 1 2"/>
              <a:gd name="G1" fmla="*/ 1 48365 11520"/>
              <a:gd name="G2" fmla="*/ G1 32767 1"/>
              <a:gd name="G3" fmla="*/ G2 1 32767"/>
              <a:gd name="G4" fmla="cos G0 G3"/>
              <a:gd name="G5" fmla="*/ 65 1 2"/>
              <a:gd name="G6" fmla="*/ 1 48365 11520"/>
              <a:gd name="G7" fmla="*/ G6 32767 1"/>
              <a:gd name="G8" fmla="*/ G7 1 32767"/>
              <a:gd name="G9" fmla="sin G5 G8"/>
              <a:gd name="G10" fmla="*/ 65 1 2"/>
              <a:gd name="G11" fmla="+- G10 0 G4"/>
              <a:gd name="G12" fmla="+- G10 G4 0"/>
              <a:gd name="G13" fmla="+- G12 0 0"/>
              <a:gd name="G14" fmla="*/ 65 1 2"/>
              <a:gd name="G15" fmla="+- G14 0 G9"/>
              <a:gd name="G16" fmla="+- G14 G9 0"/>
              <a:gd name="G17" fmla="+- G16 0 0"/>
              <a:gd name="G18" fmla="+- 65 0 0"/>
              <a:gd name="G19" fmla="+- 65 0 0"/>
              <a:gd name="G20" fmla="+- 180 0 0"/>
              <a:gd name="G21" fmla="+- 90 0 0"/>
              <a:gd name="G22" fmla="+- 270 0 0"/>
              <a:gd name="G23" fmla="+- 90 0 0"/>
              <a:gd name="G24" fmla="+- 0 0 0"/>
              <a:gd name="G25" fmla="+- 90 0 0"/>
              <a:gd name="G26" fmla="+- 90 0 0"/>
              <a:gd name="G27" fmla="+- 90 0 0"/>
            </a:gdLst>
            <a:ahLst/>
            <a:cxnLst>
              <a:cxn ang="0">
                <a:pos x="r" y="vc"/>
              </a:cxn>
              <a:cxn ang="5400000">
                <a:pos x="hc" y="b"/>
              </a:cxn>
              <a:cxn ang="10800000">
                <a:pos x="l" y="vc"/>
              </a:cxn>
              <a:cxn ang="16200000">
                <a:pos x="hc" y="t"/>
              </a:cxn>
            </a:cxnLst>
            <a:rect l="0" t="0" r="0" b="0"/>
            <a:pathLst>
              <a:path>
                <a:moveTo>
                  <a:pt x="0" y="33"/>
                </a:moveTo>
                <a:lnTo>
                  <a:pt x="33" y="33"/>
                </a:lnTo>
                <a:lnTo>
                  <a:pt x="180" y="90"/>
                </a:lnTo>
                <a:lnTo>
                  <a:pt x="33" y="33"/>
                </a:lnTo>
                <a:lnTo>
                  <a:pt x="270" y="90"/>
                </a:lnTo>
                <a:close/>
              </a:path>
            </a:pathLst>
          </a:custGeom>
          <a:solidFill>
            <a:srgbClr val="1F1D1B">
              <a:alpha val="7999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de-DE"/>
          </a:p>
        </p:txBody>
      </p:sp>
      <p:sp>
        <p:nvSpPr>
          <p:cNvPr id="3105" name="AutoShape 33">
            <a:extLst>
              <a:ext uri="{FF2B5EF4-FFF2-40B4-BE49-F238E27FC236}">
                <a16:creationId xmlns:a16="http://schemas.microsoft.com/office/drawing/2014/main" id="{6356BE25-98B8-74EC-CAF1-16DB46B49F1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23938" y="1547813"/>
            <a:ext cx="11112" cy="11112"/>
          </a:xfrm>
          <a:custGeom>
            <a:avLst/>
            <a:gdLst>
              <a:gd name="G0" fmla="*/ 34 1 2"/>
              <a:gd name="G1" fmla="*/ 1 48365 11520"/>
              <a:gd name="G2" fmla="*/ G1 32767 1"/>
              <a:gd name="G3" fmla="*/ G2 1 32767"/>
              <a:gd name="G4" fmla="cos G0 G3"/>
              <a:gd name="G5" fmla="*/ 34 1 2"/>
              <a:gd name="G6" fmla="*/ 1 48365 11520"/>
              <a:gd name="G7" fmla="*/ G6 32767 1"/>
              <a:gd name="G8" fmla="*/ G7 1 32767"/>
              <a:gd name="G9" fmla="sin G5 G8"/>
              <a:gd name="G10" fmla="*/ 34 1 2"/>
              <a:gd name="G11" fmla="+- G10 0 G4"/>
              <a:gd name="G12" fmla="+- G10 G4 0"/>
              <a:gd name="G13" fmla="+- G12 0 0"/>
              <a:gd name="G14" fmla="*/ 34 1 2"/>
              <a:gd name="G15" fmla="+- G14 0 G9"/>
              <a:gd name="G16" fmla="+- G14 G9 0"/>
              <a:gd name="G17" fmla="+- G16 0 0"/>
              <a:gd name="G18" fmla="+- 34 0 0"/>
              <a:gd name="G19" fmla="+- 34 0 0"/>
              <a:gd name="G20" fmla="+- 180 0 0"/>
              <a:gd name="G21" fmla="+- 90 0 0"/>
              <a:gd name="G22" fmla="+- 270 0 0"/>
              <a:gd name="G23" fmla="+- 90 0 0"/>
              <a:gd name="G24" fmla="+- 0 0 0"/>
              <a:gd name="G25" fmla="+- 90 0 0"/>
              <a:gd name="G26" fmla="+- 90 0 0"/>
              <a:gd name="G27" fmla="+- 90 0 0"/>
            </a:gdLst>
            <a:ahLst/>
            <a:cxnLst>
              <a:cxn ang="0">
                <a:pos x="r" y="vc"/>
              </a:cxn>
              <a:cxn ang="5400000">
                <a:pos x="hc" y="b"/>
              </a:cxn>
              <a:cxn ang="10800000">
                <a:pos x="l" y="vc"/>
              </a:cxn>
              <a:cxn ang="16200000">
                <a:pos x="hc" y="t"/>
              </a:cxn>
            </a:cxnLst>
            <a:rect l="0" t="0" r="0" b="0"/>
            <a:pathLst>
              <a:path>
                <a:moveTo>
                  <a:pt x="0" y="17"/>
                </a:moveTo>
                <a:lnTo>
                  <a:pt x="17" y="17"/>
                </a:lnTo>
                <a:lnTo>
                  <a:pt x="180" y="90"/>
                </a:lnTo>
                <a:lnTo>
                  <a:pt x="17" y="17"/>
                </a:lnTo>
                <a:lnTo>
                  <a:pt x="270" y="90"/>
                </a:lnTo>
                <a:close/>
              </a:path>
            </a:pathLst>
          </a:custGeom>
          <a:solidFill>
            <a:srgbClr val="1F1D1B">
              <a:alpha val="7999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de-DE"/>
          </a:p>
        </p:txBody>
      </p:sp>
      <p:sp>
        <p:nvSpPr>
          <p:cNvPr id="3106" name="AutoShape 34">
            <a:extLst>
              <a:ext uri="{FF2B5EF4-FFF2-40B4-BE49-F238E27FC236}">
                <a16:creationId xmlns:a16="http://schemas.microsoft.com/office/drawing/2014/main" id="{6FB2CCC3-8763-1BE0-15C8-D00BE1BF462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94438" y="4935538"/>
            <a:ext cx="19050" cy="19050"/>
          </a:xfrm>
          <a:custGeom>
            <a:avLst/>
            <a:gdLst>
              <a:gd name="G0" fmla="*/ 56 1 2"/>
              <a:gd name="G1" fmla="*/ 1 48365 11520"/>
              <a:gd name="G2" fmla="*/ G1 32767 1"/>
              <a:gd name="G3" fmla="*/ G2 1 32767"/>
              <a:gd name="G4" fmla="cos G0 G3"/>
              <a:gd name="G5" fmla="*/ 56 1 2"/>
              <a:gd name="G6" fmla="*/ 1 48365 11520"/>
              <a:gd name="G7" fmla="*/ G6 32767 1"/>
              <a:gd name="G8" fmla="*/ G7 1 32767"/>
              <a:gd name="G9" fmla="sin G5 G8"/>
              <a:gd name="G10" fmla="*/ 56 1 2"/>
              <a:gd name="G11" fmla="+- G10 0 G4"/>
              <a:gd name="G12" fmla="+- G10 G4 0"/>
              <a:gd name="G13" fmla="+- G12 0 0"/>
              <a:gd name="G14" fmla="*/ 56 1 2"/>
              <a:gd name="G15" fmla="+- G14 0 G9"/>
              <a:gd name="G16" fmla="+- G14 G9 0"/>
              <a:gd name="G17" fmla="+- G16 0 0"/>
              <a:gd name="G18" fmla="+- 56 0 0"/>
              <a:gd name="G19" fmla="+- 56 0 0"/>
              <a:gd name="G20" fmla="+- 180 0 0"/>
              <a:gd name="G21" fmla="+- 90 0 0"/>
              <a:gd name="G22" fmla="+- 270 0 0"/>
              <a:gd name="G23" fmla="+- 90 0 0"/>
              <a:gd name="G24" fmla="+- 0 0 0"/>
              <a:gd name="G25" fmla="+- 90 0 0"/>
              <a:gd name="G26" fmla="+- 90 0 0"/>
              <a:gd name="G27" fmla="+- 90 0 0"/>
            </a:gdLst>
            <a:ahLst/>
            <a:cxnLst>
              <a:cxn ang="0">
                <a:pos x="r" y="vc"/>
              </a:cxn>
              <a:cxn ang="5400000">
                <a:pos x="hc" y="b"/>
              </a:cxn>
              <a:cxn ang="10800000">
                <a:pos x="l" y="vc"/>
              </a:cxn>
              <a:cxn ang="16200000">
                <a:pos x="hc" y="t"/>
              </a:cxn>
            </a:cxnLst>
            <a:rect l="0" t="0" r="0" b="0"/>
            <a:pathLst>
              <a:path>
                <a:moveTo>
                  <a:pt x="0" y="28"/>
                </a:moveTo>
                <a:lnTo>
                  <a:pt x="28" y="28"/>
                </a:lnTo>
                <a:lnTo>
                  <a:pt x="180" y="90"/>
                </a:lnTo>
                <a:lnTo>
                  <a:pt x="28" y="28"/>
                </a:lnTo>
                <a:lnTo>
                  <a:pt x="270" y="90"/>
                </a:lnTo>
                <a:close/>
              </a:path>
            </a:pathLst>
          </a:custGeom>
          <a:solidFill>
            <a:srgbClr val="1F1D1B">
              <a:alpha val="7999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de-DE"/>
          </a:p>
        </p:txBody>
      </p:sp>
      <p:sp>
        <p:nvSpPr>
          <p:cNvPr id="3107" name="AutoShape 35">
            <a:extLst>
              <a:ext uri="{FF2B5EF4-FFF2-40B4-BE49-F238E27FC236}">
                <a16:creationId xmlns:a16="http://schemas.microsoft.com/office/drawing/2014/main" id="{DD123354-2D2B-156E-6872-49349F913B5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00763" y="9139238"/>
            <a:ext cx="20637" cy="20637"/>
          </a:xfrm>
          <a:custGeom>
            <a:avLst/>
            <a:gdLst>
              <a:gd name="G0" fmla="*/ 57 1 2"/>
              <a:gd name="G1" fmla="*/ 1 48365 11520"/>
              <a:gd name="G2" fmla="*/ G1 32767 1"/>
              <a:gd name="G3" fmla="*/ G2 1 32767"/>
              <a:gd name="G4" fmla="cos G0 G3"/>
              <a:gd name="G5" fmla="*/ 57 1 2"/>
              <a:gd name="G6" fmla="*/ 1 48365 11520"/>
              <a:gd name="G7" fmla="*/ G6 32767 1"/>
              <a:gd name="G8" fmla="*/ G7 1 32767"/>
              <a:gd name="G9" fmla="sin G5 G8"/>
              <a:gd name="G10" fmla="*/ 57 1 2"/>
              <a:gd name="G11" fmla="+- G10 0 G4"/>
              <a:gd name="G12" fmla="+- G10 G4 0"/>
              <a:gd name="G13" fmla="+- G12 0 0"/>
              <a:gd name="G14" fmla="*/ 57 1 2"/>
              <a:gd name="G15" fmla="+- G14 0 G9"/>
              <a:gd name="G16" fmla="+- G14 G9 0"/>
              <a:gd name="G17" fmla="+- G16 0 0"/>
              <a:gd name="G18" fmla="+- 57 0 0"/>
              <a:gd name="G19" fmla="+- 57 0 0"/>
              <a:gd name="G20" fmla="+- 180 0 0"/>
              <a:gd name="G21" fmla="+- 90 0 0"/>
              <a:gd name="G22" fmla="+- 270 0 0"/>
              <a:gd name="G23" fmla="+- 90 0 0"/>
              <a:gd name="G24" fmla="+- 0 0 0"/>
              <a:gd name="G25" fmla="+- 90 0 0"/>
              <a:gd name="G26" fmla="+- 90 0 0"/>
              <a:gd name="G27" fmla="+- 90 0 0"/>
            </a:gdLst>
            <a:ahLst/>
            <a:cxnLst>
              <a:cxn ang="0">
                <a:pos x="r" y="vc"/>
              </a:cxn>
              <a:cxn ang="5400000">
                <a:pos x="hc" y="b"/>
              </a:cxn>
              <a:cxn ang="10800000">
                <a:pos x="l" y="vc"/>
              </a:cxn>
              <a:cxn ang="16200000">
                <a:pos x="hc" y="t"/>
              </a:cxn>
            </a:cxnLst>
            <a:rect l="0" t="0" r="0" b="0"/>
            <a:pathLst>
              <a:path>
                <a:moveTo>
                  <a:pt x="0" y="29"/>
                </a:moveTo>
                <a:lnTo>
                  <a:pt x="29" y="29"/>
                </a:lnTo>
                <a:lnTo>
                  <a:pt x="180" y="90"/>
                </a:lnTo>
                <a:lnTo>
                  <a:pt x="29" y="29"/>
                </a:lnTo>
                <a:lnTo>
                  <a:pt x="270" y="90"/>
                </a:lnTo>
                <a:close/>
              </a:path>
            </a:pathLst>
          </a:custGeom>
          <a:solidFill>
            <a:srgbClr val="1F1D1B">
              <a:alpha val="7999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de-DE"/>
          </a:p>
        </p:txBody>
      </p:sp>
      <p:sp>
        <p:nvSpPr>
          <p:cNvPr id="3108" name="AutoShape 36">
            <a:extLst>
              <a:ext uri="{FF2B5EF4-FFF2-40B4-BE49-F238E27FC236}">
                <a16:creationId xmlns:a16="http://schemas.microsoft.com/office/drawing/2014/main" id="{CBFB0414-D98C-E604-4080-3C18D137972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84575" y="8291513"/>
            <a:ext cx="19050" cy="19050"/>
          </a:xfrm>
          <a:custGeom>
            <a:avLst/>
            <a:gdLst>
              <a:gd name="G0" fmla="*/ 56 1 2"/>
              <a:gd name="G1" fmla="*/ 1 48365 11520"/>
              <a:gd name="G2" fmla="*/ G1 32767 1"/>
              <a:gd name="G3" fmla="*/ G2 1 32767"/>
              <a:gd name="G4" fmla="cos G0 G3"/>
              <a:gd name="G5" fmla="*/ 56 1 2"/>
              <a:gd name="G6" fmla="*/ 1 48365 11520"/>
              <a:gd name="G7" fmla="*/ G6 32767 1"/>
              <a:gd name="G8" fmla="*/ G7 1 32767"/>
              <a:gd name="G9" fmla="sin G5 G8"/>
              <a:gd name="G10" fmla="*/ 56 1 2"/>
              <a:gd name="G11" fmla="+- G10 0 G4"/>
              <a:gd name="G12" fmla="+- G10 G4 0"/>
              <a:gd name="G13" fmla="+- G12 0 0"/>
              <a:gd name="G14" fmla="*/ 56 1 2"/>
              <a:gd name="G15" fmla="+- G14 0 G9"/>
              <a:gd name="G16" fmla="+- G14 G9 0"/>
              <a:gd name="G17" fmla="+- G16 0 0"/>
              <a:gd name="G18" fmla="+- 56 0 0"/>
              <a:gd name="G19" fmla="+- 56 0 0"/>
              <a:gd name="G20" fmla="+- 180 0 0"/>
              <a:gd name="G21" fmla="+- 90 0 0"/>
              <a:gd name="G22" fmla="+- 270 0 0"/>
              <a:gd name="G23" fmla="+- 90 0 0"/>
              <a:gd name="G24" fmla="+- 0 0 0"/>
              <a:gd name="G25" fmla="+- 90 0 0"/>
              <a:gd name="G26" fmla="+- 90 0 0"/>
              <a:gd name="G27" fmla="+- 90 0 0"/>
            </a:gdLst>
            <a:ahLst/>
            <a:cxnLst>
              <a:cxn ang="0">
                <a:pos x="r" y="vc"/>
              </a:cxn>
              <a:cxn ang="5400000">
                <a:pos x="hc" y="b"/>
              </a:cxn>
              <a:cxn ang="10800000">
                <a:pos x="l" y="vc"/>
              </a:cxn>
              <a:cxn ang="16200000">
                <a:pos x="hc" y="t"/>
              </a:cxn>
            </a:cxnLst>
            <a:rect l="0" t="0" r="0" b="0"/>
            <a:pathLst>
              <a:path>
                <a:moveTo>
                  <a:pt x="0" y="28"/>
                </a:moveTo>
                <a:lnTo>
                  <a:pt x="28" y="28"/>
                </a:lnTo>
                <a:lnTo>
                  <a:pt x="180" y="90"/>
                </a:lnTo>
                <a:lnTo>
                  <a:pt x="28" y="28"/>
                </a:lnTo>
                <a:lnTo>
                  <a:pt x="270" y="90"/>
                </a:lnTo>
                <a:close/>
              </a:path>
            </a:pathLst>
          </a:custGeom>
          <a:solidFill>
            <a:srgbClr val="1F1D1B">
              <a:alpha val="7999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de-DE"/>
          </a:p>
        </p:txBody>
      </p:sp>
      <p:sp>
        <p:nvSpPr>
          <p:cNvPr id="3109" name="AutoShape 37">
            <a:extLst>
              <a:ext uri="{FF2B5EF4-FFF2-40B4-BE49-F238E27FC236}">
                <a16:creationId xmlns:a16="http://schemas.microsoft.com/office/drawing/2014/main" id="{8313525F-1527-A104-88AA-C2944438F1E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87538" y="6580188"/>
            <a:ext cx="25400" cy="25400"/>
          </a:xfrm>
          <a:custGeom>
            <a:avLst/>
            <a:gdLst>
              <a:gd name="G0" fmla="*/ 73 1 2"/>
              <a:gd name="G1" fmla="*/ 1 48365 11520"/>
              <a:gd name="G2" fmla="*/ G1 32767 1"/>
              <a:gd name="G3" fmla="*/ G2 1 32767"/>
              <a:gd name="G4" fmla="cos G0 G3"/>
              <a:gd name="G5" fmla="*/ 73 1 2"/>
              <a:gd name="G6" fmla="*/ 1 48365 11520"/>
              <a:gd name="G7" fmla="*/ G6 32767 1"/>
              <a:gd name="G8" fmla="*/ G7 1 32767"/>
              <a:gd name="G9" fmla="sin G5 G8"/>
              <a:gd name="G10" fmla="*/ 73 1 2"/>
              <a:gd name="G11" fmla="+- G10 0 G4"/>
              <a:gd name="G12" fmla="+- G10 G4 0"/>
              <a:gd name="G13" fmla="+- G12 0 0"/>
              <a:gd name="G14" fmla="*/ 73 1 2"/>
              <a:gd name="G15" fmla="+- G14 0 G9"/>
              <a:gd name="G16" fmla="+- G14 G9 0"/>
              <a:gd name="G17" fmla="+- G16 0 0"/>
              <a:gd name="G18" fmla="+- 73 0 0"/>
              <a:gd name="G19" fmla="+- 73 0 0"/>
              <a:gd name="G20" fmla="+- 180 0 0"/>
              <a:gd name="G21" fmla="+- 90 0 0"/>
              <a:gd name="G22" fmla="+- 270 0 0"/>
              <a:gd name="G23" fmla="+- 90 0 0"/>
              <a:gd name="G24" fmla="+- 0 0 0"/>
              <a:gd name="G25" fmla="+- 90 0 0"/>
              <a:gd name="G26" fmla="+- 90 0 0"/>
              <a:gd name="G27" fmla="+- 90 0 0"/>
            </a:gdLst>
            <a:ahLst/>
            <a:cxnLst>
              <a:cxn ang="0">
                <a:pos x="r" y="vc"/>
              </a:cxn>
              <a:cxn ang="5400000">
                <a:pos x="hc" y="b"/>
              </a:cxn>
              <a:cxn ang="10800000">
                <a:pos x="l" y="vc"/>
              </a:cxn>
              <a:cxn ang="16200000">
                <a:pos x="hc" y="t"/>
              </a:cxn>
            </a:cxnLst>
            <a:rect l="0" t="0" r="0" b="0"/>
            <a:pathLst>
              <a:path>
                <a:moveTo>
                  <a:pt x="0" y="37"/>
                </a:moveTo>
                <a:lnTo>
                  <a:pt x="37" y="37"/>
                </a:lnTo>
                <a:lnTo>
                  <a:pt x="180" y="90"/>
                </a:lnTo>
                <a:lnTo>
                  <a:pt x="37" y="37"/>
                </a:lnTo>
                <a:lnTo>
                  <a:pt x="270" y="90"/>
                </a:lnTo>
                <a:close/>
              </a:path>
            </a:pathLst>
          </a:custGeom>
          <a:solidFill>
            <a:srgbClr val="1F1D1B">
              <a:alpha val="7999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de-DE"/>
          </a:p>
        </p:txBody>
      </p:sp>
      <p:sp>
        <p:nvSpPr>
          <p:cNvPr id="3110" name="AutoShape 38">
            <a:extLst>
              <a:ext uri="{FF2B5EF4-FFF2-40B4-BE49-F238E27FC236}">
                <a16:creationId xmlns:a16="http://schemas.microsoft.com/office/drawing/2014/main" id="{E2DD42D9-426A-C134-6B15-2F128AAC1CE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56075" y="8199438"/>
            <a:ext cx="12700" cy="12700"/>
          </a:xfrm>
          <a:custGeom>
            <a:avLst/>
            <a:gdLst>
              <a:gd name="G0" fmla="*/ 36 1 2"/>
              <a:gd name="G1" fmla="*/ 1 48365 11520"/>
              <a:gd name="G2" fmla="*/ G1 32767 1"/>
              <a:gd name="G3" fmla="*/ G2 1 32767"/>
              <a:gd name="G4" fmla="cos G0 G3"/>
              <a:gd name="G5" fmla="*/ 36 1 2"/>
              <a:gd name="G6" fmla="*/ 1 48365 11520"/>
              <a:gd name="G7" fmla="*/ G6 32767 1"/>
              <a:gd name="G8" fmla="*/ G7 1 32767"/>
              <a:gd name="G9" fmla="sin G5 G8"/>
              <a:gd name="G10" fmla="*/ 36 1 2"/>
              <a:gd name="G11" fmla="+- G10 0 G4"/>
              <a:gd name="G12" fmla="+- G10 G4 0"/>
              <a:gd name="G13" fmla="+- G12 0 0"/>
              <a:gd name="G14" fmla="*/ 36 1 2"/>
              <a:gd name="G15" fmla="+- G14 0 G9"/>
              <a:gd name="G16" fmla="+- G14 G9 0"/>
              <a:gd name="G17" fmla="+- G16 0 0"/>
              <a:gd name="G18" fmla="+- 36 0 0"/>
              <a:gd name="G19" fmla="+- 36 0 0"/>
              <a:gd name="G20" fmla="+- 180 0 0"/>
              <a:gd name="G21" fmla="+- 90 0 0"/>
              <a:gd name="G22" fmla="+- 270 0 0"/>
              <a:gd name="G23" fmla="+- 90 0 0"/>
              <a:gd name="G24" fmla="+- 0 0 0"/>
              <a:gd name="G25" fmla="+- 90 0 0"/>
              <a:gd name="G26" fmla="+- 90 0 0"/>
              <a:gd name="G27" fmla="+- 90 0 0"/>
            </a:gdLst>
            <a:ahLst/>
            <a:cxnLst>
              <a:cxn ang="0">
                <a:pos x="r" y="vc"/>
              </a:cxn>
              <a:cxn ang="5400000">
                <a:pos x="hc" y="b"/>
              </a:cxn>
              <a:cxn ang="10800000">
                <a:pos x="l" y="vc"/>
              </a:cxn>
              <a:cxn ang="16200000">
                <a:pos x="hc" y="t"/>
              </a:cxn>
            </a:cxnLst>
            <a:rect l="0" t="0" r="0" b="0"/>
            <a:pathLst>
              <a:path>
                <a:moveTo>
                  <a:pt x="0" y="18"/>
                </a:moveTo>
                <a:lnTo>
                  <a:pt x="18" y="18"/>
                </a:lnTo>
                <a:lnTo>
                  <a:pt x="180" y="90"/>
                </a:lnTo>
                <a:lnTo>
                  <a:pt x="18" y="18"/>
                </a:lnTo>
                <a:lnTo>
                  <a:pt x="270" y="90"/>
                </a:lnTo>
                <a:close/>
              </a:path>
            </a:pathLst>
          </a:custGeom>
          <a:solidFill>
            <a:srgbClr val="1F1D1B">
              <a:alpha val="7999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de-DE"/>
          </a:p>
        </p:txBody>
      </p:sp>
      <p:sp>
        <p:nvSpPr>
          <p:cNvPr id="3111" name="AutoShape 39">
            <a:extLst>
              <a:ext uri="{FF2B5EF4-FFF2-40B4-BE49-F238E27FC236}">
                <a16:creationId xmlns:a16="http://schemas.microsoft.com/office/drawing/2014/main" id="{2EE4CF95-8801-A918-322E-10966099D5E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86463" y="7280275"/>
            <a:ext cx="19050" cy="19050"/>
          </a:xfrm>
          <a:custGeom>
            <a:avLst/>
            <a:gdLst>
              <a:gd name="G0" fmla="*/ 54 1 2"/>
              <a:gd name="G1" fmla="*/ 1 48365 11520"/>
              <a:gd name="G2" fmla="*/ G1 32767 1"/>
              <a:gd name="G3" fmla="*/ G2 1 32767"/>
              <a:gd name="G4" fmla="cos G0 G3"/>
              <a:gd name="G5" fmla="*/ 54 1 2"/>
              <a:gd name="G6" fmla="*/ 1 48365 11520"/>
              <a:gd name="G7" fmla="*/ G6 32767 1"/>
              <a:gd name="G8" fmla="*/ G7 1 32767"/>
              <a:gd name="G9" fmla="sin G5 G8"/>
              <a:gd name="G10" fmla="*/ 54 1 2"/>
              <a:gd name="G11" fmla="+- G10 0 G4"/>
              <a:gd name="G12" fmla="+- G10 G4 0"/>
              <a:gd name="G13" fmla="+- G12 0 0"/>
              <a:gd name="G14" fmla="*/ 54 1 2"/>
              <a:gd name="G15" fmla="+- G14 0 G9"/>
              <a:gd name="G16" fmla="+- G14 G9 0"/>
              <a:gd name="G17" fmla="+- G16 0 0"/>
              <a:gd name="G18" fmla="+- 54 0 0"/>
              <a:gd name="G19" fmla="+- 54 0 0"/>
              <a:gd name="G20" fmla="+- 180 0 0"/>
              <a:gd name="G21" fmla="+- 90 0 0"/>
              <a:gd name="G22" fmla="+- 270 0 0"/>
              <a:gd name="G23" fmla="+- 90 0 0"/>
              <a:gd name="G24" fmla="+- 0 0 0"/>
              <a:gd name="G25" fmla="+- 90 0 0"/>
              <a:gd name="G26" fmla="+- 90 0 0"/>
              <a:gd name="G27" fmla="+- 90 0 0"/>
            </a:gdLst>
            <a:ahLst/>
            <a:cxnLst>
              <a:cxn ang="0">
                <a:pos x="r" y="vc"/>
              </a:cxn>
              <a:cxn ang="5400000">
                <a:pos x="hc" y="b"/>
              </a:cxn>
              <a:cxn ang="10800000">
                <a:pos x="l" y="vc"/>
              </a:cxn>
              <a:cxn ang="16200000">
                <a:pos x="hc" y="t"/>
              </a:cxn>
            </a:cxnLst>
            <a:rect l="0" t="0" r="0" b="0"/>
            <a:pathLst>
              <a:path>
                <a:moveTo>
                  <a:pt x="0" y="27"/>
                </a:moveTo>
                <a:lnTo>
                  <a:pt x="27" y="27"/>
                </a:lnTo>
                <a:lnTo>
                  <a:pt x="180" y="90"/>
                </a:lnTo>
                <a:lnTo>
                  <a:pt x="27" y="27"/>
                </a:lnTo>
                <a:lnTo>
                  <a:pt x="270" y="90"/>
                </a:lnTo>
                <a:close/>
              </a:path>
            </a:pathLst>
          </a:custGeom>
          <a:solidFill>
            <a:srgbClr val="1F1D1B">
              <a:alpha val="7999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de-DE"/>
          </a:p>
        </p:txBody>
      </p:sp>
      <p:sp>
        <p:nvSpPr>
          <p:cNvPr id="3112" name="AutoShape 40">
            <a:extLst>
              <a:ext uri="{FF2B5EF4-FFF2-40B4-BE49-F238E27FC236}">
                <a16:creationId xmlns:a16="http://schemas.microsoft.com/office/drawing/2014/main" id="{CD588BD2-1B60-C5CD-8632-7340C32DC29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81325" y="8015288"/>
            <a:ext cx="19050" cy="19050"/>
          </a:xfrm>
          <a:custGeom>
            <a:avLst/>
            <a:gdLst>
              <a:gd name="G0" fmla="*/ 55 1 2"/>
              <a:gd name="G1" fmla="*/ 1 48365 11520"/>
              <a:gd name="G2" fmla="*/ G1 32767 1"/>
              <a:gd name="G3" fmla="*/ G2 1 32767"/>
              <a:gd name="G4" fmla="cos G0 G3"/>
              <a:gd name="G5" fmla="*/ 55 1 2"/>
              <a:gd name="G6" fmla="*/ 1 48365 11520"/>
              <a:gd name="G7" fmla="*/ G6 32767 1"/>
              <a:gd name="G8" fmla="*/ G7 1 32767"/>
              <a:gd name="G9" fmla="sin G5 G8"/>
              <a:gd name="G10" fmla="*/ 55 1 2"/>
              <a:gd name="G11" fmla="+- G10 0 G4"/>
              <a:gd name="G12" fmla="+- G10 G4 0"/>
              <a:gd name="G13" fmla="+- G12 0 0"/>
              <a:gd name="G14" fmla="*/ 55 1 2"/>
              <a:gd name="G15" fmla="+- G14 0 G9"/>
              <a:gd name="G16" fmla="+- G14 G9 0"/>
              <a:gd name="G17" fmla="+- G16 0 0"/>
              <a:gd name="G18" fmla="+- 55 0 0"/>
              <a:gd name="G19" fmla="+- 55 0 0"/>
              <a:gd name="G20" fmla="+- 180 0 0"/>
              <a:gd name="G21" fmla="+- 90 0 0"/>
              <a:gd name="G22" fmla="+- 270 0 0"/>
              <a:gd name="G23" fmla="+- 90 0 0"/>
              <a:gd name="G24" fmla="+- 0 0 0"/>
              <a:gd name="G25" fmla="+- 90 0 0"/>
              <a:gd name="G26" fmla="+- 90 0 0"/>
              <a:gd name="G27" fmla="+- 90 0 0"/>
            </a:gdLst>
            <a:ahLst/>
            <a:cxnLst>
              <a:cxn ang="0">
                <a:pos x="r" y="vc"/>
              </a:cxn>
              <a:cxn ang="5400000">
                <a:pos x="hc" y="b"/>
              </a:cxn>
              <a:cxn ang="10800000">
                <a:pos x="l" y="vc"/>
              </a:cxn>
              <a:cxn ang="16200000">
                <a:pos x="hc" y="t"/>
              </a:cxn>
            </a:cxnLst>
            <a:rect l="0" t="0" r="0" b="0"/>
            <a:pathLst>
              <a:path>
                <a:moveTo>
                  <a:pt x="0" y="28"/>
                </a:moveTo>
                <a:lnTo>
                  <a:pt x="28" y="28"/>
                </a:lnTo>
                <a:lnTo>
                  <a:pt x="180" y="90"/>
                </a:lnTo>
                <a:lnTo>
                  <a:pt x="28" y="28"/>
                </a:lnTo>
                <a:lnTo>
                  <a:pt x="270" y="90"/>
                </a:lnTo>
                <a:close/>
              </a:path>
            </a:pathLst>
          </a:custGeom>
          <a:solidFill>
            <a:srgbClr val="1F1D1B">
              <a:alpha val="7999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de-DE"/>
          </a:p>
        </p:txBody>
      </p:sp>
      <p:sp>
        <p:nvSpPr>
          <p:cNvPr id="3113" name="AutoShape 41">
            <a:extLst>
              <a:ext uri="{FF2B5EF4-FFF2-40B4-BE49-F238E27FC236}">
                <a16:creationId xmlns:a16="http://schemas.microsoft.com/office/drawing/2014/main" id="{67D1ACCF-4DD4-5F79-C883-4B01AD51796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24538" y="4535488"/>
            <a:ext cx="20637" cy="20637"/>
          </a:xfrm>
          <a:custGeom>
            <a:avLst/>
            <a:gdLst>
              <a:gd name="G0" fmla="*/ 60 1 2"/>
              <a:gd name="G1" fmla="*/ 1 48365 11520"/>
              <a:gd name="G2" fmla="*/ G1 32767 1"/>
              <a:gd name="G3" fmla="*/ G2 1 32767"/>
              <a:gd name="G4" fmla="cos G0 G3"/>
              <a:gd name="G5" fmla="*/ 60 1 2"/>
              <a:gd name="G6" fmla="*/ 1 48365 11520"/>
              <a:gd name="G7" fmla="*/ G6 32767 1"/>
              <a:gd name="G8" fmla="*/ G7 1 32767"/>
              <a:gd name="G9" fmla="sin G5 G8"/>
              <a:gd name="G10" fmla="*/ 60 1 2"/>
              <a:gd name="G11" fmla="+- G10 0 G4"/>
              <a:gd name="G12" fmla="+- G10 G4 0"/>
              <a:gd name="G13" fmla="+- G12 0 0"/>
              <a:gd name="G14" fmla="*/ 60 1 2"/>
              <a:gd name="G15" fmla="+- G14 0 G9"/>
              <a:gd name="G16" fmla="+- G14 G9 0"/>
              <a:gd name="G17" fmla="+- G16 0 0"/>
              <a:gd name="G18" fmla="+- 60 0 0"/>
              <a:gd name="G19" fmla="+- 60 0 0"/>
              <a:gd name="G20" fmla="+- 180 0 0"/>
              <a:gd name="G21" fmla="+- 90 0 0"/>
              <a:gd name="G22" fmla="+- 270 0 0"/>
              <a:gd name="G23" fmla="+- 90 0 0"/>
              <a:gd name="G24" fmla="+- 0 0 0"/>
              <a:gd name="G25" fmla="+- 90 0 0"/>
              <a:gd name="G26" fmla="+- 90 0 0"/>
              <a:gd name="G27" fmla="+- 90 0 0"/>
            </a:gdLst>
            <a:ahLst/>
            <a:cxnLst>
              <a:cxn ang="0">
                <a:pos x="r" y="vc"/>
              </a:cxn>
              <a:cxn ang="5400000">
                <a:pos x="hc" y="b"/>
              </a:cxn>
              <a:cxn ang="10800000">
                <a:pos x="l" y="vc"/>
              </a:cxn>
              <a:cxn ang="16200000">
                <a:pos x="hc" y="t"/>
              </a:cxn>
            </a:cxnLst>
            <a:rect l="0" t="0" r="0" b="0"/>
            <a:pathLst>
              <a:path>
                <a:moveTo>
                  <a:pt x="0" y="30"/>
                </a:moveTo>
                <a:lnTo>
                  <a:pt x="30" y="30"/>
                </a:lnTo>
                <a:lnTo>
                  <a:pt x="180" y="90"/>
                </a:lnTo>
                <a:lnTo>
                  <a:pt x="30" y="30"/>
                </a:lnTo>
                <a:lnTo>
                  <a:pt x="270" y="90"/>
                </a:lnTo>
                <a:close/>
              </a:path>
            </a:pathLst>
          </a:custGeom>
          <a:solidFill>
            <a:srgbClr val="1F1D1B">
              <a:alpha val="7999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de-DE"/>
          </a:p>
        </p:txBody>
      </p:sp>
      <p:sp>
        <p:nvSpPr>
          <p:cNvPr id="3114" name="AutoShape 42">
            <a:extLst>
              <a:ext uri="{FF2B5EF4-FFF2-40B4-BE49-F238E27FC236}">
                <a16:creationId xmlns:a16="http://schemas.microsoft.com/office/drawing/2014/main" id="{30B76309-DCCC-2A6F-FB70-3126350EF50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74925" y="1031875"/>
            <a:ext cx="14288" cy="14288"/>
          </a:xfrm>
          <a:custGeom>
            <a:avLst/>
            <a:gdLst>
              <a:gd name="G0" fmla="*/ 39 1 2"/>
              <a:gd name="G1" fmla="*/ 1 48365 11520"/>
              <a:gd name="G2" fmla="*/ G1 32767 1"/>
              <a:gd name="G3" fmla="*/ G2 1 32767"/>
              <a:gd name="G4" fmla="cos G0 G3"/>
              <a:gd name="G5" fmla="*/ 39 1 2"/>
              <a:gd name="G6" fmla="*/ 1 48365 11520"/>
              <a:gd name="G7" fmla="*/ G6 32767 1"/>
              <a:gd name="G8" fmla="*/ G7 1 32767"/>
              <a:gd name="G9" fmla="sin G5 G8"/>
              <a:gd name="G10" fmla="*/ 39 1 2"/>
              <a:gd name="G11" fmla="+- G10 0 G4"/>
              <a:gd name="G12" fmla="+- G10 G4 0"/>
              <a:gd name="G13" fmla="+- G12 0 0"/>
              <a:gd name="G14" fmla="*/ 39 1 2"/>
              <a:gd name="G15" fmla="+- G14 0 G9"/>
              <a:gd name="G16" fmla="+- G14 G9 0"/>
              <a:gd name="G17" fmla="+- G16 0 0"/>
              <a:gd name="G18" fmla="+- 39 0 0"/>
              <a:gd name="G19" fmla="+- 39 0 0"/>
              <a:gd name="G20" fmla="+- 180 0 0"/>
              <a:gd name="G21" fmla="+- 90 0 0"/>
              <a:gd name="G22" fmla="+- 270 0 0"/>
              <a:gd name="G23" fmla="+- 90 0 0"/>
              <a:gd name="G24" fmla="+- 0 0 0"/>
              <a:gd name="G25" fmla="+- 90 0 0"/>
              <a:gd name="G26" fmla="+- 90 0 0"/>
              <a:gd name="G27" fmla="+- 90 0 0"/>
            </a:gdLst>
            <a:ahLst/>
            <a:cxnLst>
              <a:cxn ang="0">
                <a:pos x="r" y="vc"/>
              </a:cxn>
              <a:cxn ang="5400000">
                <a:pos x="hc" y="b"/>
              </a:cxn>
              <a:cxn ang="10800000">
                <a:pos x="l" y="vc"/>
              </a:cxn>
              <a:cxn ang="16200000">
                <a:pos x="hc" y="t"/>
              </a:cxn>
            </a:cxnLst>
            <a:rect l="0" t="0" r="0" b="0"/>
            <a:pathLst>
              <a:path>
                <a:moveTo>
                  <a:pt x="0" y="20"/>
                </a:moveTo>
                <a:lnTo>
                  <a:pt x="20" y="20"/>
                </a:lnTo>
                <a:lnTo>
                  <a:pt x="180" y="90"/>
                </a:lnTo>
                <a:lnTo>
                  <a:pt x="20" y="20"/>
                </a:lnTo>
                <a:lnTo>
                  <a:pt x="270" y="90"/>
                </a:lnTo>
                <a:close/>
              </a:path>
            </a:pathLst>
          </a:custGeom>
          <a:solidFill>
            <a:srgbClr val="1F1D1B">
              <a:alpha val="7999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de-DE"/>
          </a:p>
        </p:txBody>
      </p:sp>
      <p:sp>
        <p:nvSpPr>
          <p:cNvPr id="3115" name="AutoShape 43">
            <a:extLst>
              <a:ext uri="{FF2B5EF4-FFF2-40B4-BE49-F238E27FC236}">
                <a16:creationId xmlns:a16="http://schemas.microsoft.com/office/drawing/2014/main" id="{B5B61E2A-880C-F240-D658-00DC35C7775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17950" y="1697038"/>
            <a:ext cx="20638" cy="20637"/>
          </a:xfrm>
          <a:custGeom>
            <a:avLst/>
            <a:gdLst>
              <a:gd name="G0" fmla="*/ 60 1 2"/>
              <a:gd name="G1" fmla="*/ 1 48365 11520"/>
              <a:gd name="G2" fmla="*/ G1 32767 1"/>
              <a:gd name="G3" fmla="*/ G2 1 32767"/>
              <a:gd name="G4" fmla="cos G0 G3"/>
              <a:gd name="G5" fmla="*/ 60 1 2"/>
              <a:gd name="G6" fmla="*/ 1 48365 11520"/>
              <a:gd name="G7" fmla="*/ G6 32767 1"/>
              <a:gd name="G8" fmla="*/ G7 1 32767"/>
              <a:gd name="G9" fmla="sin G5 G8"/>
              <a:gd name="G10" fmla="*/ 60 1 2"/>
              <a:gd name="G11" fmla="+- G10 0 G4"/>
              <a:gd name="G12" fmla="+- G10 G4 0"/>
              <a:gd name="G13" fmla="+- G12 0 0"/>
              <a:gd name="G14" fmla="*/ 60 1 2"/>
              <a:gd name="G15" fmla="+- G14 0 G9"/>
              <a:gd name="G16" fmla="+- G14 G9 0"/>
              <a:gd name="G17" fmla="+- G16 0 0"/>
              <a:gd name="G18" fmla="+- 60 0 0"/>
              <a:gd name="G19" fmla="+- 60 0 0"/>
              <a:gd name="G20" fmla="+- 180 0 0"/>
              <a:gd name="G21" fmla="+- 90 0 0"/>
              <a:gd name="G22" fmla="+- 270 0 0"/>
              <a:gd name="G23" fmla="+- 90 0 0"/>
              <a:gd name="G24" fmla="+- 0 0 0"/>
              <a:gd name="G25" fmla="+- 90 0 0"/>
              <a:gd name="G26" fmla="+- 90 0 0"/>
              <a:gd name="G27" fmla="+- 90 0 0"/>
            </a:gdLst>
            <a:ahLst/>
            <a:cxnLst>
              <a:cxn ang="0">
                <a:pos x="r" y="vc"/>
              </a:cxn>
              <a:cxn ang="5400000">
                <a:pos x="hc" y="b"/>
              </a:cxn>
              <a:cxn ang="10800000">
                <a:pos x="l" y="vc"/>
              </a:cxn>
              <a:cxn ang="16200000">
                <a:pos x="hc" y="t"/>
              </a:cxn>
            </a:cxnLst>
            <a:rect l="0" t="0" r="0" b="0"/>
            <a:pathLst>
              <a:path>
                <a:moveTo>
                  <a:pt x="0" y="30"/>
                </a:moveTo>
                <a:lnTo>
                  <a:pt x="30" y="30"/>
                </a:lnTo>
                <a:lnTo>
                  <a:pt x="180" y="90"/>
                </a:lnTo>
                <a:lnTo>
                  <a:pt x="30" y="30"/>
                </a:lnTo>
                <a:lnTo>
                  <a:pt x="270" y="90"/>
                </a:lnTo>
                <a:close/>
              </a:path>
            </a:pathLst>
          </a:custGeom>
          <a:solidFill>
            <a:srgbClr val="1F1D1B">
              <a:alpha val="7999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de-DE"/>
          </a:p>
        </p:txBody>
      </p:sp>
      <p:sp>
        <p:nvSpPr>
          <p:cNvPr id="3116" name="AutoShape 44">
            <a:extLst>
              <a:ext uri="{FF2B5EF4-FFF2-40B4-BE49-F238E27FC236}">
                <a16:creationId xmlns:a16="http://schemas.microsoft.com/office/drawing/2014/main" id="{507A5DAD-CB0E-F7C8-19A3-23FF58C492A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51475" y="660400"/>
            <a:ext cx="17463" cy="17463"/>
          </a:xfrm>
          <a:custGeom>
            <a:avLst/>
            <a:gdLst>
              <a:gd name="G0" fmla="*/ 48 1 2"/>
              <a:gd name="G1" fmla="*/ 1 48365 11520"/>
              <a:gd name="G2" fmla="*/ G1 32767 1"/>
              <a:gd name="G3" fmla="*/ G2 1 32767"/>
              <a:gd name="G4" fmla="cos G0 G3"/>
              <a:gd name="G5" fmla="*/ 48 1 2"/>
              <a:gd name="G6" fmla="*/ 1 48365 11520"/>
              <a:gd name="G7" fmla="*/ G6 32767 1"/>
              <a:gd name="G8" fmla="*/ G7 1 32767"/>
              <a:gd name="G9" fmla="sin G5 G8"/>
              <a:gd name="G10" fmla="*/ 48 1 2"/>
              <a:gd name="G11" fmla="+- G10 0 G4"/>
              <a:gd name="G12" fmla="+- G10 G4 0"/>
              <a:gd name="G13" fmla="+- G12 0 0"/>
              <a:gd name="G14" fmla="*/ 48 1 2"/>
              <a:gd name="G15" fmla="+- G14 0 G9"/>
              <a:gd name="G16" fmla="+- G14 G9 0"/>
              <a:gd name="G17" fmla="+- G16 0 0"/>
              <a:gd name="G18" fmla="+- 48 0 0"/>
              <a:gd name="G19" fmla="+- 48 0 0"/>
              <a:gd name="G20" fmla="+- 180 0 0"/>
              <a:gd name="G21" fmla="+- 90 0 0"/>
              <a:gd name="G22" fmla="+- 270 0 0"/>
              <a:gd name="G23" fmla="+- 90 0 0"/>
              <a:gd name="G24" fmla="+- 0 0 0"/>
              <a:gd name="G25" fmla="+- 90 0 0"/>
              <a:gd name="G26" fmla="+- 90 0 0"/>
              <a:gd name="G27" fmla="+- 90 0 0"/>
            </a:gdLst>
            <a:ahLst/>
            <a:cxnLst>
              <a:cxn ang="0">
                <a:pos x="r" y="vc"/>
              </a:cxn>
              <a:cxn ang="5400000">
                <a:pos x="hc" y="b"/>
              </a:cxn>
              <a:cxn ang="10800000">
                <a:pos x="l" y="vc"/>
              </a:cxn>
              <a:cxn ang="16200000">
                <a:pos x="hc" y="t"/>
              </a:cxn>
            </a:cxnLst>
            <a:rect l="0" t="0" r="0" b="0"/>
            <a:pathLst>
              <a:path>
                <a:moveTo>
                  <a:pt x="0" y="24"/>
                </a:moveTo>
                <a:lnTo>
                  <a:pt x="24" y="24"/>
                </a:lnTo>
                <a:lnTo>
                  <a:pt x="180" y="90"/>
                </a:lnTo>
                <a:lnTo>
                  <a:pt x="24" y="24"/>
                </a:lnTo>
                <a:lnTo>
                  <a:pt x="270" y="90"/>
                </a:lnTo>
                <a:close/>
              </a:path>
            </a:pathLst>
          </a:custGeom>
          <a:solidFill>
            <a:srgbClr val="1F1D1B">
              <a:alpha val="7999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de-DE"/>
          </a:p>
        </p:txBody>
      </p:sp>
      <p:sp>
        <p:nvSpPr>
          <p:cNvPr id="3117" name="AutoShape 45">
            <a:extLst>
              <a:ext uri="{FF2B5EF4-FFF2-40B4-BE49-F238E27FC236}">
                <a16:creationId xmlns:a16="http://schemas.microsoft.com/office/drawing/2014/main" id="{9070F360-9913-0867-AD7C-F40F19B1F55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78125" y="2117725"/>
            <a:ext cx="25400" cy="25400"/>
          </a:xfrm>
          <a:custGeom>
            <a:avLst/>
            <a:gdLst>
              <a:gd name="G0" fmla="*/ 70 1 2"/>
              <a:gd name="G1" fmla="*/ 1 48365 11520"/>
              <a:gd name="G2" fmla="*/ G1 32767 1"/>
              <a:gd name="G3" fmla="*/ G2 1 32767"/>
              <a:gd name="G4" fmla="cos G0 G3"/>
              <a:gd name="G5" fmla="*/ 70 1 2"/>
              <a:gd name="G6" fmla="*/ 1 48365 11520"/>
              <a:gd name="G7" fmla="*/ G6 32767 1"/>
              <a:gd name="G8" fmla="*/ G7 1 32767"/>
              <a:gd name="G9" fmla="sin G5 G8"/>
              <a:gd name="G10" fmla="*/ 70 1 2"/>
              <a:gd name="G11" fmla="+- G10 0 G4"/>
              <a:gd name="G12" fmla="+- G10 G4 0"/>
              <a:gd name="G13" fmla="+- G12 0 0"/>
              <a:gd name="G14" fmla="*/ 70 1 2"/>
              <a:gd name="G15" fmla="+- G14 0 G9"/>
              <a:gd name="G16" fmla="+- G14 G9 0"/>
              <a:gd name="G17" fmla="+- G16 0 0"/>
              <a:gd name="G18" fmla="+- 70 0 0"/>
              <a:gd name="G19" fmla="+- 70 0 0"/>
              <a:gd name="G20" fmla="+- 180 0 0"/>
              <a:gd name="G21" fmla="+- 90 0 0"/>
              <a:gd name="G22" fmla="+- 270 0 0"/>
              <a:gd name="G23" fmla="+- 90 0 0"/>
              <a:gd name="G24" fmla="+- 0 0 0"/>
              <a:gd name="G25" fmla="+- 90 0 0"/>
              <a:gd name="G26" fmla="+- 90 0 0"/>
              <a:gd name="G27" fmla="+- 90 0 0"/>
            </a:gdLst>
            <a:ahLst/>
            <a:cxnLst>
              <a:cxn ang="0">
                <a:pos x="r" y="vc"/>
              </a:cxn>
              <a:cxn ang="5400000">
                <a:pos x="hc" y="b"/>
              </a:cxn>
              <a:cxn ang="10800000">
                <a:pos x="l" y="vc"/>
              </a:cxn>
              <a:cxn ang="16200000">
                <a:pos x="hc" y="t"/>
              </a:cxn>
            </a:cxnLst>
            <a:rect l="0" t="0" r="0" b="0"/>
            <a:pathLst>
              <a:path>
                <a:moveTo>
                  <a:pt x="0" y="35"/>
                </a:moveTo>
                <a:lnTo>
                  <a:pt x="35" y="35"/>
                </a:lnTo>
                <a:lnTo>
                  <a:pt x="180" y="90"/>
                </a:lnTo>
                <a:lnTo>
                  <a:pt x="35" y="35"/>
                </a:lnTo>
                <a:lnTo>
                  <a:pt x="270" y="90"/>
                </a:lnTo>
                <a:close/>
              </a:path>
            </a:pathLst>
          </a:custGeom>
          <a:solidFill>
            <a:srgbClr val="1F1D1B">
              <a:alpha val="7999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de-DE"/>
          </a:p>
        </p:txBody>
      </p:sp>
      <p:sp>
        <p:nvSpPr>
          <p:cNvPr id="3118" name="AutoShape 46">
            <a:extLst>
              <a:ext uri="{FF2B5EF4-FFF2-40B4-BE49-F238E27FC236}">
                <a16:creationId xmlns:a16="http://schemas.microsoft.com/office/drawing/2014/main" id="{520EE422-7B23-8D63-A25F-01CDA450990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83363" y="196850"/>
            <a:ext cx="17462" cy="17463"/>
          </a:xfrm>
          <a:custGeom>
            <a:avLst/>
            <a:gdLst>
              <a:gd name="G0" fmla="*/ 51 1 2"/>
              <a:gd name="G1" fmla="*/ 1 48365 11520"/>
              <a:gd name="G2" fmla="*/ G1 32767 1"/>
              <a:gd name="G3" fmla="*/ G2 1 32767"/>
              <a:gd name="G4" fmla="cos G0 G3"/>
              <a:gd name="G5" fmla="*/ 51 1 2"/>
              <a:gd name="G6" fmla="*/ 1 48365 11520"/>
              <a:gd name="G7" fmla="*/ G6 32767 1"/>
              <a:gd name="G8" fmla="*/ G7 1 32767"/>
              <a:gd name="G9" fmla="sin G5 G8"/>
              <a:gd name="G10" fmla="*/ 51 1 2"/>
              <a:gd name="G11" fmla="+- G10 0 G4"/>
              <a:gd name="G12" fmla="+- G10 G4 0"/>
              <a:gd name="G13" fmla="+- G12 0 0"/>
              <a:gd name="G14" fmla="*/ 51 1 2"/>
              <a:gd name="G15" fmla="+- G14 0 G9"/>
              <a:gd name="G16" fmla="+- G14 G9 0"/>
              <a:gd name="G17" fmla="+- G16 0 0"/>
              <a:gd name="G18" fmla="+- 51 0 0"/>
              <a:gd name="G19" fmla="+- 51 0 0"/>
              <a:gd name="G20" fmla="+- 180 0 0"/>
              <a:gd name="G21" fmla="+- 90 0 0"/>
              <a:gd name="G22" fmla="+- 270 0 0"/>
              <a:gd name="G23" fmla="+- 90 0 0"/>
              <a:gd name="G24" fmla="+- 0 0 0"/>
              <a:gd name="G25" fmla="+- 90 0 0"/>
              <a:gd name="G26" fmla="+- 90 0 0"/>
              <a:gd name="G27" fmla="+- 90 0 0"/>
            </a:gdLst>
            <a:ahLst/>
            <a:cxnLst>
              <a:cxn ang="0">
                <a:pos x="r" y="vc"/>
              </a:cxn>
              <a:cxn ang="5400000">
                <a:pos x="hc" y="b"/>
              </a:cxn>
              <a:cxn ang="10800000">
                <a:pos x="l" y="vc"/>
              </a:cxn>
              <a:cxn ang="16200000">
                <a:pos x="hc" y="t"/>
              </a:cxn>
            </a:cxnLst>
            <a:rect l="0" t="0" r="0" b="0"/>
            <a:pathLst>
              <a:path>
                <a:moveTo>
                  <a:pt x="0" y="26"/>
                </a:moveTo>
                <a:lnTo>
                  <a:pt x="26" y="26"/>
                </a:lnTo>
                <a:lnTo>
                  <a:pt x="180" y="90"/>
                </a:lnTo>
                <a:lnTo>
                  <a:pt x="26" y="26"/>
                </a:lnTo>
                <a:lnTo>
                  <a:pt x="270" y="90"/>
                </a:lnTo>
                <a:close/>
              </a:path>
            </a:pathLst>
          </a:custGeom>
          <a:solidFill>
            <a:srgbClr val="1F1D1B">
              <a:alpha val="7999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de-DE"/>
          </a:p>
        </p:txBody>
      </p:sp>
      <p:sp>
        <p:nvSpPr>
          <p:cNvPr id="3119" name="AutoShape 47">
            <a:extLst>
              <a:ext uri="{FF2B5EF4-FFF2-40B4-BE49-F238E27FC236}">
                <a16:creationId xmlns:a16="http://schemas.microsoft.com/office/drawing/2014/main" id="{5F9AE3B0-7084-BFAB-CF4C-5AE32B592B1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21250" y="9150350"/>
            <a:ext cx="20638" cy="20638"/>
          </a:xfrm>
          <a:custGeom>
            <a:avLst/>
            <a:gdLst>
              <a:gd name="G0" fmla="*/ 59 1 2"/>
              <a:gd name="G1" fmla="*/ 1 48365 11520"/>
              <a:gd name="G2" fmla="*/ G1 32767 1"/>
              <a:gd name="G3" fmla="*/ G2 1 32767"/>
              <a:gd name="G4" fmla="cos G0 G3"/>
              <a:gd name="G5" fmla="*/ 59 1 2"/>
              <a:gd name="G6" fmla="*/ 1 48365 11520"/>
              <a:gd name="G7" fmla="*/ G6 32767 1"/>
              <a:gd name="G8" fmla="*/ G7 1 32767"/>
              <a:gd name="G9" fmla="sin G5 G8"/>
              <a:gd name="G10" fmla="*/ 59 1 2"/>
              <a:gd name="G11" fmla="+- G10 0 G4"/>
              <a:gd name="G12" fmla="+- G10 G4 0"/>
              <a:gd name="G13" fmla="+- G12 0 0"/>
              <a:gd name="G14" fmla="*/ 59 1 2"/>
              <a:gd name="G15" fmla="+- G14 0 G9"/>
              <a:gd name="G16" fmla="+- G14 G9 0"/>
              <a:gd name="G17" fmla="+- G16 0 0"/>
              <a:gd name="G18" fmla="+- 59 0 0"/>
              <a:gd name="G19" fmla="+- 59 0 0"/>
              <a:gd name="G20" fmla="+- 180 0 0"/>
              <a:gd name="G21" fmla="+- 90 0 0"/>
              <a:gd name="G22" fmla="+- 270 0 0"/>
              <a:gd name="G23" fmla="+- 90 0 0"/>
              <a:gd name="G24" fmla="+- 0 0 0"/>
              <a:gd name="G25" fmla="+- 90 0 0"/>
              <a:gd name="G26" fmla="+- 90 0 0"/>
              <a:gd name="G27" fmla="+- 90 0 0"/>
            </a:gdLst>
            <a:ahLst/>
            <a:cxnLst>
              <a:cxn ang="0">
                <a:pos x="r" y="vc"/>
              </a:cxn>
              <a:cxn ang="5400000">
                <a:pos x="hc" y="b"/>
              </a:cxn>
              <a:cxn ang="10800000">
                <a:pos x="l" y="vc"/>
              </a:cxn>
              <a:cxn ang="16200000">
                <a:pos x="hc" y="t"/>
              </a:cxn>
            </a:cxnLst>
            <a:rect l="0" t="0" r="0" b="0"/>
            <a:pathLst>
              <a:path>
                <a:moveTo>
                  <a:pt x="0" y="30"/>
                </a:moveTo>
                <a:lnTo>
                  <a:pt x="30" y="30"/>
                </a:lnTo>
                <a:lnTo>
                  <a:pt x="180" y="90"/>
                </a:lnTo>
                <a:lnTo>
                  <a:pt x="30" y="30"/>
                </a:lnTo>
                <a:lnTo>
                  <a:pt x="270" y="90"/>
                </a:lnTo>
                <a:close/>
              </a:path>
            </a:pathLst>
          </a:custGeom>
          <a:solidFill>
            <a:srgbClr val="1F1D1B">
              <a:alpha val="7999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de-DE"/>
          </a:p>
        </p:txBody>
      </p:sp>
      <p:sp>
        <p:nvSpPr>
          <p:cNvPr id="3120" name="AutoShape 48">
            <a:extLst>
              <a:ext uri="{FF2B5EF4-FFF2-40B4-BE49-F238E27FC236}">
                <a16:creationId xmlns:a16="http://schemas.microsoft.com/office/drawing/2014/main" id="{D7BFB834-2339-FF21-FCC1-B7D3A5B49132}"/>
              </a:ext>
            </a:extLst>
          </p:cNvPr>
          <p:cNvSpPr>
            <a:spLocks noChangeArrowheads="1"/>
          </p:cNvSpPr>
          <p:nvPr/>
        </p:nvSpPr>
        <p:spPr bwMode="auto">
          <a:xfrm>
            <a:off x="938213" y="2992438"/>
            <a:ext cx="23812" cy="23812"/>
          </a:xfrm>
          <a:custGeom>
            <a:avLst/>
            <a:gdLst>
              <a:gd name="G0" fmla="*/ 65 1 2"/>
              <a:gd name="G1" fmla="*/ 1 48365 11520"/>
              <a:gd name="G2" fmla="*/ G1 32767 1"/>
              <a:gd name="G3" fmla="*/ G2 1 32767"/>
              <a:gd name="G4" fmla="cos G0 G3"/>
              <a:gd name="G5" fmla="*/ 65 1 2"/>
              <a:gd name="G6" fmla="*/ 1 48365 11520"/>
              <a:gd name="G7" fmla="*/ G6 32767 1"/>
              <a:gd name="G8" fmla="*/ G7 1 32767"/>
              <a:gd name="G9" fmla="sin G5 G8"/>
              <a:gd name="G10" fmla="*/ 65 1 2"/>
              <a:gd name="G11" fmla="+- G10 0 G4"/>
              <a:gd name="G12" fmla="+- G10 G4 0"/>
              <a:gd name="G13" fmla="+- G12 0 0"/>
              <a:gd name="G14" fmla="*/ 65 1 2"/>
              <a:gd name="G15" fmla="+- G14 0 G9"/>
              <a:gd name="G16" fmla="+- G14 G9 0"/>
              <a:gd name="G17" fmla="+- G16 0 0"/>
              <a:gd name="G18" fmla="+- 65 0 0"/>
              <a:gd name="G19" fmla="+- 65 0 0"/>
              <a:gd name="G20" fmla="+- 180 0 0"/>
              <a:gd name="G21" fmla="+- 90 0 0"/>
              <a:gd name="G22" fmla="+- 270 0 0"/>
              <a:gd name="G23" fmla="+- 90 0 0"/>
              <a:gd name="G24" fmla="+- 0 0 0"/>
              <a:gd name="G25" fmla="+- 90 0 0"/>
              <a:gd name="G26" fmla="+- 90 0 0"/>
              <a:gd name="G27" fmla="+- 90 0 0"/>
            </a:gdLst>
            <a:ahLst/>
            <a:cxnLst>
              <a:cxn ang="0">
                <a:pos x="r" y="vc"/>
              </a:cxn>
              <a:cxn ang="5400000">
                <a:pos x="hc" y="b"/>
              </a:cxn>
              <a:cxn ang="10800000">
                <a:pos x="l" y="vc"/>
              </a:cxn>
              <a:cxn ang="16200000">
                <a:pos x="hc" y="t"/>
              </a:cxn>
            </a:cxnLst>
            <a:rect l="0" t="0" r="0" b="0"/>
            <a:pathLst>
              <a:path>
                <a:moveTo>
                  <a:pt x="0" y="33"/>
                </a:moveTo>
                <a:lnTo>
                  <a:pt x="33" y="33"/>
                </a:lnTo>
                <a:lnTo>
                  <a:pt x="180" y="90"/>
                </a:lnTo>
                <a:lnTo>
                  <a:pt x="33" y="33"/>
                </a:lnTo>
                <a:lnTo>
                  <a:pt x="270" y="90"/>
                </a:lnTo>
                <a:close/>
              </a:path>
            </a:pathLst>
          </a:custGeom>
          <a:solidFill>
            <a:srgbClr val="1F1D1B">
              <a:alpha val="7999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de-DE"/>
          </a:p>
        </p:txBody>
      </p:sp>
      <p:sp>
        <p:nvSpPr>
          <p:cNvPr id="3121" name="AutoShape 49">
            <a:extLst>
              <a:ext uri="{FF2B5EF4-FFF2-40B4-BE49-F238E27FC236}">
                <a16:creationId xmlns:a16="http://schemas.microsoft.com/office/drawing/2014/main" id="{34CA4D04-5C00-6CB2-D711-5248A4F0623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18125" y="6032500"/>
            <a:ext cx="14288" cy="14288"/>
          </a:xfrm>
          <a:custGeom>
            <a:avLst/>
            <a:gdLst>
              <a:gd name="G0" fmla="*/ 42 1 2"/>
              <a:gd name="G1" fmla="*/ 1 48365 11520"/>
              <a:gd name="G2" fmla="*/ G1 32767 1"/>
              <a:gd name="G3" fmla="*/ G2 1 32767"/>
              <a:gd name="G4" fmla="cos G0 G3"/>
              <a:gd name="G5" fmla="*/ 42 1 2"/>
              <a:gd name="G6" fmla="*/ 1 48365 11520"/>
              <a:gd name="G7" fmla="*/ G6 32767 1"/>
              <a:gd name="G8" fmla="*/ G7 1 32767"/>
              <a:gd name="G9" fmla="sin G5 G8"/>
              <a:gd name="G10" fmla="*/ 42 1 2"/>
              <a:gd name="G11" fmla="+- G10 0 G4"/>
              <a:gd name="G12" fmla="+- G10 G4 0"/>
              <a:gd name="G13" fmla="+- G12 0 0"/>
              <a:gd name="G14" fmla="*/ 42 1 2"/>
              <a:gd name="G15" fmla="+- G14 0 G9"/>
              <a:gd name="G16" fmla="+- G14 G9 0"/>
              <a:gd name="G17" fmla="+- G16 0 0"/>
              <a:gd name="G18" fmla="+- 42 0 0"/>
              <a:gd name="G19" fmla="+- 42 0 0"/>
              <a:gd name="G20" fmla="+- 180 0 0"/>
              <a:gd name="G21" fmla="+- 90 0 0"/>
              <a:gd name="G22" fmla="+- 270 0 0"/>
              <a:gd name="G23" fmla="+- 90 0 0"/>
              <a:gd name="G24" fmla="+- 0 0 0"/>
              <a:gd name="G25" fmla="+- 90 0 0"/>
              <a:gd name="G26" fmla="+- 90 0 0"/>
              <a:gd name="G27" fmla="+- 90 0 0"/>
            </a:gdLst>
            <a:ahLst/>
            <a:cxnLst>
              <a:cxn ang="0">
                <a:pos x="r" y="vc"/>
              </a:cxn>
              <a:cxn ang="5400000">
                <a:pos x="hc" y="b"/>
              </a:cxn>
              <a:cxn ang="10800000">
                <a:pos x="l" y="vc"/>
              </a:cxn>
              <a:cxn ang="16200000">
                <a:pos x="hc" y="t"/>
              </a:cxn>
            </a:cxnLst>
            <a:rect l="0" t="0" r="0" b="0"/>
            <a:pathLst>
              <a:path>
                <a:moveTo>
                  <a:pt x="0" y="21"/>
                </a:moveTo>
                <a:lnTo>
                  <a:pt x="21" y="21"/>
                </a:lnTo>
                <a:lnTo>
                  <a:pt x="180" y="90"/>
                </a:lnTo>
                <a:lnTo>
                  <a:pt x="21" y="21"/>
                </a:lnTo>
                <a:lnTo>
                  <a:pt x="270" y="90"/>
                </a:lnTo>
                <a:close/>
              </a:path>
            </a:pathLst>
          </a:custGeom>
          <a:solidFill>
            <a:srgbClr val="1F1D1B">
              <a:alpha val="7999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de-DE"/>
          </a:p>
        </p:txBody>
      </p:sp>
      <p:sp>
        <p:nvSpPr>
          <p:cNvPr id="3122" name="AutoShape 50">
            <a:extLst>
              <a:ext uri="{FF2B5EF4-FFF2-40B4-BE49-F238E27FC236}">
                <a16:creationId xmlns:a16="http://schemas.microsoft.com/office/drawing/2014/main" id="{34EE064A-AC98-7A1F-4BBC-6004D79A1FF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19813" y="2343150"/>
            <a:ext cx="20637" cy="20638"/>
          </a:xfrm>
          <a:custGeom>
            <a:avLst/>
            <a:gdLst>
              <a:gd name="G0" fmla="*/ 57 1 2"/>
              <a:gd name="G1" fmla="*/ 1 48365 11520"/>
              <a:gd name="G2" fmla="*/ G1 32767 1"/>
              <a:gd name="G3" fmla="*/ G2 1 32767"/>
              <a:gd name="G4" fmla="cos G0 G3"/>
              <a:gd name="G5" fmla="*/ 57 1 2"/>
              <a:gd name="G6" fmla="*/ 1 48365 11520"/>
              <a:gd name="G7" fmla="*/ G6 32767 1"/>
              <a:gd name="G8" fmla="*/ G7 1 32767"/>
              <a:gd name="G9" fmla="sin G5 G8"/>
              <a:gd name="G10" fmla="*/ 57 1 2"/>
              <a:gd name="G11" fmla="+- G10 0 G4"/>
              <a:gd name="G12" fmla="+- G10 G4 0"/>
              <a:gd name="G13" fmla="+- G12 0 0"/>
              <a:gd name="G14" fmla="*/ 57 1 2"/>
              <a:gd name="G15" fmla="+- G14 0 G9"/>
              <a:gd name="G16" fmla="+- G14 G9 0"/>
              <a:gd name="G17" fmla="+- G16 0 0"/>
              <a:gd name="G18" fmla="+- 57 0 0"/>
              <a:gd name="G19" fmla="+- 57 0 0"/>
              <a:gd name="G20" fmla="+- 180 0 0"/>
              <a:gd name="G21" fmla="+- 90 0 0"/>
              <a:gd name="G22" fmla="+- 270 0 0"/>
              <a:gd name="G23" fmla="+- 90 0 0"/>
              <a:gd name="G24" fmla="+- 0 0 0"/>
              <a:gd name="G25" fmla="+- 90 0 0"/>
              <a:gd name="G26" fmla="+- 90 0 0"/>
              <a:gd name="G27" fmla="+- 90 0 0"/>
            </a:gdLst>
            <a:ahLst/>
            <a:cxnLst>
              <a:cxn ang="0">
                <a:pos x="r" y="vc"/>
              </a:cxn>
              <a:cxn ang="5400000">
                <a:pos x="hc" y="b"/>
              </a:cxn>
              <a:cxn ang="10800000">
                <a:pos x="l" y="vc"/>
              </a:cxn>
              <a:cxn ang="16200000">
                <a:pos x="hc" y="t"/>
              </a:cxn>
            </a:cxnLst>
            <a:rect l="0" t="0" r="0" b="0"/>
            <a:pathLst>
              <a:path>
                <a:moveTo>
                  <a:pt x="0" y="29"/>
                </a:moveTo>
                <a:lnTo>
                  <a:pt x="29" y="29"/>
                </a:lnTo>
                <a:lnTo>
                  <a:pt x="180" y="90"/>
                </a:lnTo>
                <a:lnTo>
                  <a:pt x="29" y="29"/>
                </a:lnTo>
                <a:lnTo>
                  <a:pt x="270" y="90"/>
                </a:lnTo>
                <a:close/>
              </a:path>
            </a:pathLst>
          </a:custGeom>
          <a:solidFill>
            <a:srgbClr val="1F1D1B">
              <a:alpha val="7999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de-DE"/>
          </a:p>
        </p:txBody>
      </p:sp>
      <p:sp>
        <p:nvSpPr>
          <p:cNvPr id="3123" name="AutoShape 51">
            <a:extLst>
              <a:ext uri="{FF2B5EF4-FFF2-40B4-BE49-F238E27FC236}">
                <a16:creationId xmlns:a16="http://schemas.microsoft.com/office/drawing/2014/main" id="{E7B7620C-82EF-F0EC-DFB5-A10CC73EA81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83350" y="6173788"/>
            <a:ext cx="12700" cy="12700"/>
          </a:xfrm>
          <a:custGeom>
            <a:avLst/>
            <a:gdLst>
              <a:gd name="G0" fmla="*/ 36 1 2"/>
              <a:gd name="G1" fmla="*/ 1 48365 11520"/>
              <a:gd name="G2" fmla="*/ G1 32767 1"/>
              <a:gd name="G3" fmla="*/ G2 1 32767"/>
              <a:gd name="G4" fmla="cos G0 G3"/>
              <a:gd name="G5" fmla="*/ 36 1 2"/>
              <a:gd name="G6" fmla="*/ 1 48365 11520"/>
              <a:gd name="G7" fmla="*/ G6 32767 1"/>
              <a:gd name="G8" fmla="*/ G7 1 32767"/>
              <a:gd name="G9" fmla="sin G5 G8"/>
              <a:gd name="G10" fmla="*/ 36 1 2"/>
              <a:gd name="G11" fmla="+- G10 0 G4"/>
              <a:gd name="G12" fmla="+- G10 G4 0"/>
              <a:gd name="G13" fmla="+- G12 0 0"/>
              <a:gd name="G14" fmla="*/ 36 1 2"/>
              <a:gd name="G15" fmla="+- G14 0 G9"/>
              <a:gd name="G16" fmla="+- G14 G9 0"/>
              <a:gd name="G17" fmla="+- G16 0 0"/>
              <a:gd name="G18" fmla="+- 36 0 0"/>
              <a:gd name="G19" fmla="+- 36 0 0"/>
              <a:gd name="G20" fmla="+- 180 0 0"/>
              <a:gd name="G21" fmla="+- 90 0 0"/>
              <a:gd name="G22" fmla="+- 270 0 0"/>
              <a:gd name="G23" fmla="+- 90 0 0"/>
              <a:gd name="G24" fmla="+- 0 0 0"/>
              <a:gd name="G25" fmla="+- 90 0 0"/>
              <a:gd name="G26" fmla="+- 90 0 0"/>
              <a:gd name="G27" fmla="+- 90 0 0"/>
            </a:gdLst>
            <a:ahLst/>
            <a:cxnLst>
              <a:cxn ang="0">
                <a:pos x="r" y="vc"/>
              </a:cxn>
              <a:cxn ang="5400000">
                <a:pos x="hc" y="b"/>
              </a:cxn>
              <a:cxn ang="10800000">
                <a:pos x="l" y="vc"/>
              </a:cxn>
              <a:cxn ang="16200000">
                <a:pos x="hc" y="t"/>
              </a:cxn>
            </a:cxnLst>
            <a:rect l="0" t="0" r="0" b="0"/>
            <a:pathLst>
              <a:path>
                <a:moveTo>
                  <a:pt x="0" y="18"/>
                </a:moveTo>
                <a:lnTo>
                  <a:pt x="18" y="18"/>
                </a:lnTo>
                <a:lnTo>
                  <a:pt x="180" y="90"/>
                </a:lnTo>
                <a:lnTo>
                  <a:pt x="18" y="18"/>
                </a:lnTo>
                <a:lnTo>
                  <a:pt x="270" y="90"/>
                </a:lnTo>
                <a:close/>
              </a:path>
            </a:pathLst>
          </a:custGeom>
          <a:solidFill>
            <a:srgbClr val="1F1D1B">
              <a:alpha val="7999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de-DE"/>
          </a:p>
        </p:txBody>
      </p:sp>
      <p:sp>
        <p:nvSpPr>
          <p:cNvPr id="3124" name="AutoShape 52">
            <a:extLst>
              <a:ext uri="{FF2B5EF4-FFF2-40B4-BE49-F238E27FC236}">
                <a16:creationId xmlns:a16="http://schemas.microsoft.com/office/drawing/2014/main" id="{DB8D17E1-0836-E0A2-F88E-ACB9E20544E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11363" y="1600200"/>
            <a:ext cx="15875" cy="15875"/>
          </a:xfrm>
          <a:custGeom>
            <a:avLst/>
            <a:gdLst>
              <a:gd name="G0" fmla="*/ 44 1 2"/>
              <a:gd name="G1" fmla="*/ 1 48365 11520"/>
              <a:gd name="G2" fmla="*/ G1 32767 1"/>
              <a:gd name="G3" fmla="*/ G2 1 32767"/>
              <a:gd name="G4" fmla="cos G0 G3"/>
              <a:gd name="G5" fmla="*/ 44 1 2"/>
              <a:gd name="G6" fmla="*/ 1 48365 11520"/>
              <a:gd name="G7" fmla="*/ G6 32767 1"/>
              <a:gd name="G8" fmla="*/ G7 1 32767"/>
              <a:gd name="G9" fmla="sin G5 G8"/>
              <a:gd name="G10" fmla="*/ 44 1 2"/>
              <a:gd name="G11" fmla="+- G10 0 G4"/>
              <a:gd name="G12" fmla="+- G10 G4 0"/>
              <a:gd name="G13" fmla="+- G12 0 0"/>
              <a:gd name="G14" fmla="*/ 44 1 2"/>
              <a:gd name="G15" fmla="+- G14 0 G9"/>
              <a:gd name="G16" fmla="+- G14 G9 0"/>
              <a:gd name="G17" fmla="+- G16 0 0"/>
              <a:gd name="G18" fmla="+- 44 0 0"/>
              <a:gd name="G19" fmla="+- 44 0 0"/>
              <a:gd name="G20" fmla="+- 180 0 0"/>
              <a:gd name="G21" fmla="+- 90 0 0"/>
              <a:gd name="G22" fmla="+- 270 0 0"/>
              <a:gd name="G23" fmla="+- 90 0 0"/>
              <a:gd name="G24" fmla="+- 0 0 0"/>
              <a:gd name="G25" fmla="+- 90 0 0"/>
              <a:gd name="G26" fmla="+- 90 0 0"/>
              <a:gd name="G27" fmla="+- 90 0 0"/>
            </a:gdLst>
            <a:ahLst/>
            <a:cxnLst>
              <a:cxn ang="0">
                <a:pos x="r" y="vc"/>
              </a:cxn>
              <a:cxn ang="5400000">
                <a:pos x="hc" y="b"/>
              </a:cxn>
              <a:cxn ang="10800000">
                <a:pos x="l" y="vc"/>
              </a:cxn>
              <a:cxn ang="16200000">
                <a:pos x="hc" y="t"/>
              </a:cxn>
            </a:cxnLst>
            <a:rect l="0" t="0" r="0" b="0"/>
            <a:pathLst>
              <a:path>
                <a:moveTo>
                  <a:pt x="0" y="22"/>
                </a:moveTo>
                <a:lnTo>
                  <a:pt x="22" y="22"/>
                </a:lnTo>
                <a:lnTo>
                  <a:pt x="180" y="90"/>
                </a:lnTo>
                <a:lnTo>
                  <a:pt x="22" y="22"/>
                </a:lnTo>
                <a:lnTo>
                  <a:pt x="270" y="90"/>
                </a:lnTo>
                <a:close/>
              </a:path>
            </a:pathLst>
          </a:custGeom>
          <a:solidFill>
            <a:srgbClr val="1F1D1B">
              <a:alpha val="7999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de-DE"/>
          </a:p>
        </p:txBody>
      </p:sp>
      <p:sp>
        <p:nvSpPr>
          <p:cNvPr id="3125" name="AutoShape 53">
            <a:extLst>
              <a:ext uri="{FF2B5EF4-FFF2-40B4-BE49-F238E27FC236}">
                <a16:creationId xmlns:a16="http://schemas.microsoft.com/office/drawing/2014/main" id="{D8D4BAC4-1A9C-17BE-0783-8C02ED4915D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89313" y="2868613"/>
            <a:ext cx="19050" cy="19050"/>
          </a:xfrm>
          <a:custGeom>
            <a:avLst/>
            <a:gdLst>
              <a:gd name="G0" fmla="*/ 54 1 2"/>
              <a:gd name="G1" fmla="*/ 1 48365 11520"/>
              <a:gd name="G2" fmla="*/ G1 32767 1"/>
              <a:gd name="G3" fmla="*/ G2 1 32767"/>
              <a:gd name="G4" fmla="cos G0 G3"/>
              <a:gd name="G5" fmla="*/ 54 1 2"/>
              <a:gd name="G6" fmla="*/ 1 48365 11520"/>
              <a:gd name="G7" fmla="*/ G6 32767 1"/>
              <a:gd name="G8" fmla="*/ G7 1 32767"/>
              <a:gd name="G9" fmla="sin G5 G8"/>
              <a:gd name="G10" fmla="*/ 54 1 2"/>
              <a:gd name="G11" fmla="+- G10 0 G4"/>
              <a:gd name="G12" fmla="+- G10 G4 0"/>
              <a:gd name="G13" fmla="+- G12 0 0"/>
              <a:gd name="G14" fmla="*/ 54 1 2"/>
              <a:gd name="G15" fmla="+- G14 0 G9"/>
              <a:gd name="G16" fmla="+- G14 G9 0"/>
              <a:gd name="G17" fmla="+- G16 0 0"/>
              <a:gd name="G18" fmla="+- 54 0 0"/>
              <a:gd name="G19" fmla="+- 54 0 0"/>
              <a:gd name="G20" fmla="+- 180 0 0"/>
              <a:gd name="G21" fmla="+- 90 0 0"/>
              <a:gd name="G22" fmla="+- 270 0 0"/>
              <a:gd name="G23" fmla="+- 90 0 0"/>
              <a:gd name="G24" fmla="+- 0 0 0"/>
              <a:gd name="G25" fmla="+- 90 0 0"/>
              <a:gd name="G26" fmla="+- 90 0 0"/>
              <a:gd name="G27" fmla="+- 90 0 0"/>
            </a:gdLst>
            <a:ahLst/>
            <a:cxnLst>
              <a:cxn ang="0">
                <a:pos x="r" y="vc"/>
              </a:cxn>
              <a:cxn ang="5400000">
                <a:pos x="hc" y="b"/>
              </a:cxn>
              <a:cxn ang="10800000">
                <a:pos x="l" y="vc"/>
              </a:cxn>
              <a:cxn ang="16200000">
                <a:pos x="hc" y="t"/>
              </a:cxn>
            </a:cxnLst>
            <a:rect l="0" t="0" r="0" b="0"/>
            <a:pathLst>
              <a:path>
                <a:moveTo>
                  <a:pt x="0" y="27"/>
                </a:moveTo>
                <a:lnTo>
                  <a:pt x="27" y="27"/>
                </a:lnTo>
                <a:lnTo>
                  <a:pt x="180" y="90"/>
                </a:lnTo>
                <a:lnTo>
                  <a:pt x="27" y="27"/>
                </a:lnTo>
                <a:lnTo>
                  <a:pt x="270" y="90"/>
                </a:lnTo>
                <a:close/>
              </a:path>
            </a:pathLst>
          </a:custGeom>
          <a:solidFill>
            <a:srgbClr val="1F1D1B">
              <a:alpha val="7999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de-DE"/>
          </a:p>
        </p:txBody>
      </p:sp>
      <p:sp>
        <p:nvSpPr>
          <p:cNvPr id="3126" name="AutoShape 54">
            <a:extLst>
              <a:ext uri="{FF2B5EF4-FFF2-40B4-BE49-F238E27FC236}">
                <a16:creationId xmlns:a16="http://schemas.microsoft.com/office/drawing/2014/main" id="{74515EE6-9DD4-37A3-246A-C0BFC3AD3B4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15063" y="4116388"/>
            <a:ext cx="14287" cy="14287"/>
          </a:xfrm>
          <a:custGeom>
            <a:avLst/>
            <a:gdLst>
              <a:gd name="G0" fmla="*/ 40 1 2"/>
              <a:gd name="G1" fmla="*/ 1 48365 11520"/>
              <a:gd name="G2" fmla="*/ G1 32767 1"/>
              <a:gd name="G3" fmla="*/ G2 1 32767"/>
              <a:gd name="G4" fmla="cos G0 G3"/>
              <a:gd name="G5" fmla="*/ 40 1 2"/>
              <a:gd name="G6" fmla="*/ 1 48365 11520"/>
              <a:gd name="G7" fmla="*/ G6 32767 1"/>
              <a:gd name="G8" fmla="*/ G7 1 32767"/>
              <a:gd name="G9" fmla="sin G5 G8"/>
              <a:gd name="G10" fmla="*/ 40 1 2"/>
              <a:gd name="G11" fmla="+- G10 0 G4"/>
              <a:gd name="G12" fmla="+- G10 G4 0"/>
              <a:gd name="G13" fmla="+- G12 0 0"/>
              <a:gd name="G14" fmla="*/ 40 1 2"/>
              <a:gd name="G15" fmla="+- G14 0 G9"/>
              <a:gd name="G16" fmla="+- G14 G9 0"/>
              <a:gd name="G17" fmla="+- G16 0 0"/>
              <a:gd name="G18" fmla="+- 40 0 0"/>
              <a:gd name="G19" fmla="+- 40 0 0"/>
              <a:gd name="G20" fmla="+- 180 0 0"/>
              <a:gd name="G21" fmla="+- 90 0 0"/>
              <a:gd name="G22" fmla="+- 270 0 0"/>
              <a:gd name="G23" fmla="+- 90 0 0"/>
              <a:gd name="G24" fmla="+- 0 0 0"/>
              <a:gd name="G25" fmla="+- 90 0 0"/>
              <a:gd name="G26" fmla="+- 90 0 0"/>
              <a:gd name="G27" fmla="+- 90 0 0"/>
            </a:gdLst>
            <a:ahLst/>
            <a:cxnLst>
              <a:cxn ang="0">
                <a:pos x="r" y="vc"/>
              </a:cxn>
              <a:cxn ang="5400000">
                <a:pos x="hc" y="b"/>
              </a:cxn>
              <a:cxn ang="10800000">
                <a:pos x="l" y="vc"/>
              </a:cxn>
              <a:cxn ang="16200000">
                <a:pos x="hc" y="t"/>
              </a:cxn>
            </a:cxnLst>
            <a:rect l="0" t="0" r="0" b="0"/>
            <a:pathLst>
              <a:path>
                <a:moveTo>
                  <a:pt x="0" y="20"/>
                </a:moveTo>
                <a:lnTo>
                  <a:pt x="20" y="20"/>
                </a:lnTo>
                <a:lnTo>
                  <a:pt x="180" y="90"/>
                </a:lnTo>
                <a:lnTo>
                  <a:pt x="20" y="20"/>
                </a:lnTo>
                <a:lnTo>
                  <a:pt x="270" y="90"/>
                </a:lnTo>
                <a:close/>
              </a:path>
            </a:pathLst>
          </a:custGeom>
          <a:solidFill>
            <a:srgbClr val="1F1D1B">
              <a:alpha val="7999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de-DE"/>
          </a:p>
        </p:txBody>
      </p:sp>
      <p:sp>
        <p:nvSpPr>
          <p:cNvPr id="3127" name="AutoShape 55">
            <a:extLst>
              <a:ext uri="{FF2B5EF4-FFF2-40B4-BE49-F238E27FC236}">
                <a16:creationId xmlns:a16="http://schemas.microsoft.com/office/drawing/2014/main" id="{A03E0A0C-2816-9B2D-B264-44E89B89801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1238" y="9529763"/>
            <a:ext cx="23812" cy="23812"/>
          </a:xfrm>
          <a:custGeom>
            <a:avLst/>
            <a:gdLst>
              <a:gd name="G0" fmla="*/ 67 1 2"/>
              <a:gd name="G1" fmla="*/ 1 48365 11520"/>
              <a:gd name="G2" fmla="*/ G1 32767 1"/>
              <a:gd name="G3" fmla="*/ G2 1 32767"/>
              <a:gd name="G4" fmla="cos G0 G3"/>
              <a:gd name="G5" fmla="*/ 67 1 2"/>
              <a:gd name="G6" fmla="*/ 1 48365 11520"/>
              <a:gd name="G7" fmla="*/ G6 32767 1"/>
              <a:gd name="G8" fmla="*/ G7 1 32767"/>
              <a:gd name="G9" fmla="sin G5 G8"/>
              <a:gd name="G10" fmla="*/ 67 1 2"/>
              <a:gd name="G11" fmla="+- G10 0 G4"/>
              <a:gd name="G12" fmla="+- G10 G4 0"/>
              <a:gd name="G13" fmla="+- G12 0 0"/>
              <a:gd name="G14" fmla="*/ 67 1 2"/>
              <a:gd name="G15" fmla="+- G14 0 G9"/>
              <a:gd name="G16" fmla="+- G14 G9 0"/>
              <a:gd name="G17" fmla="+- G16 0 0"/>
              <a:gd name="G18" fmla="+- 67 0 0"/>
              <a:gd name="G19" fmla="+- 67 0 0"/>
              <a:gd name="G20" fmla="+- 180 0 0"/>
              <a:gd name="G21" fmla="+- 90 0 0"/>
              <a:gd name="G22" fmla="+- 270 0 0"/>
              <a:gd name="G23" fmla="+- 90 0 0"/>
              <a:gd name="G24" fmla="+- 0 0 0"/>
              <a:gd name="G25" fmla="+- 90 0 0"/>
              <a:gd name="G26" fmla="+- 90 0 0"/>
              <a:gd name="G27" fmla="+- 90 0 0"/>
            </a:gdLst>
            <a:ahLst/>
            <a:cxnLst>
              <a:cxn ang="0">
                <a:pos x="r" y="vc"/>
              </a:cxn>
              <a:cxn ang="5400000">
                <a:pos x="hc" y="b"/>
              </a:cxn>
              <a:cxn ang="10800000">
                <a:pos x="l" y="vc"/>
              </a:cxn>
              <a:cxn ang="16200000">
                <a:pos x="hc" y="t"/>
              </a:cxn>
            </a:cxnLst>
            <a:rect l="0" t="0" r="0" b="0"/>
            <a:pathLst>
              <a:path>
                <a:moveTo>
                  <a:pt x="0" y="34"/>
                </a:moveTo>
                <a:lnTo>
                  <a:pt x="34" y="34"/>
                </a:lnTo>
                <a:lnTo>
                  <a:pt x="180" y="90"/>
                </a:lnTo>
                <a:lnTo>
                  <a:pt x="34" y="34"/>
                </a:lnTo>
                <a:lnTo>
                  <a:pt x="270" y="90"/>
                </a:lnTo>
                <a:close/>
              </a:path>
            </a:pathLst>
          </a:custGeom>
          <a:solidFill>
            <a:srgbClr val="1F1D1B">
              <a:alpha val="7999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de-DE"/>
          </a:p>
        </p:txBody>
      </p:sp>
      <p:sp>
        <p:nvSpPr>
          <p:cNvPr id="3128" name="AutoShape 56">
            <a:extLst>
              <a:ext uri="{FF2B5EF4-FFF2-40B4-BE49-F238E27FC236}">
                <a16:creationId xmlns:a16="http://schemas.microsoft.com/office/drawing/2014/main" id="{FB64454E-A246-91FF-38E3-8B0D1B697E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57913" y="3186113"/>
            <a:ext cx="22225" cy="22225"/>
          </a:xfrm>
          <a:custGeom>
            <a:avLst/>
            <a:gdLst>
              <a:gd name="G0" fmla="*/ 62 1 2"/>
              <a:gd name="G1" fmla="*/ 1 48365 11520"/>
              <a:gd name="G2" fmla="*/ G1 32767 1"/>
              <a:gd name="G3" fmla="*/ G2 1 32767"/>
              <a:gd name="G4" fmla="cos G0 G3"/>
              <a:gd name="G5" fmla="*/ 62 1 2"/>
              <a:gd name="G6" fmla="*/ 1 48365 11520"/>
              <a:gd name="G7" fmla="*/ G6 32767 1"/>
              <a:gd name="G8" fmla="*/ G7 1 32767"/>
              <a:gd name="G9" fmla="sin G5 G8"/>
              <a:gd name="G10" fmla="*/ 62 1 2"/>
              <a:gd name="G11" fmla="+- G10 0 G4"/>
              <a:gd name="G12" fmla="+- G10 G4 0"/>
              <a:gd name="G13" fmla="+- G12 0 0"/>
              <a:gd name="G14" fmla="*/ 62 1 2"/>
              <a:gd name="G15" fmla="+- G14 0 G9"/>
              <a:gd name="G16" fmla="+- G14 G9 0"/>
              <a:gd name="G17" fmla="+- G16 0 0"/>
              <a:gd name="G18" fmla="+- 62 0 0"/>
              <a:gd name="G19" fmla="+- 62 0 0"/>
              <a:gd name="G20" fmla="+- 180 0 0"/>
              <a:gd name="G21" fmla="+- 90 0 0"/>
              <a:gd name="G22" fmla="+- 270 0 0"/>
              <a:gd name="G23" fmla="+- 90 0 0"/>
              <a:gd name="G24" fmla="+- 0 0 0"/>
              <a:gd name="G25" fmla="+- 90 0 0"/>
              <a:gd name="G26" fmla="+- 90 0 0"/>
              <a:gd name="G27" fmla="+- 90 0 0"/>
            </a:gdLst>
            <a:ahLst/>
            <a:cxnLst>
              <a:cxn ang="0">
                <a:pos x="r" y="vc"/>
              </a:cxn>
              <a:cxn ang="5400000">
                <a:pos x="hc" y="b"/>
              </a:cxn>
              <a:cxn ang="10800000">
                <a:pos x="l" y="vc"/>
              </a:cxn>
              <a:cxn ang="16200000">
                <a:pos x="hc" y="t"/>
              </a:cxn>
            </a:cxnLst>
            <a:rect l="0" t="0" r="0" b="0"/>
            <a:pathLst>
              <a:path>
                <a:moveTo>
                  <a:pt x="0" y="31"/>
                </a:moveTo>
                <a:lnTo>
                  <a:pt x="31" y="31"/>
                </a:lnTo>
                <a:lnTo>
                  <a:pt x="180" y="90"/>
                </a:lnTo>
                <a:lnTo>
                  <a:pt x="31" y="31"/>
                </a:lnTo>
                <a:lnTo>
                  <a:pt x="270" y="90"/>
                </a:lnTo>
                <a:close/>
              </a:path>
            </a:pathLst>
          </a:custGeom>
          <a:solidFill>
            <a:srgbClr val="1F1D1B">
              <a:alpha val="7999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de-DE"/>
          </a:p>
        </p:txBody>
      </p:sp>
      <p:sp>
        <p:nvSpPr>
          <p:cNvPr id="3129" name="AutoShape 57">
            <a:extLst>
              <a:ext uri="{FF2B5EF4-FFF2-40B4-BE49-F238E27FC236}">
                <a16:creationId xmlns:a16="http://schemas.microsoft.com/office/drawing/2014/main" id="{22E604D2-56D2-339C-1D11-50A88FE6BF9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17713" y="9391650"/>
            <a:ext cx="15875" cy="15875"/>
          </a:xfrm>
          <a:custGeom>
            <a:avLst/>
            <a:gdLst>
              <a:gd name="G0" fmla="*/ 44 1 2"/>
              <a:gd name="G1" fmla="*/ 1 48365 11520"/>
              <a:gd name="G2" fmla="*/ G1 32767 1"/>
              <a:gd name="G3" fmla="*/ G2 1 32767"/>
              <a:gd name="G4" fmla="cos G0 G3"/>
              <a:gd name="G5" fmla="*/ 44 1 2"/>
              <a:gd name="G6" fmla="*/ 1 48365 11520"/>
              <a:gd name="G7" fmla="*/ G6 32767 1"/>
              <a:gd name="G8" fmla="*/ G7 1 32767"/>
              <a:gd name="G9" fmla="sin G5 G8"/>
              <a:gd name="G10" fmla="*/ 44 1 2"/>
              <a:gd name="G11" fmla="+- G10 0 G4"/>
              <a:gd name="G12" fmla="+- G10 G4 0"/>
              <a:gd name="G13" fmla="+- G12 0 0"/>
              <a:gd name="G14" fmla="*/ 44 1 2"/>
              <a:gd name="G15" fmla="+- G14 0 G9"/>
              <a:gd name="G16" fmla="+- G14 G9 0"/>
              <a:gd name="G17" fmla="+- G16 0 0"/>
              <a:gd name="G18" fmla="+- 44 0 0"/>
              <a:gd name="G19" fmla="+- 44 0 0"/>
              <a:gd name="G20" fmla="+- 180 0 0"/>
              <a:gd name="G21" fmla="+- 90 0 0"/>
              <a:gd name="G22" fmla="+- 270 0 0"/>
              <a:gd name="G23" fmla="+- 90 0 0"/>
              <a:gd name="G24" fmla="+- 0 0 0"/>
              <a:gd name="G25" fmla="+- 90 0 0"/>
              <a:gd name="G26" fmla="+- 90 0 0"/>
              <a:gd name="G27" fmla="+- 90 0 0"/>
            </a:gdLst>
            <a:ahLst/>
            <a:cxnLst>
              <a:cxn ang="0">
                <a:pos x="r" y="vc"/>
              </a:cxn>
              <a:cxn ang="5400000">
                <a:pos x="hc" y="b"/>
              </a:cxn>
              <a:cxn ang="10800000">
                <a:pos x="l" y="vc"/>
              </a:cxn>
              <a:cxn ang="16200000">
                <a:pos x="hc" y="t"/>
              </a:cxn>
            </a:cxnLst>
            <a:rect l="0" t="0" r="0" b="0"/>
            <a:pathLst>
              <a:path>
                <a:moveTo>
                  <a:pt x="0" y="22"/>
                </a:moveTo>
                <a:lnTo>
                  <a:pt x="22" y="22"/>
                </a:lnTo>
                <a:lnTo>
                  <a:pt x="180" y="90"/>
                </a:lnTo>
                <a:lnTo>
                  <a:pt x="22" y="22"/>
                </a:lnTo>
                <a:lnTo>
                  <a:pt x="270" y="90"/>
                </a:lnTo>
                <a:close/>
              </a:path>
            </a:pathLst>
          </a:custGeom>
          <a:solidFill>
            <a:srgbClr val="1F1D1B">
              <a:alpha val="7999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de-DE"/>
          </a:p>
        </p:txBody>
      </p:sp>
      <p:sp>
        <p:nvSpPr>
          <p:cNvPr id="3130" name="AutoShape 58">
            <a:extLst>
              <a:ext uri="{FF2B5EF4-FFF2-40B4-BE49-F238E27FC236}">
                <a16:creationId xmlns:a16="http://schemas.microsoft.com/office/drawing/2014/main" id="{580B4C7F-93ED-7A4E-C7C4-5EE86F99136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56100" y="2163763"/>
            <a:ext cx="11113" cy="11112"/>
          </a:xfrm>
          <a:custGeom>
            <a:avLst/>
            <a:gdLst>
              <a:gd name="G0" fmla="*/ 32 1 2"/>
              <a:gd name="G1" fmla="*/ 1 48365 11520"/>
              <a:gd name="G2" fmla="*/ G1 32767 1"/>
              <a:gd name="G3" fmla="*/ G2 1 32767"/>
              <a:gd name="G4" fmla="cos G0 G3"/>
              <a:gd name="G5" fmla="*/ 32 1 2"/>
              <a:gd name="G6" fmla="*/ 1 48365 11520"/>
              <a:gd name="G7" fmla="*/ G6 32767 1"/>
              <a:gd name="G8" fmla="*/ G7 1 32767"/>
              <a:gd name="G9" fmla="sin G5 G8"/>
              <a:gd name="G10" fmla="*/ 32 1 2"/>
              <a:gd name="G11" fmla="+- G10 0 G4"/>
              <a:gd name="G12" fmla="+- G10 G4 0"/>
              <a:gd name="G13" fmla="+- G12 0 0"/>
              <a:gd name="G14" fmla="*/ 32 1 2"/>
              <a:gd name="G15" fmla="+- G14 0 G9"/>
              <a:gd name="G16" fmla="+- G14 G9 0"/>
              <a:gd name="G17" fmla="+- G16 0 0"/>
              <a:gd name="G18" fmla="+- 32 0 0"/>
              <a:gd name="G19" fmla="+- 32 0 0"/>
              <a:gd name="G20" fmla="+- 180 0 0"/>
              <a:gd name="G21" fmla="+- 90 0 0"/>
              <a:gd name="G22" fmla="+- 270 0 0"/>
              <a:gd name="G23" fmla="+- 90 0 0"/>
              <a:gd name="G24" fmla="+- 0 0 0"/>
              <a:gd name="G25" fmla="+- 90 0 0"/>
              <a:gd name="G26" fmla="+- 90 0 0"/>
              <a:gd name="G27" fmla="+- 90 0 0"/>
            </a:gdLst>
            <a:ahLst/>
            <a:cxnLst>
              <a:cxn ang="0">
                <a:pos x="r" y="vc"/>
              </a:cxn>
              <a:cxn ang="5400000">
                <a:pos x="hc" y="b"/>
              </a:cxn>
              <a:cxn ang="10800000">
                <a:pos x="l" y="vc"/>
              </a:cxn>
              <a:cxn ang="16200000">
                <a:pos x="hc" y="t"/>
              </a:cxn>
            </a:cxnLst>
            <a:rect l="0" t="0" r="0" b="0"/>
            <a:pathLst>
              <a:path>
                <a:moveTo>
                  <a:pt x="0" y="16"/>
                </a:moveTo>
                <a:lnTo>
                  <a:pt x="16" y="16"/>
                </a:lnTo>
                <a:lnTo>
                  <a:pt x="180" y="90"/>
                </a:lnTo>
                <a:lnTo>
                  <a:pt x="16" y="16"/>
                </a:lnTo>
                <a:lnTo>
                  <a:pt x="270" y="90"/>
                </a:lnTo>
                <a:close/>
              </a:path>
            </a:pathLst>
          </a:custGeom>
          <a:solidFill>
            <a:srgbClr val="1F1D1B">
              <a:alpha val="7999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de-DE"/>
          </a:p>
        </p:txBody>
      </p:sp>
      <p:sp>
        <p:nvSpPr>
          <p:cNvPr id="3131" name="AutoShape 59">
            <a:extLst>
              <a:ext uri="{FF2B5EF4-FFF2-40B4-BE49-F238E27FC236}">
                <a16:creationId xmlns:a16="http://schemas.microsoft.com/office/drawing/2014/main" id="{F9CEEBFC-F653-764E-8755-853BC52064D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27138" y="5808663"/>
            <a:ext cx="15875" cy="15875"/>
          </a:xfrm>
          <a:custGeom>
            <a:avLst/>
            <a:gdLst>
              <a:gd name="G0" fmla="*/ 46 1 2"/>
              <a:gd name="G1" fmla="*/ 1 48365 11520"/>
              <a:gd name="G2" fmla="*/ G1 32767 1"/>
              <a:gd name="G3" fmla="*/ G2 1 32767"/>
              <a:gd name="G4" fmla="cos G0 G3"/>
              <a:gd name="G5" fmla="*/ 46 1 2"/>
              <a:gd name="G6" fmla="*/ 1 48365 11520"/>
              <a:gd name="G7" fmla="*/ G6 32767 1"/>
              <a:gd name="G8" fmla="*/ G7 1 32767"/>
              <a:gd name="G9" fmla="sin G5 G8"/>
              <a:gd name="G10" fmla="*/ 46 1 2"/>
              <a:gd name="G11" fmla="+- G10 0 G4"/>
              <a:gd name="G12" fmla="+- G10 G4 0"/>
              <a:gd name="G13" fmla="+- G12 0 0"/>
              <a:gd name="G14" fmla="*/ 46 1 2"/>
              <a:gd name="G15" fmla="+- G14 0 G9"/>
              <a:gd name="G16" fmla="+- G14 G9 0"/>
              <a:gd name="G17" fmla="+- G16 0 0"/>
              <a:gd name="G18" fmla="+- 46 0 0"/>
              <a:gd name="G19" fmla="+- 46 0 0"/>
              <a:gd name="G20" fmla="+- 180 0 0"/>
              <a:gd name="G21" fmla="+- 90 0 0"/>
              <a:gd name="G22" fmla="+- 270 0 0"/>
              <a:gd name="G23" fmla="+- 90 0 0"/>
              <a:gd name="G24" fmla="+- 0 0 0"/>
              <a:gd name="G25" fmla="+- 90 0 0"/>
              <a:gd name="G26" fmla="+- 90 0 0"/>
              <a:gd name="G27" fmla="+- 90 0 0"/>
            </a:gdLst>
            <a:ahLst/>
            <a:cxnLst>
              <a:cxn ang="0">
                <a:pos x="r" y="vc"/>
              </a:cxn>
              <a:cxn ang="5400000">
                <a:pos x="hc" y="b"/>
              </a:cxn>
              <a:cxn ang="10800000">
                <a:pos x="l" y="vc"/>
              </a:cxn>
              <a:cxn ang="16200000">
                <a:pos x="hc" y="t"/>
              </a:cxn>
            </a:cxnLst>
            <a:rect l="0" t="0" r="0" b="0"/>
            <a:pathLst>
              <a:path>
                <a:moveTo>
                  <a:pt x="0" y="23"/>
                </a:moveTo>
                <a:lnTo>
                  <a:pt x="23" y="23"/>
                </a:lnTo>
                <a:lnTo>
                  <a:pt x="180" y="90"/>
                </a:lnTo>
                <a:lnTo>
                  <a:pt x="23" y="23"/>
                </a:lnTo>
                <a:lnTo>
                  <a:pt x="270" y="90"/>
                </a:lnTo>
                <a:close/>
              </a:path>
            </a:pathLst>
          </a:custGeom>
          <a:solidFill>
            <a:srgbClr val="1F1D1B">
              <a:alpha val="7999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de-DE"/>
          </a:p>
        </p:txBody>
      </p:sp>
      <p:sp>
        <p:nvSpPr>
          <p:cNvPr id="3132" name="AutoShape 60">
            <a:extLst>
              <a:ext uri="{FF2B5EF4-FFF2-40B4-BE49-F238E27FC236}">
                <a16:creationId xmlns:a16="http://schemas.microsoft.com/office/drawing/2014/main" id="{E533D7AF-A7C6-C2EB-23FA-675D6A2EE90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21050" y="4400550"/>
            <a:ext cx="20638" cy="20638"/>
          </a:xfrm>
          <a:custGeom>
            <a:avLst/>
            <a:gdLst>
              <a:gd name="G0" fmla="*/ 58 1 2"/>
              <a:gd name="G1" fmla="*/ 1 48365 11520"/>
              <a:gd name="G2" fmla="*/ G1 32767 1"/>
              <a:gd name="G3" fmla="*/ G2 1 32767"/>
              <a:gd name="G4" fmla="cos G0 G3"/>
              <a:gd name="G5" fmla="*/ 58 1 2"/>
              <a:gd name="G6" fmla="*/ 1 48365 11520"/>
              <a:gd name="G7" fmla="*/ G6 32767 1"/>
              <a:gd name="G8" fmla="*/ G7 1 32767"/>
              <a:gd name="G9" fmla="sin G5 G8"/>
              <a:gd name="G10" fmla="*/ 58 1 2"/>
              <a:gd name="G11" fmla="+- G10 0 G4"/>
              <a:gd name="G12" fmla="+- G10 G4 0"/>
              <a:gd name="G13" fmla="+- G12 0 0"/>
              <a:gd name="G14" fmla="*/ 58 1 2"/>
              <a:gd name="G15" fmla="+- G14 0 G9"/>
              <a:gd name="G16" fmla="+- G14 G9 0"/>
              <a:gd name="G17" fmla="+- G16 0 0"/>
              <a:gd name="G18" fmla="+- 58 0 0"/>
              <a:gd name="G19" fmla="+- 58 0 0"/>
              <a:gd name="G20" fmla="+- 180 0 0"/>
              <a:gd name="G21" fmla="+- 90 0 0"/>
              <a:gd name="G22" fmla="+- 270 0 0"/>
              <a:gd name="G23" fmla="+- 90 0 0"/>
              <a:gd name="G24" fmla="+- 0 0 0"/>
              <a:gd name="G25" fmla="+- 90 0 0"/>
              <a:gd name="G26" fmla="+- 90 0 0"/>
              <a:gd name="G27" fmla="+- 90 0 0"/>
            </a:gdLst>
            <a:ahLst/>
            <a:cxnLst>
              <a:cxn ang="0">
                <a:pos x="r" y="vc"/>
              </a:cxn>
              <a:cxn ang="5400000">
                <a:pos x="hc" y="b"/>
              </a:cxn>
              <a:cxn ang="10800000">
                <a:pos x="l" y="vc"/>
              </a:cxn>
              <a:cxn ang="16200000">
                <a:pos x="hc" y="t"/>
              </a:cxn>
            </a:cxnLst>
            <a:rect l="0" t="0" r="0" b="0"/>
            <a:pathLst>
              <a:path>
                <a:moveTo>
                  <a:pt x="0" y="29"/>
                </a:moveTo>
                <a:lnTo>
                  <a:pt x="29" y="29"/>
                </a:lnTo>
                <a:lnTo>
                  <a:pt x="180" y="90"/>
                </a:lnTo>
                <a:lnTo>
                  <a:pt x="29" y="29"/>
                </a:lnTo>
                <a:lnTo>
                  <a:pt x="270" y="90"/>
                </a:lnTo>
                <a:close/>
              </a:path>
            </a:pathLst>
          </a:custGeom>
          <a:solidFill>
            <a:srgbClr val="1F1D1B">
              <a:alpha val="7999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de-DE"/>
          </a:p>
        </p:txBody>
      </p:sp>
      <p:sp>
        <p:nvSpPr>
          <p:cNvPr id="3133" name="AutoShape 61">
            <a:extLst>
              <a:ext uri="{FF2B5EF4-FFF2-40B4-BE49-F238E27FC236}">
                <a16:creationId xmlns:a16="http://schemas.microsoft.com/office/drawing/2014/main" id="{345B14BC-47D9-D9C4-C72A-6806D31FA42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34113" y="2132013"/>
            <a:ext cx="14287" cy="14287"/>
          </a:xfrm>
          <a:custGeom>
            <a:avLst/>
            <a:gdLst>
              <a:gd name="G0" fmla="*/ 42 1 2"/>
              <a:gd name="G1" fmla="*/ 1 48365 11520"/>
              <a:gd name="G2" fmla="*/ G1 32767 1"/>
              <a:gd name="G3" fmla="*/ G2 1 32767"/>
              <a:gd name="G4" fmla="cos G0 G3"/>
              <a:gd name="G5" fmla="*/ 42 1 2"/>
              <a:gd name="G6" fmla="*/ 1 48365 11520"/>
              <a:gd name="G7" fmla="*/ G6 32767 1"/>
              <a:gd name="G8" fmla="*/ G7 1 32767"/>
              <a:gd name="G9" fmla="sin G5 G8"/>
              <a:gd name="G10" fmla="*/ 42 1 2"/>
              <a:gd name="G11" fmla="+- G10 0 G4"/>
              <a:gd name="G12" fmla="+- G10 G4 0"/>
              <a:gd name="G13" fmla="+- G12 0 0"/>
              <a:gd name="G14" fmla="*/ 42 1 2"/>
              <a:gd name="G15" fmla="+- G14 0 G9"/>
              <a:gd name="G16" fmla="+- G14 G9 0"/>
              <a:gd name="G17" fmla="+- G16 0 0"/>
              <a:gd name="G18" fmla="+- 42 0 0"/>
              <a:gd name="G19" fmla="+- 42 0 0"/>
              <a:gd name="G20" fmla="+- 180 0 0"/>
              <a:gd name="G21" fmla="+- 90 0 0"/>
              <a:gd name="G22" fmla="+- 270 0 0"/>
              <a:gd name="G23" fmla="+- 90 0 0"/>
              <a:gd name="G24" fmla="+- 0 0 0"/>
              <a:gd name="G25" fmla="+- 90 0 0"/>
              <a:gd name="G26" fmla="+- 90 0 0"/>
              <a:gd name="G27" fmla="+- 90 0 0"/>
            </a:gdLst>
            <a:ahLst/>
            <a:cxnLst>
              <a:cxn ang="0">
                <a:pos x="r" y="vc"/>
              </a:cxn>
              <a:cxn ang="5400000">
                <a:pos x="hc" y="b"/>
              </a:cxn>
              <a:cxn ang="10800000">
                <a:pos x="l" y="vc"/>
              </a:cxn>
              <a:cxn ang="16200000">
                <a:pos x="hc" y="t"/>
              </a:cxn>
            </a:cxnLst>
            <a:rect l="0" t="0" r="0" b="0"/>
            <a:pathLst>
              <a:path>
                <a:moveTo>
                  <a:pt x="0" y="21"/>
                </a:moveTo>
                <a:lnTo>
                  <a:pt x="21" y="21"/>
                </a:lnTo>
                <a:lnTo>
                  <a:pt x="180" y="90"/>
                </a:lnTo>
                <a:lnTo>
                  <a:pt x="21" y="21"/>
                </a:lnTo>
                <a:lnTo>
                  <a:pt x="270" y="90"/>
                </a:lnTo>
                <a:close/>
              </a:path>
            </a:pathLst>
          </a:custGeom>
          <a:solidFill>
            <a:srgbClr val="1F1D1B">
              <a:alpha val="7999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de-DE"/>
          </a:p>
        </p:txBody>
      </p:sp>
      <p:sp>
        <p:nvSpPr>
          <p:cNvPr id="3134" name="AutoShape 62">
            <a:extLst>
              <a:ext uri="{FF2B5EF4-FFF2-40B4-BE49-F238E27FC236}">
                <a16:creationId xmlns:a16="http://schemas.microsoft.com/office/drawing/2014/main" id="{800CC6F1-75F2-9D90-66BD-A28FEF65230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68950" y="3192463"/>
            <a:ext cx="22225" cy="22225"/>
          </a:xfrm>
          <a:custGeom>
            <a:avLst/>
            <a:gdLst>
              <a:gd name="G0" fmla="*/ 63 1 2"/>
              <a:gd name="G1" fmla="*/ 1 48365 11520"/>
              <a:gd name="G2" fmla="*/ G1 32767 1"/>
              <a:gd name="G3" fmla="*/ G2 1 32767"/>
              <a:gd name="G4" fmla="cos G0 G3"/>
              <a:gd name="G5" fmla="*/ 63 1 2"/>
              <a:gd name="G6" fmla="*/ 1 48365 11520"/>
              <a:gd name="G7" fmla="*/ G6 32767 1"/>
              <a:gd name="G8" fmla="*/ G7 1 32767"/>
              <a:gd name="G9" fmla="sin G5 G8"/>
              <a:gd name="G10" fmla="*/ 63 1 2"/>
              <a:gd name="G11" fmla="+- G10 0 G4"/>
              <a:gd name="G12" fmla="+- G10 G4 0"/>
              <a:gd name="G13" fmla="+- G12 0 0"/>
              <a:gd name="G14" fmla="*/ 63 1 2"/>
              <a:gd name="G15" fmla="+- G14 0 G9"/>
              <a:gd name="G16" fmla="+- G14 G9 0"/>
              <a:gd name="G17" fmla="+- G16 0 0"/>
              <a:gd name="G18" fmla="+- 63 0 0"/>
              <a:gd name="G19" fmla="+- 63 0 0"/>
              <a:gd name="G20" fmla="+- 180 0 0"/>
              <a:gd name="G21" fmla="+- 90 0 0"/>
              <a:gd name="G22" fmla="+- 270 0 0"/>
              <a:gd name="G23" fmla="+- 90 0 0"/>
              <a:gd name="G24" fmla="+- 0 0 0"/>
              <a:gd name="G25" fmla="+- 90 0 0"/>
              <a:gd name="G26" fmla="+- 90 0 0"/>
              <a:gd name="G27" fmla="+- 90 0 0"/>
            </a:gdLst>
            <a:ahLst/>
            <a:cxnLst>
              <a:cxn ang="0">
                <a:pos x="r" y="vc"/>
              </a:cxn>
              <a:cxn ang="5400000">
                <a:pos x="hc" y="b"/>
              </a:cxn>
              <a:cxn ang="10800000">
                <a:pos x="l" y="vc"/>
              </a:cxn>
              <a:cxn ang="16200000">
                <a:pos x="hc" y="t"/>
              </a:cxn>
            </a:cxnLst>
            <a:rect l="0" t="0" r="0" b="0"/>
            <a:pathLst>
              <a:path>
                <a:moveTo>
                  <a:pt x="0" y="32"/>
                </a:moveTo>
                <a:lnTo>
                  <a:pt x="32" y="32"/>
                </a:lnTo>
                <a:lnTo>
                  <a:pt x="180" y="90"/>
                </a:lnTo>
                <a:lnTo>
                  <a:pt x="32" y="32"/>
                </a:lnTo>
                <a:lnTo>
                  <a:pt x="270" y="90"/>
                </a:lnTo>
                <a:close/>
              </a:path>
            </a:pathLst>
          </a:custGeom>
          <a:solidFill>
            <a:srgbClr val="1F1D1B">
              <a:alpha val="7999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de-DE"/>
          </a:p>
        </p:txBody>
      </p:sp>
      <p:sp>
        <p:nvSpPr>
          <p:cNvPr id="3135" name="AutoShape 63">
            <a:extLst>
              <a:ext uri="{FF2B5EF4-FFF2-40B4-BE49-F238E27FC236}">
                <a16:creationId xmlns:a16="http://schemas.microsoft.com/office/drawing/2014/main" id="{854DF228-8FA8-FBE7-76A5-60A0D892688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67225" y="1714500"/>
            <a:ext cx="17463" cy="17463"/>
          </a:xfrm>
          <a:custGeom>
            <a:avLst/>
            <a:gdLst>
              <a:gd name="G0" fmla="*/ 48 1 2"/>
              <a:gd name="G1" fmla="*/ 1 48365 11520"/>
              <a:gd name="G2" fmla="*/ G1 32767 1"/>
              <a:gd name="G3" fmla="*/ G2 1 32767"/>
              <a:gd name="G4" fmla="cos G0 G3"/>
              <a:gd name="G5" fmla="*/ 48 1 2"/>
              <a:gd name="G6" fmla="*/ 1 48365 11520"/>
              <a:gd name="G7" fmla="*/ G6 32767 1"/>
              <a:gd name="G8" fmla="*/ G7 1 32767"/>
              <a:gd name="G9" fmla="sin G5 G8"/>
              <a:gd name="G10" fmla="*/ 48 1 2"/>
              <a:gd name="G11" fmla="+- G10 0 G4"/>
              <a:gd name="G12" fmla="+- G10 G4 0"/>
              <a:gd name="G13" fmla="+- G12 0 0"/>
              <a:gd name="G14" fmla="*/ 48 1 2"/>
              <a:gd name="G15" fmla="+- G14 0 G9"/>
              <a:gd name="G16" fmla="+- G14 G9 0"/>
              <a:gd name="G17" fmla="+- G16 0 0"/>
              <a:gd name="G18" fmla="+- 48 0 0"/>
              <a:gd name="G19" fmla="+- 48 0 0"/>
              <a:gd name="G20" fmla="+- 180 0 0"/>
              <a:gd name="G21" fmla="+- 90 0 0"/>
              <a:gd name="G22" fmla="+- 270 0 0"/>
              <a:gd name="G23" fmla="+- 90 0 0"/>
              <a:gd name="G24" fmla="+- 0 0 0"/>
              <a:gd name="G25" fmla="+- 90 0 0"/>
              <a:gd name="G26" fmla="+- 90 0 0"/>
              <a:gd name="G27" fmla="+- 90 0 0"/>
            </a:gdLst>
            <a:ahLst/>
            <a:cxnLst>
              <a:cxn ang="0">
                <a:pos x="r" y="vc"/>
              </a:cxn>
              <a:cxn ang="5400000">
                <a:pos x="hc" y="b"/>
              </a:cxn>
              <a:cxn ang="10800000">
                <a:pos x="l" y="vc"/>
              </a:cxn>
              <a:cxn ang="16200000">
                <a:pos x="hc" y="t"/>
              </a:cxn>
            </a:cxnLst>
            <a:rect l="0" t="0" r="0" b="0"/>
            <a:pathLst>
              <a:path>
                <a:moveTo>
                  <a:pt x="0" y="24"/>
                </a:moveTo>
                <a:lnTo>
                  <a:pt x="24" y="24"/>
                </a:lnTo>
                <a:lnTo>
                  <a:pt x="180" y="90"/>
                </a:lnTo>
                <a:lnTo>
                  <a:pt x="24" y="24"/>
                </a:lnTo>
                <a:lnTo>
                  <a:pt x="270" y="90"/>
                </a:lnTo>
                <a:close/>
              </a:path>
            </a:pathLst>
          </a:custGeom>
          <a:solidFill>
            <a:srgbClr val="1F1D1B">
              <a:alpha val="7999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de-DE"/>
          </a:p>
        </p:txBody>
      </p:sp>
      <p:sp>
        <p:nvSpPr>
          <p:cNvPr id="3136" name="AutoShape 64">
            <a:extLst>
              <a:ext uri="{FF2B5EF4-FFF2-40B4-BE49-F238E27FC236}">
                <a16:creationId xmlns:a16="http://schemas.microsoft.com/office/drawing/2014/main" id="{ACDFE663-C0AD-3696-148C-F13A10096F2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70600" y="1889125"/>
            <a:ext cx="22225" cy="22225"/>
          </a:xfrm>
          <a:custGeom>
            <a:avLst/>
            <a:gdLst>
              <a:gd name="G0" fmla="*/ 62 1 2"/>
              <a:gd name="G1" fmla="*/ 1 48365 11520"/>
              <a:gd name="G2" fmla="*/ G1 32767 1"/>
              <a:gd name="G3" fmla="*/ G2 1 32767"/>
              <a:gd name="G4" fmla="cos G0 G3"/>
              <a:gd name="G5" fmla="*/ 62 1 2"/>
              <a:gd name="G6" fmla="*/ 1 48365 11520"/>
              <a:gd name="G7" fmla="*/ G6 32767 1"/>
              <a:gd name="G8" fmla="*/ G7 1 32767"/>
              <a:gd name="G9" fmla="sin G5 G8"/>
              <a:gd name="G10" fmla="*/ 62 1 2"/>
              <a:gd name="G11" fmla="+- G10 0 G4"/>
              <a:gd name="G12" fmla="+- G10 G4 0"/>
              <a:gd name="G13" fmla="+- G12 0 0"/>
              <a:gd name="G14" fmla="*/ 62 1 2"/>
              <a:gd name="G15" fmla="+- G14 0 G9"/>
              <a:gd name="G16" fmla="+- G14 G9 0"/>
              <a:gd name="G17" fmla="+- G16 0 0"/>
              <a:gd name="G18" fmla="+- 62 0 0"/>
              <a:gd name="G19" fmla="+- 62 0 0"/>
              <a:gd name="G20" fmla="+- 180 0 0"/>
              <a:gd name="G21" fmla="+- 90 0 0"/>
              <a:gd name="G22" fmla="+- 270 0 0"/>
              <a:gd name="G23" fmla="+- 90 0 0"/>
              <a:gd name="G24" fmla="+- 0 0 0"/>
              <a:gd name="G25" fmla="+- 90 0 0"/>
              <a:gd name="G26" fmla="+- 90 0 0"/>
              <a:gd name="G27" fmla="+- 90 0 0"/>
            </a:gdLst>
            <a:ahLst/>
            <a:cxnLst>
              <a:cxn ang="0">
                <a:pos x="r" y="vc"/>
              </a:cxn>
              <a:cxn ang="5400000">
                <a:pos x="hc" y="b"/>
              </a:cxn>
              <a:cxn ang="10800000">
                <a:pos x="l" y="vc"/>
              </a:cxn>
              <a:cxn ang="16200000">
                <a:pos x="hc" y="t"/>
              </a:cxn>
            </a:cxnLst>
            <a:rect l="0" t="0" r="0" b="0"/>
            <a:pathLst>
              <a:path>
                <a:moveTo>
                  <a:pt x="0" y="31"/>
                </a:moveTo>
                <a:lnTo>
                  <a:pt x="31" y="31"/>
                </a:lnTo>
                <a:lnTo>
                  <a:pt x="180" y="90"/>
                </a:lnTo>
                <a:lnTo>
                  <a:pt x="31" y="31"/>
                </a:lnTo>
                <a:lnTo>
                  <a:pt x="270" y="90"/>
                </a:lnTo>
                <a:close/>
              </a:path>
            </a:pathLst>
          </a:custGeom>
          <a:solidFill>
            <a:srgbClr val="1F1D1B">
              <a:alpha val="7999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de-DE"/>
          </a:p>
        </p:txBody>
      </p:sp>
      <p:sp>
        <p:nvSpPr>
          <p:cNvPr id="3137" name="AutoShape 65">
            <a:extLst>
              <a:ext uri="{FF2B5EF4-FFF2-40B4-BE49-F238E27FC236}">
                <a16:creationId xmlns:a16="http://schemas.microsoft.com/office/drawing/2014/main" id="{FC270868-1E37-2C8E-534A-36B5882A41B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81700" y="7908925"/>
            <a:ext cx="11113" cy="11113"/>
          </a:xfrm>
          <a:custGeom>
            <a:avLst/>
            <a:gdLst>
              <a:gd name="G0" fmla="*/ 33 1 2"/>
              <a:gd name="G1" fmla="*/ 1 48365 11520"/>
              <a:gd name="G2" fmla="*/ G1 32767 1"/>
              <a:gd name="G3" fmla="*/ G2 1 32767"/>
              <a:gd name="G4" fmla="cos G0 G3"/>
              <a:gd name="G5" fmla="*/ 33 1 2"/>
              <a:gd name="G6" fmla="*/ 1 48365 11520"/>
              <a:gd name="G7" fmla="*/ G6 32767 1"/>
              <a:gd name="G8" fmla="*/ G7 1 32767"/>
              <a:gd name="G9" fmla="sin G5 G8"/>
              <a:gd name="G10" fmla="*/ 33 1 2"/>
              <a:gd name="G11" fmla="+- G10 0 G4"/>
              <a:gd name="G12" fmla="+- G10 G4 0"/>
              <a:gd name="G13" fmla="+- G12 0 0"/>
              <a:gd name="G14" fmla="*/ 33 1 2"/>
              <a:gd name="G15" fmla="+- G14 0 G9"/>
              <a:gd name="G16" fmla="+- G14 G9 0"/>
              <a:gd name="G17" fmla="+- G16 0 0"/>
              <a:gd name="G18" fmla="+- 33 0 0"/>
              <a:gd name="G19" fmla="+- 33 0 0"/>
              <a:gd name="G20" fmla="+- 180 0 0"/>
              <a:gd name="G21" fmla="+- 90 0 0"/>
              <a:gd name="G22" fmla="+- 270 0 0"/>
              <a:gd name="G23" fmla="+- 90 0 0"/>
              <a:gd name="G24" fmla="+- 0 0 0"/>
              <a:gd name="G25" fmla="+- 90 0 0"/>
              <a:gd name="G26" fmla="+- 90 0 0"/>
              <a:gd name="G27" fmla="+- 90 0 0"/>
            </a:gdLst>
            <a:ahLst/>
            <a:cxnLst>
              <a:cxn ang="0">
                <a:pos x="r" y="vc"/>
              </a:cxn>
              <a:cxn ang="5400000">
                <a:pos x="hc" y="b"/>
              </a:cxn>
              <a:cxn ang="10800000">
                <a:pos x="l" y="vc"/>
              </a:cxn>
              <a:cxn ang="16200000">
                <a:pos x="hc" y="t"/>
              </a:cxn>
            </a:cxnLst>
            <a:rect l="0" t="0" r="0" b="0"/>
            <a:pathLst>
              <a:path>
                <a:moveTo>
                  <a:pt x="0" y="17"/>
                </a:moveTo>
                <a:lnTo>
                  <a:pt x="17" y="17"/>
                </a:lnTo>
                <a:lnTo>
                  <a:pt x="180" y="90"/>
                </a:lnTo>
                <a:lnTo>
                  <a:pt x="17" y="17"/>
                </a:lnTo>
                <a:lnTo>
                  <a:pt x="270" y="90"/>
                </a:lnTo>
                <a:close/>
              </a:path>
            </a:pathLst>
          </a:custGeom>
          <a:solidFill>
            <a:srgbClr val="1F1D1B">
              <a:alpha val="7999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de-DE"/>
          </a:p>
        </p:txBody>
      </p:sp>
      <p:sp>
        <p:nvSpPr>
          <p:cNvPr id="3138" name="AutoShape 66">
            <a:extLst>
              <a:ext uri="{FF2B5EF4-FFF2-40B4-BE49-F238E27FC236}">
                <a16:creationId xmlns:a16="http://schemas.microsoft.com/office/drawing/2014/main" id="{7AD1106D-F0D9-DD36-925F-C10C9552267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40600" y="3848100"/>
            <a:ext cx="25400" cy="25400"/>
          </a:xfrm>
          <a:custGeom>
            <a:avLst/>
            <a:gdLst>
              <a:gd name="G0" fmla="*/ 72 1 2"/>
              <a:gd name="G1" fmla="*/ 1 48365 11520"/>
              <a:gd name="G2" fmla="*/ G1 32767 1"/>
              <a:gd name="G3" fmla="*/ G2 1 32767"/>
              <a:gd name="G4" fmla="cos G0 G3"/>
              <a:gd name="G5" fmla="*/ 72 1 2"/>
              <a:gd name="G6" fmla="*/ 1 48365 11520"/>
              <a:gd name="G7" fmla="*/ G6 32767 1"/>
              <a:gd name="G8" fmla="*/ G7 1 32767"/>
              <a:gd name="G9" fmla="sin G5 G8"/>
              <a:gd name="G10" fmla="*/ 72 1 2"/>
              <a:gd name="G11" fmla="+- G10 0 G4"/>
              <a:gd name="G12" fmla="+- G10 G4 0"/>
              <a:gd name="G13" fmla="+- G12 0 0"/>
              <a:gd name="G14" fmla="*/ 72 1 2"/>
              <a:gd name="G15" fmla="+- G14 0 G9"/>
              <a:gd name="G16" fmla="+- G14 G9 0"/>
              <a:gd name="G17" fmla="+- G16 0 0"/>
              <a:gd name="G18" fmla="+- 72 0 0"/>
              <a:gd name="G19" fmla="+- 72 0 0"/>
              <a:gd name="G20" fmla="+- 180 0 0"/>
              <a:gd name="G21" fmla="+- 90 0 0"/>
              <a:gd name="G22" fmla="+- 270 0 0"/>
              <a:gd name="G23" fmla="+- 90 0 0"/>
              <a:gd name="G24" fmla="+- 0 0 0"/>
              <a:gd name="G25" fmla="+- 90 0 0"/>
              <a:gd name="G26" fmla="+- 90 0 0"/>
              <a:gd name="G27" fmla="+- 90 0 0"/>
            </a:gdLst>
            <a:ahLst/>
            <a:cxnLst>
              <a:cxn ang="0">
                <a:pos x="r" y="vc"/>
              </a:cxn>
              <a:cxn ang="5400000">
                <a:pos x="hc" y="b"/>
              </a:cxn>
              <a:cxn ang="10800000">
                <a:pos x="l" y="vc"/>
              </a:cxn>
              <a:cxn ang="16200000">
                <a:pos x="hc" y="t"/>
              </a:cxn>
            </a:cxnLst>
            <a:rect l="0" t="0" r="0" b="0"/>
            <a:pathLst>
              <a:path>
                <a:moveTo>
                  <a:pt x="0" y="36"/>
                </a:moveTo>
                <a:lnTo>
                  <a:pt x="36" y="36"/>
                </a:lnTo>
                <a:lnTo>
                  <a:pt x="180" y="90"/>
                </a:lnTo>
                <a:lnTo>
                  <a:pt x="36" y="36"/>
                </a:lnTo>
                <a:lnTo>
                  <a:pt x="270" y="90"/>
                </a:lnTo>
                <a:close/>
              </a:path>
            </a:pathLst>
          </a:custGeom>
          <a:solidFill>
            <a:srgbClr val="1F1D1B">
              <a:alpha val="7999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de-DE"/>
          </a:p>
        </p:txBody>
      </p:sp>
      <p:sp>
        <p:nvSpPr>
          <p:cNvPr id="3139" name="AutoShape 67">
            <a:extLst>
              <a:ext uri="{FF2B5EF4-FFF2-40B4-BE49-F238E27FC236}">
                <a16:creationId xmlns:a16="http://schemas.microsoft.com/office/drawing/2014/main" id="{4E4DC5D7-8EBD-3920-DD42-90479BCB68C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49925" y="3952875"/>
            <a:ext cx="20638" cy="20638"/>
          </a:xfrm>
          <a:custGeom>
            <a:avLst/>
            <a:gdLst>
              <a:gd name="G0" fmla="*/ 59 1 2"/>
              <a:gd name="G1" fmla="*/ 1 48365 11520"/>
              <a:gd name="G2" fmla="*/ G1 32767 1"/>
              <a:gd name="G3" fmla="*/ G2 1 32767"/>
              <a:gd name="G4" fmla="cos G0 G3"/>
              <a:gd name="G5" fmla="*/ 59 1 2"/>
              <a:gd name="G6" fmla="*/ 1 48365 11520"/>
              <a:gd name="G7" fmla="*/ G6 32767 1"/>
              <a:gd name="G8" fmla="*/ G7 1 32767"/>
              <a:gd name="G9" fmla="sin G5 G8"/>
              <a:gd name="G10" fmla="*/ 59 1 2"/>
              <a:gd name="G11" fmla="+- G10 0 G4"/>
              <a:gd name="G12" fmla="+- G10 G4 0"/>
              <a:gd name="G13" fmla="+- G12 0 0"/>
              <a:gd name="G14" fmla="*/ 59 1 2"/>
              <a:gd name="G15" fmla="+- G14 0 G9"/>
              <a:gd name="G16" fmla="+- G14 G9 0"/>
              <a:gd name="G17" fmla="+- G16 0 0"/>
              <a:gd name="G18" fmla="+- 59 0 0"/>
              <a:gd name="G19" fmla="+- 59 0 0"/>
              <a:gd name="G20" fmla="+- 180 0 0"/>
              <a:gd name="G21" fmla="+- 90 0 0"/>
              <a:gd name="G22" fmla="+- 270 0 0"/>
              <a:gd name="G23" fmla="+- 90 0 0"/>
              <a:gd name="G24" fmla="+- 0 0 0"/>
              <a:gd name="G25" fmla="+- 90 0 0"/>
              <a:gd name="G26" fmla="+- 90 0 0"/>
              <a:gd name="G27" fmla="+- 90 0 0"/>
            </a:gdLst>
            <a:ahLst/>
            <a:cxnLst>
              <a:cxn ang="0">
                <a:pos x="r" y="vc"/>
              </a:cxn>
              <a:cxn ang="5400000">
                <a:pos x="hc" y="b"/>
              </a:cxn>
              <a:cxn ang="10800000">
                <a:pos x="l" y="vc"/>
              </a:cxn>
              <a:cxn ang="16200000">
                <a:pos x="hc" y="t"/>
              </a:cxn>
            </a:cxnLst>
            <a:rect l="0" t="0" r="0" b="0"/>
            <a:pathLst>
              <a:path>
                <a:moveTo>
                  <a:pt x="0" y="30"/>
                </a:moveTo>
                <a:lnTo>
                  <a:pt x="30" y="30"/>
                </a:lnTo>
                <a:lnTo>
                  <a:pt x="180" y="90"/>
                </a:lnTo>
                <a:lnTo>
                  <a:pt x="30" y="30"/>
                </a:lnTo>
                <a:lnTo>
                  <a:pt x="270" y="90"/>
                </a:lnTo>
                <a:close/>
              </a:path>
            </a:pathLst>
          </a:custGeom>
          <a:solidFill>
            <a:srgbClr val="1F1D1B">
              <a:alpha val="7999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de-DE"/>
          </a:p>
        </p:txBody>
      </p:sp>
      <p:sp>
        <p:nvSpPr>
          <p:cNvPr id="3140" name="AutoShape 68">
            <a:extLst>
              <a:ext uri="{FF2B5EF4-FFF2-40B4-BE49-F238E27FC236}">
                <a16:creationId xmlns:a16="http://schemas.microsoft.com/office/drawing/2014/main" id="{314DBA5E-9B69-5DC3-3F29-569336BB2EB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51338" y="2359025"/>
            <a:ext cx="20637" cy="20638"/>
          </a:xfrm>
          <a:custGeom>
            <a:avLst/>
            <a:gdLst>
              <a:gd name="G0" fmla="*/ 60 1 2"/>
              <a:gd name="G1" fmla="*/ 1 48365 11520"/>
              <a:gd name="G2" fmla="*/ G1 32767 1"/>
              <a:gd name="G3" fmla="*/ G2 1 32767"/>
              <a:gd name="G4" fmla="cos G0 G3"/>
              <a:gd name="G5" fmla="*/ 60 1 2"/>
              <a:gd name="G6" fmla="*/ 1 48365 11520"/>
              <a:gd name="G7" fmla="*/ G6 32767 1"/>
              <a:gd name="G8" fmla="*/ G7 1 32767"/>
              <a:gd name="G9" fmla="sin G5 G8"/>
              <a:gd name="G10" fmla="*/ 60 1 2"/>
              <a:gd name="G11" fmla="+- G10 0 G4"/>
              <a:gd name="G12" fmla="+- G10 G4 0"/>
              <a:gd name="G13" fmla="+- G12 0 0"/>
              <a:gd name="G14" fmla="*/ 60 1 2"/>
              <a:gd name="G15" fmla="+- G14 0 G9"/>
              <a:gd name="G16" fmla="+- G14 G9 0"/>
              <a:gd name="G17" fmla="+- G16 0 0"/>
              <a:gd name="G18" fmla="+- 60 0 0"/>
              <a:gd name="G19" fmla="+- 60 0 0"/>
              <a:gd name="G20" fmla="+- 180 0 0"/>
              <a:gd name="G21" fmla="+- 90 0 0"/>
              <a:gd name="G22" fmla="+- 270 0 0"/>
              <a:gd name="G23" fmla="+- 90 0 0"/>
              <a:gd name="G24" fmla="+- 0 0 0"/>
              <a:gd name="G25" fmla="+- 90 0 0"/>
              <a:gd name="G26" fmla="+- 90 0 0"/>
              <a:gd name="G27" fmla="+- 90 0 0"/>
            </a:gdLst>
            <a:ahLst/>
            <a:cxnLst>
              <a:cxn ang="0">
                <a:pos x="r" y="vc"/>
              </a:cxn>
              <a:cxn ang="5400000">
                <a:pos x="hc" y="b"/>
              </a:cxn>
              <a:cxn ang="10800000">
                <a:pos x="l" y="vc"/>
              </a:cxn>
              <a:cxn ang="16200000">
                <a:pos x="hc" y="t"/>
              </a:cxn>
            </a:cxnLst>
            <a:rect l="0" t="0" r="0" b="0"/>
            <a:pathLst>
              <a:path>
                <a:moveTo>
                  <a:pt x="0" y="30"/>
                </a:moveTo>
                <a:lnTo>
                  <a:pt x="30" y="30"/>
                </a:lnTo>
                <a:lnTo>
                  <a:pt x="180" y="90"/>
                </a:lnTo>
                <a:lnTo>
                  <a:pt x="30" y="30"/>
                </a:lnTo>
                <a:lnTo>
                  <a:pt x="270" y="90"/>
                </a:lnTo>
                <a:close/>
              </a:path>
            </a:pathLst>
          </a:custGeom>
          <a:solidFill>
            <a:srgbClr val="1F1D1B">
              <a:alpha val="7999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de-DE"/>
          </a:p>
        </p:txBody>
      </p:sp>
      <p:sp>
        <p:nvSpPr>
          <p:cNvPr id="3141" name="AutoShape 69">
            <a:extLst>
              <a:ext uri="{FF2B5EF4-FFF2-40B4-BE49-F238E27FC236}">
                <a16:creationId xmlns:a16="http://schemas.microsoft.com/office/drawing/2014/main" id="{6DF19418-56DB-70BB-C386-E95822615EA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86500" y="3255963"/>
            <a:ext cx="17463" cy="17462"/>
          </a:xfrm>
          <a:custGeom>
            <a:avLst/>
            <a:gdLst>
              <a:gd name="G0" fmla="*/ 49 1 2"/>
              <a:gd name="G1" fmla="*/ 1 48365 11520"/>
              <a:gd name="G2" fmla="*/ G1 32767 1"/>
              <a:gd name="G3" fmla="*/ G2 1 32767"/>
              <a:gd name="G4" fmla="cos G0 G3"/>
              <a:gd name="G5" fmla="*/ 49 1 2"/>
              <a:gd name="G6" fmla="*/ 1 48365 11520"/>
              <a:gd name="G7" fmla="*/ G6 32767 1"/>
              <a:gd name="G8" fmla="*/ G7 1 32767"/>
              <a:gd name="G9" fmla="sin G5 G8"/>
              <a:gd name="G10" fmla="*/ 49 1 2"/>
              <a:gd name="G11" fmla="+- G10 0 G4"/>
              <a:gd name="G12" fmla="+- G10 G4 0"/>
              <a:gd name="G13" fmla="+- G12 0 0"/>
              <a:gd name="G14" fmla="*/ 49 1 2"/>
              <a:gd name="G15" fmla="+- G14 0 G9"/>
              <a:gd name="G16" fmla="+- G14 G9 0"/>
              <a:gd name="G17" fmla="+- G16 0 0"/>
              <a:gd name="G18" fmla="+- 49 0 0"/>
              <a:gd name="G19" fmla="+- 49 0 0"/>
              <a:gd name="G20" fmla="+- 180 0 0"/>
              <a:gd name="G21" fmla="+- 90 0 0"/>
              <a:gd name="G22" fmla="+- 270 0 0"/>
              <a:gd name="G23" fmla="+- 90 0 0"/>
              <a:gd name="G24" fmla="+- 0 0 0"/>
              <a:gd name="G25" fmla="+- 90 0 0"/>
              <a:gd name="G26" fmla="+- 90 0 0"/>
              <a:gd name="G27" fmla="+- 90 0 0"/>
            </a:gdLst>
            <a:ahLst/>
            <a:cxnLst>
              <a:cxn ang="0">
                <a:pos x="r" y="vc"/>
              </a:cxn>
              <a:cxn ang="5400000">
                <a:pos x="hc" y="b"/>
              </a:cxn>
              <a:cxn ang="10800000">
                <a:pos x="l" y="vc"/>
              </a:cxn>
              <a:cxn ang="16200000">
                <a:pos x="hc" y="t"/>
              </a:cxn>
            </a:cxnLst>
            <a:rect l="0" t="0" r="0" b="0"/>
            <a:pathLst>
              <a:path>
                <a:moveTo>
                  <a:pt x="0" y="25"/>
                </a:moveTo>
                <a:lnTo>
                  <a:pt x="25" y="25"/>
                </a:lnTo>
                <a:lnTo>
                  <a:pt x="180" y="90"/>
                </a:lnTo>
                <a:lnTo>
                  <a:pt x="25" y="25"/>
                </a:lnTo>
                <a:lnTo>
                  <a:pt x="270" y="90"/>
                </a:lnTo>
                <a:close/>
              </a:path>
            </a:pathLst>
          </a:custGeom>
          <a:solidFill>
            <a:srgbClr val="1F1D1B">
              <a:alpha val="7999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de-DE"/>
          </a:p>
        </p:txBody>
      </p:sp>
      <p:sp>
        <p:nvSpPr>
          <p:cNvPr id="3142" name="AutoShape 70">
            <a:extLst>
              <a:ext uri="{FF2B5EF4-FFF2-40B4-BE49-F238E27FC236}">
                <a16:creationId xmlns:a16="http://schemas.microsoft.com/office/drawing/2014/main" id="{C3B5141D-5AA0-FEFF-36EE-BD5AB4546BD6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58038" y="777875"/>
            <a:ext cx="15875" cy="15875"/>
          </a:xfrm>
          <a:custGeom>
            <a:avLst/>
            <a:gdLst>
              <a:gd name="G0" fmla="*/ 43 1 2"/>
              <a:gd name="G1" fmla="*/ 1 48365 11520"/>
              <a:gd name="G2" fmla="*/ G1 32767 1"/>
              <a:gd name="G3" fmla="*/ G2 1 32767"/>
              <a:gd name="G4" fmla="cos G0 G3"/>
              <a:gd name="G5" fmla="*/ 43 1 2"/>
              <a:gd name="G6" fmla="*/ 1 48365 11520"/>
              <a:gd name="G7" fmla="*/ G6 32767 1"/>
              <a:gd name="G8" fmla="*/ G7 1 32767"/>
              <a:gd name="G9" fmla="sin G5 G8"/>
              <a:gd name="G10" fmla="*/ 43 1 2"/>
              <a:gd name="G11" fmla="+- G10 0 G4"/>
              <a:gd name="G12" fmla="+- G10 G4 0"/>
              <a:gd name="G13" fmla="+- G12 0 0"/>
              <a:gd name="G14" fmla="*/ 43 1 2"/>
              <a:gd name="G15" fmla="+- G14 0 G9"/>
              <a:gd name="G16" fmla="+- G14 G9 0"/>
              <a:gd name="G17" fmla="+- G16 0 0"/>
              <a:gd name="G18" fmla="+- 43 0 0"/>
              <a:gd name="G19" fmla="+- 43 0 0"/>
              <a:gd name="G20" fmla="+- 180 0 0"/>
              <a:gd name="G21" fmla="+- 90 0 0"/>
              <a:gd name="G22" fmla="+- 270 0 0"/>
              <a:gd name="G23" fmla="+- 90 0 0"/>
              <a:gd name="G24" fmla="+- 0 0 0"/>
              <a:gd name="G25" fmla="+- 90 0 0"/>
              <a:gd name="G26" fmla="+- 90 0 0"/>
              <a:gd name="G27" fmla="+- 90 0 0"/>
            </a:gdLst>
            <a:ahLst/>
            <a:cxnLst>
              <a:cxn ang="0">
                <a:pos x="r" y="vc"/>
              </a:cxn>
              <a:cxn ang="5400000">
                <a:pos x="hc" y="b"/>
              </a:cxn>
              <a:cxn ang="10800000">
                <a:pos x="l" y="vc"/>
              </a:cxn>
              <a:cxn ang="16200000">
                <a:pos x="hc" y="t"/>
              </a:cxn>
            </a:cxnLst>
            <a:rect l="0" t="0" r="0" b="0"/>
            <a:pathLst>
              <a:path>
                <a:moveTo>
                  <a:pt x="0" y="22"/>
                </a:moveTo>
                <a:lnTo>
                  <a:pt x="22" y="22"/>
                </a:lnTo>
                <a:lnTo>
                  <a:pt x="180" y="90"/>
                </a:lnTo>
                <a:lnTo>
                  <a:pt x="22" y="22"/>
                </a:lnTo>
                <a:lnTo>
                  <a:pt x="270" y="90"/>
                </a:lnTo>
                <a:close/>
              </a:path>
            </a:pathLst>
          </a:custGeom>
          <a:solidFill>
            <a:srgbClr val="1F1D1B">
              <a:alpha val="7999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de-DE"/>
          </a:p>
        </p:txBody>
      </p:sp>
      <p:sp>
        <p:nvSpPr>
          <p:cNvPr id="3143" name="AutoShape 71">
            <a:extLst>
              <a:ext uri="{FF2B5EF4-FFF2-40B4-BE49-F238E27FC236}">
                <a16:creationId xmlns:a16="http://schemas.microsoft.com/office/drawing/2014/main" id="{90C459E4-4F56-C25A-7EA9-0C0BFCF2A10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62225" y="9172575"/>
            <a:ext cx="22225" cy="22225"/>
          </a:xfrm>
          <a:custGeom>
            <a:avLst/>
            <a:gdLst>
              <a:gd name="G0" fmla="*/ 63 1 2"/>
              <a:gd name="G1" fmla="*/ 1 48365 11520"/>
              <a:gd name="G2" fmla="*/ G1 32767 1"/>
              <a:gd name="G3" fmla="*/ G2 1 32767"/>
              <a:gd name="G4" fmla="cos G0 G3"/>
              <a:gd name="G5" fmla="*/ 63 1 2"/>
              <a:gd name="G6" fmla="*/ 1 48365 11520"/>
              <a:gd name="G7" fmla="*/ G6 32767 1"/>
              <a:gd name="G8" fmla="*/ G7 1 32767"/>
              <a:gd name="G9" fmla="sin G5 G8"/>
              <a:gd name="G10" fmla="*/ 63 1 2"/>
              <a:gd name="G11" fmla="+- G10 0 G4"/>
              <a:gd name="G12" fmla="+- G10 G4 0"/>
              <a:gd name="G13" fmla="+- G12 0 0"/>
              <a:gd name="G14" fmla="*/ 63 1 2"/>
              <a:gd name="G15" fmla="+- G14 0 G9"/>
              <a:gd name="G16" fmla="+- G14 G9 0"/>
              <a:gd name="G17" fmla="+- G16 0 0"/>
              <a:gd name="G18" fmla="+- 63 0 0"/>
              <a:gd name="G19" fmla="+- 63 0 0"/>
              <a:gd name="G20" fmla="+- 180 0 0"/>
              <a:gd name="G21" fmla="+- 90 0 0"/>
              <a:gd name="G22" fmla="+- 270 0 0"/>
              <a:gd name="G23" fmla="+- 90 0 0"/>
              <a:gd name="G24" fmla="+- 0 0 0"/>
              <a:gd name="G25" fmla="+- 90 0 0"/>
              <a:gd name="G26" fmla="+- 90 0 0"/>
              <a:gd name="G27" fmla="+- 90 0 0"/>
            </a:gdLst>
            <a:ahLst/>
            <a:cxnLst>
              <a:cxn ang="0">
                <a:pos x="r" y="vc"/>
              </a:cxn>
              <a:cxn ang="5400000">
                <a:pos x="hc" y="b"/>
              </a:cxn>
              <a:cxn ang="10800000">
                <a:pos x="l" y="vc"/>
              </a:cxn>
              <a:cxn ang="16200000">
                <a:pos x="hc" y="t"/>
              </a:cxn>
            </a:cxnLst>
            <a:rect l="0" t="0" r="0" b="0"/>
            <a:pathLst>
              <a:path>
                <a:moveTo>
                  <a:pt x="0" y="32"/>
                </a:moveTo>
                <a:lnTo>
                  <a:pt x="32" y="32"/>
                </a:lnTo>
                <a:lnTo>
                  <a:pt x="180" y="90"/>
                </a:lnTo>
                <a:lnTo>
                  <a:pt x="32" y="32"/>
                </a:lnTo>
                <a:lnTo>
                  <a:pt x="270" y="90"/>
                </a:lnTo>
                <a:close/>
              </a:path>
            </a:pathLst>
          </a:custGeom>
          <a:solidFill>
            <a:srgbClr val="1F1D1B">
              <a:alpha val="7999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de-DE"/>
          </a:p>
        </p:txBody>
      </p:sp>
      <p:sp>
        <p:nvSpPr>
          <p:cNvPr id="3144" name="AutoShape 72">
            <a:extLst>
              <a:ext uri="{FF2B5EF4-FFF2-40B4-BE49-F238E27FC236}">
                <a16:creationId xmlns:a16="http://schemas.microsoft.com/office/drawing/2014/main" id="{49B80E5D-034C-1DA7-DBA2-1FBE554B88C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89288" y="2455863"/>
            <a:ext cx="12700" cy="12700"/>
          </a:xfrm>
          <a:custGeom>
            <a:avLst/>
            <a:gdLst>
              <a:gd name="G0" fmla="*/ 36 1 2"/>
              <a:gd name="G1" fmla="*/ 1 48365 11520"/>
              <a:gd name="G2" fmla="*/ G1 32767 1"/>
              <a:gd name="G3" fmla="*/ G2 1 32767"/>
              <a:gd name="G4" fmla="cos G0 G3"/>
              <a:gd name="G5" fmla="*/ 36 1 2"/>
              <a:gd name="G6" fmla="*/ 1 48365 11520"/>
              <a:gd name="G7" fmla="*/ G6 32767 1"/>
              <a:gd name="G8" fmla="*/ G7 1 32767"/>
              <a:gd name="G9" fmla="sin G5 G8"/>
              <a:gd name="G10" fmla="*/ 36 1 2"/>
              <a:gd name="G11" fmla="+- G10 0 G4"/>
              <a:gd name="G12" fmla="+- G10 G4 0"/>
              <a:gd name="G13" fmla="+- G12 0 0"/>
              <a:gd name="G14" fmla="*/ 36 1 2"/>
              <a:gd name="G15" fmla="+- G14 0 G9"/>
              <a:gd name="G16" fmla="+- G14 G9 0"/>
              <a:gd name="G17" fmla="+- G16 0 0"/>
              <a:gd name="G18" fmla="+- 36 0 0"/>
              <a:gd name="G19" fmla="+- 36 0 0"/>
              <a:gd name="G20" fmla="+- 180 0 0"/>
              <a:gd name="G21" fmla="+- 90 0 0"/>
              <a:gd name="G22" fmla="+- 270 0 0"/>
              <a:gd name="G23" fmla="+- 90 0 0"/>
              <a:gd name="G24" fmla="+- 0 0 0"/>
              <a:gd name="G25" fmla="+- 90 0 0"/>
              <a:gd name="G26" fmla="+- 90 0 0"/>
              <a:gd name="G27" fmla="+- 90 0 0"/>
            </a:gdLst>
            <a:ahLst/>
            <a:cxnLst>
              <a:cxn ang="0">
                <a:pos x="r" y="vc"/>
              </a:cxn>
              <a:cxn ang="5400000">
                <a:pos x="hc" y="b"/>
              </a:cxn>
              <a:cxn ang="10800000">
                <a:pos x="l" y="vc"/>
              </a:cxn>
              <a:cxn ang="16200000">
                <a:pos x="hc" y="t"/>
              </a:cxn>
            </a:cxnLst>
            <a:rect l="0" t="0" r="0" b="0"/>
            <a:pathLst>
              <a:path>
                <a:moveTo>
                  <a:pt x="0" y="18"/>
                </a:moveTo>
                <a:lnTo>
                  <a:pt x="18" y="18"/>
                </a:lnTo>
                <a:lnTo>
                  <a:pt x="180" y="90"/>
                </a:lnTo>
                <a:lnTo>
                  <a:pt x="18" y="18"/>
                </a:lnTo>
                <a:lnTo>
                  <a:pt x="270" y="90"/>
                </a:lnTo>
                <a:close/>
              </a:path>
            </a:pathLst>
          </a:custGeom>
          <a:solidFill>
            <a:srgbClr val="1F1D1B">
              <a:alpha val="7999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de-DE"/>
          </a:p>
        </p:txBody>
      </p:sp>
      <p:sp>
        <p:nvSpPr>
          <p:cNvPr id="3145" name="AutoShape 73">
            <a:extLst>
              <a:ext uri="{FF2B5EF4-FFF2-40B4-BE49-F238E27FC236}">
                <a16:creationId xmlns:a16="http://schemas.microsoft.com/office/drawing/2014/main" id="{44824BB8-CF73-4E30-E40F-D884E5DBFB6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37088" y="4935538"/>
            <a:ext cx="25400" cy="25400"/>
          </a:xfrm>
          <a:custGeom>
            <a:avLst/>
            <a:gdLst>
              <a:gd name="G0" fmla="*/ 72 1 2"/>
              <a:gd name="G1" fmla="*/ 1 48365 11520"/>
              <a:gd name="G2" fmla="*/ G1 32767 1"/>
              <a:gd name="G3" fmla="*/ G2 1 32767"/>
              <a:gd name="G4" fmla="cos G0 G3"/>
              <a:gd name="G5" fmla="*/ 72 1 2"/>
              <a:gd name="G6" fmla="*/ 1 48365 11520"/>
              <a:gd name="G7" fmla="*/ G6 32767 1"/>
              <a:gd name="G8" fmla="*/ G7 1 32767"/>
              <a:gd name="G9" fmla="sin G5 G8"/>
              <a:gd name="G10" fmla="*/ 72 1 2"/>
              <a:gd name="G11" fmla="+- G10 0 G4"/>
              <a:gd name="G12" fmla="+- G10 G4 0"/>
              <a:gd name="G13" fmla="+- G12 0 0"/>
              <a:gd name="G14" fmla="*/ 72 1 2"/>
              <a:gd name="G15" fmla="+- G14 0 G9"/>
              <a:gd name="G16" fmla="+- G14 G9 0"/>
              <a:gd name="G17" fmla="+- G16 0 0"/>
              <a:gd name="G18" fmla="+- 72 0 0"/>
              <a:gd name="G19" fmla="+- 72 0 0"/>
              <a:gd name="G20" fmla="+- 180 0 0"/>
              <a:gd name="G21" fmla="+- 90 0 0"/>
              <a:gd name="G22" fmla="+- 270 0 0"/>
              <a:gd name="G23" fmla="+- 90 0 0"/>
              <a:gd name="G24" fmla="+- 0 0 0"/>
              <a:gd name="G25" fmla="+- 90 0 0"/>
              <a:gd name="G26" fmla="+- 90 0 0"/>
              <a:gd name="G27" fmla="+- 90 0 0"/>
            </a:gdLst>
            <a:ahLst/>
            <a:cxnLst>
              <a:cxn ang="0">
                <a:pos x="r" y="vc"/>
              </a:cxn>
              <a:cxn ang="5400000">
                <a:pos x="hc" y="b"/>
              </a:cxn>
              <a:cxn ang="10800000">
                <a:pos x="l" y="vc"/>
              </a:cxn>
              <a:cxn ang="16200000">
                <a:pos x="hc" y="t"/>
              </a:cxn>
            </a:cxnLst>
            <a:rect l="0" t="0" r="0" b="0"/>
            <a:pathLst>
              <a:path>
                <a:moveTo>
                  <a:pt x="0" y="36"/>
                </a:moveTo>
                <a:lnTo>
                  <a:pt x="36" y="36"/>
                </a:lnTo>
                <a:lnTo>
                  <a:pt x="180" y="90"/>
                </a:lnTo>
                <a:lnTo>
                  <a:pt x="36" y="36"/>
                </a:lnTo>
                <a:lnTo>
                  <a:pt x="270" y="90"/>
                </a:lnTo>
                <a:close/>
              </a:path>
            </a:pathLst>
          </a:custGeom>
          <a:solidFill>
            <a:srgbClr val="1F1D1B">
              <a:alpha val="7999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de-DE"/>
          </a:p>
        </p:txBody>
      </p:sp>
      <p:sp>
        <p:nvSpPr>
          <p:cNvPr id="3146" name="AutoShape 74">
            <a:extLst>
              <a:ext uri="{FF2B5EF4-FFF2-40B4-BE49-F238E27FC236}">
                <a16:creationId xmlns:a16="http://schemas.microsoft.com/office/drawing/2014/main" id="{C6B8B545-25CB-D886-ACCF-591F80211CE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03488" y="687388"/>
            <a:ext cx="19050" cy="19050"/>
          </a:xfrm>
          <a:custGeom>
            <a:avLst/>
            <a:gdLst>
              <a:gd name="G0" fmla="*/ 54 1 2"/>
              <a:gd name="G1" fmla="*/ 1 48365 11520"/>
              <a:gd name="G2" fmla="*/ G1 32767 1"/>
              <a:gd name="G3" fmla="*/ G2 1 32767"/>
              <a:gd name="G4" fmla="cos G0 G3"/>
              <a:gd name="G5" fmla="*/ 54 1 2"/>
              <a:gd name="G6" fmla="*/ 1 48365 11520"/>
              <a:gd name="G7" fmla="*/ G6 32767 1"/>
              <a:gd name="G8" fmla="*/ G7 1 32767"/>
              <a:gd name="G9" fmla="sin G5 G8"/>
              <a:gd name="G10" fmla="*/ 54 1 2"/>
              <a:gd name="G11" fmla="+- G10 0 G4"/>
              <a:gd name="G12" fmla="+- G10 G4 0"/>
              <a:gd name="G13" fmla="+- G12 0 0"/>
              <a:gd name="G14" fmla="*/ 54 1 2"/>
              <a:gd name="G15" fmla="+- G14 0 G9"/>
              <a:gd name="G16" fmla="+- G14 G9 0"/>
              <a:gd name="G17" fmla="+- G16 0 0"/>
              <a:gd name="G18" fmla="+- 54 0 0"/>
              <a:gd name="G19" fmla="+- 54 0 0"/>
              <a:gd name="G20" fmla="+- 180 0 0"/>
              <a:gd name="G21" fmla="+- 90 0 0"/>
              <a:gd name="G22" fmla="+- 270 0 0"/>
              <a:gd name="G23" fmla="+- 90 0 0"/>
              <a:gd name="G24" fmla="+- 0 0 0"/>
              <a:gd name="G25" fmla="+- 90 0 0"/>
              <a:gd name="G26" fmla="+- 90 0 0"/>
              <a:gd name="G27" fmla="+- 90 0 0"/>
            </a:gdLst>
            <a:ahLst/>
            <a:cxnLst>
              <a:cxn ang="0">
                <a:pos x="r" y="vc"/>
              </a:cxn>
              <a:cxn ang="5400000">
                <a:pos x="hc" y="b"/>
              </a:cxn>
              <a:cxn ang="10800000">
                <a:pos x="l" y="vc"/>
              </a:cxn>
              <a:cxn ang="16200000">
                <a:pos x="hc" y="t"/>
              </a:cxn>
            </a:cxnLst>
            <a:rect l="0" t="0" r="0" b="0"/>
            <a:pathLst>
              <a:path>
                <a:moveTo>
                  <a:pt x="0" y="27"/>
                </a:moveTo>
                <a:lnTo>
                  <a:pt x="27" y="27"/>
                </a:lnTo>
                <a:lnTo>
                  <a:pt x="180" y="90"/>
                </a:lnTo>
                <a:lnTo>
                  <a:pt x="27" y="27"/>
                </a:lnTo>
                <a:lnTo>
                  <a:pt x="270" y="90"/>
                </a:lnTo>
                <a:close/>
              </a:path>
            </a:pathLst>
          </a:custGeom>
          <a:solidFill>
            <a:srgbClr val="1F1D1B">
              <a:alpha val="7999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de-DE"/>
          </a:p>
        </p:txBody>
      </p:sp>
      <p:sp>
        <p:nvSpPr>
          <p:cNvPr id="3147" name="AutoShape 75">
            <a:extLst>
              <a:ext uri="{FF2B5EF4-FFF2-40B4-BE49-F238E27FC236}">
                <a16:creationId xmlns:a16="http://schemas.microsoft.com/office/drawing/2014/main" id="{206F7DDB-F76A-31BD-F41D-02F8FEE8FCE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78713" y="3960813"/>
            <a:ext cx="15875" cy="15875"/>
          </a:xfrm>
          <a:custGeom>
            <a:avLst/>
            <a:gdLst>
              <a:gd name="G0" fmla="*/ 45 1 2"/>
              <a:gd name="G1" fmla="*/ 1 48365 11520"/>
              <a:gd name="G2" fmla="*/ G1 32767 1"/>
              <a:gd name="G3" fmla="*/ G2 1 32767"/>
              <a:gd name="G4" fmla="cos G0 G3"/>
              <a:gd name="G5" fmla="*/ 45 1 2"/>
              <a:gd name="G6" fmla="*/ 1 48365 11520"/>
              <a:gd name="G7" fmla="*/ G6 32767 1"/>
              <a:gd name="G8" fmla="*/ G7 1 32767"/>
              <a:gd name="G9" fmla="sin G5 G8"/>
              <a:gd name="G10" fmla="*/ 45 1 2"/>
              <a:gd name="G11" fmla="+- G10 0 G4"/>
              <a:gd name="G12" fmla="+- G10 G4 0"/>
              <a:gd name="G13" fmla="+- G12 0 0"/>
              <a:gd name="G14" fmla="*/ 45 1 2"/>
              <a:gd name="G15" fmla="+- G14 0 G9"/>
              <a:gd name="G16" fmla="+- G14 G9 0"/>
              <a:gd name="G17" fmla="+- G16 0 0"/>
              <a:gd name="G18" fmla="+- 45 0 0"/>
              <a:gd name="G19" fmla="+- 45 0 0"/>
              <a:gd name="G20" fmla="+- 180 0 0"/>
              <a:gd name="G21" fmla="+- 90 0 0"/>
              <a:gd name="G22" fmla="+- 270 0 0"/>
              <a:gd name="G23" fmla="+- 90 0 0"/>
              <a:gd name="G24" fmla="+- 0 0 0"/>
              <a:gd name="G25" fmla="+- 90 0 0"/>
              <a:gd name="G26" fmla="+- 90 0 0"/>
              <a:gd name="G27" fmla="+- 90 0 0"/>
            </a:gdLst>
            <a:ahLst/>
            <a:cxnLst>
              <a:cxn ang="0">
                <a:pos x="r" y="vc"/>
              </a:cxn>
              <a:cxn ang="5400000">
                <a:pos x="hc" y="b"/>
              </a:cxn>
              <a:cxn ang="10800000">
                <a:pos x="l" y="vc"/>
              </a:cxn>
              <a:cxn ang="16200000">
                <a:pos x="hc" y="t"/>
              </a:cxn>
            </a:cxnLst>
            <a:rect l="0" t="0" r="0" b="0"/>
            <a:pathLst>
              <a:path>
                <a:moveTo>
                  <a:pt x="0" y="23"/>
                </a:moveTo>
                <a:lnTo>
                  <a:pt x="23" y="23"/>
                </a:lnTo>
                <a:lnTo>
                  <a:pt x="180" y="90"/>
                </a:lnTo>
                <a:lnTo>
                  <a:pt x="23" y="23"/>
                </a:lnTo>
                <a:lnTo>
                  <a:pt x="270" y="90"/>
                </a:lnTo>
                <a:close/>
              </a:path>
            </a:pathLst>
          </a:custGeom>
          <a:solidFill>
            <a:srgbClr val="1F1D1B">
              <a:alpha val="7999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de-DE"/>
          </a:p>
        </p:txBody>
      </p:sp>
      <p:sp>
        <p:nvSpPr>
          <p:cNvPr id="3148" name="AutoShape 76">
            <a:extLst>
              <a:ext uri="{FF2B5EF4-FFF2-40B4-BE49-F238E27FC236}">
                <a16:creationId xmlns:a16="http://schemas.microsoft.com/office/drawing/2014/main" id="{DFF76767-7E5B-DE6D-F441-81C59321E18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438" y="8885238"/>
            <a:ext cx="23812" cy="23812"/>
          </a:xfrm>
          <a:custGeom>
            <a:avLst/>
            <a:gdLst>
              <a:gd name="G0" fmla="*/ 66 1 2"/>
              <a:gd name="G1" fmla="*/ 1 48365 11520"/>
              <a:gd name="G2" fmla="*/ G1 32767 1"/>
              <a:gd name="G3" fmla="*/ G2 1 32767"/>
              <a:gd name="G4" fmla="cos G0 G3"/>
              <a:gd name="G5" fmla="*/ 66 1 2"/>
              <a:gd name="G6" fmla="*/ 1 48365 11520"/>
              <a:gd name="G7" fmla="*/ G6 32767 1"/>
              <a:gd name="G8" fmla="*/ G7 1 32767"/>
              <a:gd name="G9" fmla="sin G5 G8"/>
              <a:gd name="G10" fmla="*/ 66 1 2"/>
              <a:gd name="G11" fmla="+- G10 0 G4"/>
              <a:gd name="G12" fmla="+- G10 G4 0"/>
              <a:gd name="G13" fmla="+- G12 0 0"/>
              <a:gd name="G14" fmla="*/ 66 1 2"/>
              <a:gd name="G15" fmla="+- G14 0 G9"/>
              <a:gd name="G16" fmla="+- G14 G9 0"/>
              <a:gd name="G17" fmla="+- G16 0 0"/>
              <a:gd name="G18" fmla="+- 66 0 0"/>
              <a:gd name="G19" fmla="+- 66 0 0"/>
              <a:gd name="G20" fmla="+- 180 0 0"/>
              <a:gd name="G21" fmla="+- 90 0 0"/>
              <a:gd name="G22" fmla="+- 270 0 0"/>
              <a:gd name="G23" fmla="+- 90 0 0"/>
              <a:gd name="G24" fmla="+- 0 0 0"/>
              <a:gd name="G25" fmla="+- 90 0 0"/>
              <a:gd name="G26" fmla="+- 90 0 0"/>
              <a:gd name="G27" fmla="+- 90 0 0"/>
            </a:gdLst>
            <a:ahLst/>
            <a:cxnLst>
              <a:cxn ang="0">
                <a:pos x="r" y="vc"/>
              </a:cxn>
              <a:cxn ang="5400000">
                <a:pos x="hc" y="b"/>
              </a:cxn>
              <a:cxn ang="10800000">
                <a:pos x="l" y="vc"/>
              </a:cxn>
              <a:cxn ang="16200000">
                <a:pos x="hc" y="t"/>
              </a:cxn>
            </a:cxnLst>
            <a:rect l="0" t="0" r="0" b="0"/>
            <a:pathLst>
              <a:path>
                <a:moveTo>
                  <a:pt x="0" y="33"/>
                </a:moveTo>
                <a:lnTo>
                  <a:pt x="33" y="33"/>
                </a:lnTo>
                <a:lnTo>
                  <a:pt x="180" y="90"/>
                </a:lnTo>
                <a:lnTo>
                  <a:pt x="33" y="33"/>
                </a:lnTo>
                <a:lnTo>
                  <a:pt x="270" y="90"/>
                </a:lnTo>
                <a:close/>
              </a:path>
            </a:pathLst>
          </a:custGeom>
          <a:solidFill>
            <a:srgbClr val="1F1D1B">
              <a:alpha val="7999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de-DE"/>
          </a:p>
        </p:txBody>
      </p:sp>
      <p:sp>
        <p:nvSpPr>
          <p:cNvPr id="3149" name="AutoShape 77">
            <a:extLst>
              <a:ext uri="{FF2B5EF4-FFF2-40B4-BE49-F238E27FC236}">
                <a16:creationId xmlns:a16="http://schemas.microsoft.com/office/drawing/2014/main" id="{40D91DFD-4846-94A5-C535-C9056D98721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59488" y="9596438"/>
            <a:ext cx="15875" cy="15875"/>
          </a:xfrm>
          <a:custGeom>
            <a:avLst/>
            <a:gdLst>
              <a:gd name="G0" fmla="*/ 43 1 2"/>
              <a:gd name="G1" fmla="*/ 1 48365 11520"/>
              <a:gd name="G2" fmla="*/ G1 32767 1"/>
              <a:gd name="G3" fmla="*/ G2 1 32767"/>
              <a:gd name="G4" fmla="cos G0 G3"/>
              <a:gd name="G5" fmla="*/ 43 1 2"/>
              <a:gd name="G6" fmla="*/ 1 48365 11520"/>
              <a:gd name="G7" fmla="*/ G6 32767 1"/>
              <a:gd name="G8" fmla="*/ G7 1 32767"/>
              <a:gd name="G9" fmla="sin G5 G8"/>
              <a:gd name="G10" fmla="*/ 43 1 2"/>
              <a:gd name="G11" fmla="+- G10 0 G4"/>
              <a:gd name="G12" fmla="+- G10 G4 0"/>
              <a:gd name="G13" fmla="+- G12 0 0"/>
              <a:gd name="G14" fmla="*/ 43 1 2"/>
              <a:gd name="G15" fmla="+- G14 0 G9"/>
              <a:gd name="G16" fmla="+- G14 G9 0"/>
              <a:gd name="G17" fmla="+- G16 0 0"/>
              <a:gd name="G18" fmla="+- 43 0 0"/>
              <a:gd name="G19" fmla="+- 43 0 0"/>
              <a:gd name="G20" fmla="+- 180 0 0"/>
              <a:gd name="G21" fmla="+- 90 0 0"/>
              <a:gd name="G22" fmla="+- 270 0 0"/>
              <a:gd name="G23" fmla="+- 90 0 0"/>
              <a:gd name="G24" fmla="+- 0 0 0"/>
              <a:gd name="G25" fmla="+- 90 0 0"/>
              <a:gd name="G26" fmla="+- 90 0 0"/>
              <a:gd name="G27" fmla="+- 90 0 0"/>
            </a:gdLst>
            <a:ahLst/>
            <a:cxnLst>
              <a:cxn ang="0">
                <a:pos x="r" y="vc"/>
              </a:cxn>
              <a:cxn ang="5400000">
                <a:pos x="hc" y="b"/>
              </a:cxn>
              <a:cxn ang="10800000">
                <a:pos x="l" y="vc"/>
              </a:cxn>
              <a:cxn ang="16200000">
                <a:pos x="hc" y="t"/>
              </a:cxn>
            </a:cxnLst>
            <a:rect l="0" t="0" r="0" b="0"/>
            <a:pathLst>
              <a:path>
                <a:moveTo>
                  <a:pt x="0" y="22"/>
                </a:moveTo>
                <a:lnTo>
                  <a:pt x="22" y="22"/>
                </a:lnTo>
                <a:lnTo>
                  <a:pt x="180" y="90"/>
                </a:lnTo>
                <a:lnTo>
                  <a:pt x="22" y="22"/>
                </a:lnTo>
                <a:lnTo>
                  <a:pt x="270" y="90"/>
                </a:lnTo>
                <a:close/>
              </a:path>
            </a:pathLst>
          </a:custGeom>
          <a:solidFill>
            <a:srgbClr val="1F1D1B">
              <a:alpha val="7999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de-DE"/>
          </a:p>
        </p:txBody>
      </p:sp>
      <p:sp>
        <p:nvSpPr>
          <p:cNvPr id="3150" name="AutoShape 78">
            <a:extLst>
              <a:ext uri="{FF2B5EF4-FFF2-40B4-BE49-F238E27FC236}">
                <a16:creationId xmlns:a16="http://schemas.microsoft.com/office/drawing/2014/main" id="{4BE4BF89-1024-0B72-C288-C41B23A7612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51538" y="225425"/>
            <a:ext cx="14287" cy="14288"/>
          </a:xfrm>
          <a:custGeom>
            <a:avLst/>
            <a:gdLst>
              <a:gd name="G0" fmla="*/ 42 1 2"/>
              <a:gd name="G1" fmla="*/ 1 48365 11520"/>
              <a:gd name="G2" fmla="*/ G1 32767 1"/>
              <a:gd name="G3" fmla="*/ G2 1 32767"/>
              <a:gd name="G4" fmla="cos G0 G3"/>
              <a:gd name="G5" fmla="*/ 42 1 2"/>
              <a:gd name="G6" fmla="*/ 1 48365 11520"/>
              <a:gd name="G7" fmla="*/ G6 32767 1"/>
              <a:gd name="G8" fmla="*/ G7 1 32767"/>
              <a:gd name="G9" fmla="sin G5 G8"/>
              <a:gd name="G10" fmla="*/ 42 1 2"/>
              <a:gd name="G11" fmla="+- G10 0 G4"/>
              <a:gd name="G12" fmla="+- G10 G4 0"/>
              <a:gd name="G13" fmla="+- G12 0 0"/>
              <a:gd name="G14" fmla="*/ 42 1 2"/>
              <a:gd name="G15" fmla="+- G14 0 G9"/>
              <a:gd name="G16" fmla="+- G14 G9 0"/>
              <a:gd name="G17" fmla="+- G16 0 0"/>
              <a:gd name="G18" fmla="+- 42 0 0"/>
              <a:gd name="G19" fmla="+- 42 0 0"/>
              <a:gd name="G20" fmla="+- 180 0 0"/>
              <a:gd name="G21" fmla="+- 90 0 0"/>
              <a:gd name="G22" fmla="+- 270 0 0"/>
              <a:gd name="G23" fmla="+- 90 0 0"/>
              <a:gd name="G24" fmla="+- 0 0 0"/>
              <a:gd name="G25" fmla="+- 90 0 0"/>
              <a:gd name="G26" fmla="+- 90 0 0"/>
              <a:gd name="G27" fmla="+- 90 0 0"/>
            </a:gdLst>
            <a:ahLst/>
            <a:cxnLst>
              <a:cxn ang="0">
                <a:pos x="r" y="vc"/>
              </a:cxn>
              <a:cxn ang="5400000">
                <a:pos x="hc" y="b"/>
              </a:cxn>
              <a:cxn ang="10800000">
                <a:pos x="l" y="vc"/>
              </a:cxn>
              <a:cxn ang="16200000">
                <a:pos x="hc" y="t"/>
              </a:cxn>
            </a:cxnLst>
            <a:rect l="0" t="0" r="0" b="0"/>
            <a:pathLst>
              <a:path>
                <a:moveTo>
                  <a:pt x="0" y="21"/>
                </a:moveTo>
                <a:lnTo>
                  <a:pt x="21" y="21"/>
                </a:lnTo>
                <a:lnTo>
                  <a:pt x="180" y="90"/>
                </a:lnTo>
                <a:lnTo>
                  <a:pt x="21" y="21"/>
                </a:lnTo>
                <a:lnTo>
                  <a:pt x="270" y="90"/>
                </a:lnTo>
                <a:close/>
              </a:path>
            </a:pathLst>
          </a:custGeom>
          <a:solidFill>
            <a:srgbClr val="1F1D1B">
              <a:alpha val="7999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de-DE"/>
          </a:p>
        </p:txBody>
      </p:sp>
      <p:sp>
        <p:nvSpPr>
          <p:cNvPr id="3151" name="AutoShape 79">
            <a:extLst>
              <a:ext uri="{FF2B5EF4-FFF2-40B4-BE49-F238E27FC236}">
                <a16:creationId xmlns:a16="http://schemas.microsoft.com/office/drawing/2014/main" id="{EB1165D5-70BE-CB4A-428F-CADBB2013FE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94013" y="5081588"/>
            <a:ext cx="12700" cy="12700"/>
          </a:xfrm>
          <a:custGeom>
            <a:avLst/>
            <a:gdLst>
              <a:gd name="G0" fmla="*/ 36 1 2"/>
              <a:gd name="G1" fmla="*/ 1 48365 11520"/>
              <a:gd name="G2" fmla="*/ G1 32767 1"/>
              <a:gd name="G3" fmla="*/ G2 1 32767"/>
              <a:gd name="G4" fmla="cos G0 G3"/>
              <a:gd name="G5" fmla="*/ 36 1 2"/>
              <a:gd name="G6" fmla="*/ 1 48365 11520"/>
              <a:gd name="G7" fmla="*/ G6 32767 1"/>
              <a:gd name="G8" fmla="*/ G7 1 32767"/>
              <a:gd name="G9" fmla="sin G5 G8"/>
              <a:gd name="G10" fmla="*/ 36 1 2"/>
              <a:gd name="G11" fmla="+- G10 0 G4"/>
              <a:gd name="G12" fmla="+- G10 G4 0"/>
              <a:gd name="G13" fmla="+- G12 0 0"/>
              <a:gd name="G14" fmla="*/ 36 1 2"/>
              <a:gd name="G15" fmla="+- G14 0 G9"/>
              <a:gd name="G16" fmla="+- G14 G9 0"/>
              <a:gd name="G17" fmla="+- G16 0 0"/>
              <a:gd name="G18" fmla="+- 36 0 0"/>
              <a:gd name="G19" fmla="+- 36 0 0"/>
              <a:gd name="G20" fmla="+- 180 0 0"/>
              <a:gd name="G21" fmla="+- 90 0 0"/>
              <a:gd name="G22" fmla="+- 270 0 0"/>
              <a:gd name="G23" fmla="+- 90 0 0"/>
              <a:gd name="G24" fmla="+- 0 0 0"/>
              <a:gd name="G25" fmla="+- 90 0 0"/>
              <a:gd name="G26" fmla="+- 90 0 0"/>
              <a:gd name="G27" fmla="+- 90 0 0"/>
            </a:gdLst>
            <a:ahLst/>
            <a:cxnLst>
              <a:cxn ang="0">
                <a:pos x="r" y="vc"/>
              </a:cxn>
              <a:cxn ang="5400000">
                <a:pos x="hc" y="b"/>
              </a:cxn>
              <a:cxn ang="10800000">
                <a:pos x="l" y="vc"/>
              </a:cxn>
              <a:cxn ang="16200000">
                <a:pos x="hc" y="t"/>
              </a:cxn>
            </a:cxnLst>
            <a:rect l="0" t="0" r="0" b="0"/>
            <a:pathLst>
              <a:path>
                <a:moveTo>
                  <a:pt x="0" y="18"/>
                </a:moveTo>
                <a:lnTo>
                  <a:pt x="18" y="18"/>
                </a:lnTo>
                <a:lnTo>
                  <a:pt x="180" y="90"/>
                </a:lnTo>
                <a:lnTo>
                  <a:pt x="18" y="18"/>
                </a:lnTo>
                <a:lnTo>
                  <a:pt x="270" y="90"/>
                </a:lnTo>
                <a:close/>
              </a:path>
            </a:pathLst>
          </a:custGeom>
          <a:solidFill>
            <a:srgbClr val="1F1D1B">
              <a:alpha val="7999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de-DE"/>
          </a:p>
        </p:txBody>
      </p:sp>
      <p:sp>
        <p:nvSpPr>
          <p:cNvPr id="3152" name="AutoShape 80">
            <a:extLst>
              <a:ext uri="{FF2B5EF4-FFF2-40B4-BE49-F238E27FC236}">
                <a16:creationId xmlns:a16="http://schemas.microsoft.com/office/drawing/2014/main" id="{0121083C-67B2-A3E1-8105-5809A605EBC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575" y="8237538"/>
            <a:ext cx="15875" cy="15875"/>
          </a:xfrm>
          <a:custGeom>
            <a:avLst/>
            <a:gdLst>
              <a:gd name="G0" fmla="*/ 43 1 2"/>
              <a:gd name="G1" fmla="*/ 1 48365 11520"/>
              <a:gd name="G2" fmla="*/ G1 32767 1"/>
              <a:gd name="G3" fmla="*/ G2 1 32767"/>
              <a:gd name="G4" fmla="cos G0 G3"/>
              <a:gd name="G5" fmla="*/ 43 1 2"/>
              <a:gd name="G6" fmla="*/ 1 48365 11520"/>
              <a:gd name="G7" fmla="*/ G6 32767 1"/>
              <a:gd name="G8" fmla="*/ G7 1 32767"/>
              <a:gd name="G9" fmla="sin G5 G8"/>
              <a:gd name="G10" fmla="*/ 43 1 2"/>
              <a:gd name="G11" fmla="+- G10 0 G4"/>
              <a:gd name="G12" fmla="+- G10 G4 0"/>
              <a:gd name="G13" fmla="+- G12 0 0"/>
              <a:gd name="G14" fmla="*/ 43 1 2"/>
              <a:gd name="G15" fmla="+- G14 0 G9"/>
              <a:gd name="G16" fmla="+- G14 G9 0"/>
              <a:gd name="G17" fmla="+- G16 0 0"/>
              <a:gd name="G18" fmla="+- 43 0 0"/>
              <a:gd name="G19" fmla="+- 43 0 0"/>
              <a:gd name="G20" fmla="+- 180 0 0"/>
              <a:gd name="G21" fmla="+- 90 0 0"/>
              <a:gd name="G22" fmla="+- 270 0 0"/>
              <a:gd name="G23" fmla="+- 90 0 0"/>
              <a:gd name="G24" fmla="+- 0 0 0"/>
              <a:gd name="G25" fmla="+- 90 0 0"/>
              <a:gd name="G26" fmla="+- 90 0 0"/>
              <a:gd name="G27" fmla="+- 90 0 0"/>
            </a:gdLst>
            <a:ahLst/>
            <a:cxnLst>
              <a:cxn ang="0">
                <a:pos x="r" y="vc"/>
              </a:cxn>
              <a:cxn ang="5400000">
                <a:pos x="hc" y="b"/>
              </a:cxn>
              <a:cxn ang="10800000">
                <a:pos x="l" y="vc"/>
              </a:cxn>
              <a:cxn ang="16200000">
                <a:pos x="hc" y="t"/>
              </a:cxn>
            </a:cxnLst>
            <a:rect l="0" t="0" r="0" b="0"/>
            <a:pathLst>
              <a:path>
                <a:moveTo>
                  <a:pt x="0" y="22"/>
                </a:moveTo>
                <a:lnTo>
                  <a:pt x="22" y="22"/>
                </a:lnTo>
                <a:lnTo>
                  <a:pt x="180" y="90"/>
                </a:lnTo>
                <a:lnTo>
                  <a:pt x="22" y="22"/>
                </a:lnTo>
                <a:lnTo>
                  <a:pt x="270" y="90"/>
                </a:lnTo>
                <a:close/>
              </a:path>
            </a:pathLst>
          </a:custGeom>
          <a:solidFill>
            <a:srgbClr val="1F1D1B">
              <a:alpha val="7999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de-DE"/>
          </a:p>
        </p:txBody>
      </p:sp>
      <p:sp>
        <p:nvSpPr>
          <p:cNvPr id="3153" name="AutoShape 81">
            <a:extLst>
              <a:ext uri="{FF2B5EF4-FFF2-40B4-BE49-F238E27FC236}">
                <a16:creationId xmlns:a16="http://schemas.microsoft.com/office/drawing/2014/main" id="{BD9E5D78-E5D3-9E7A-B746-37D18F3CB18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6888" y="3825875"/>
            <a:ext cx="12700" cy="12700"/>
          </a:xfrm>
          <a:custGeom>
            <a:avLst/>
            <a:gdLst>
              <a:gd name="G0" fmla="*/ 38 1 2"/>
              <a:gd name="G1" fmla="*/ 1 48365 11520"/>
              <a:gd name="G2" fmla="*/ G1 32767 1"/>
              <a:gd name="G3" fmla="*/ G2 1 32767"/>
              <a:gd name="G4" fmla="cos G0 G3"/>
              <a:gd name="G5" fmla="*/ 38 1 2"/>
              <a:gd name="G6" fmla="*/ 1 48365 11520"/>
              <a:gd name="G7" fmla="*/ G6 32767 1"/>
              <a:gd name="G8" fmla="*/ G7 1 32767"/>
              <a:gd name="G9" fmla="sin G5 G8"/>
              <a:gd name="G10" fmla="*/ 38 1 2"/>
              <a:gd name="G11" fmla="+- G10 0 G4"/>
              <a:gd name="G12" fmla="+- G10 G4 0"/>
              <a:gd name="G13" fmla="+- G12 0 0"/>
              <a:gd name="G14" fmla="*/ 38 1 2"/>
              <a:gd name="G15" fmla="+- G14 0 G9"/>
              <a:gd name="G16" fmla="+- G14 G9 0"/>
              <a:gd name="G17" fmla="+- G16 0 0"/>
              <a:gd name="G18" fmla="+- 38 0 0"/>
              <a:gd name="G19" fmla="+- 38 0 0"/>
              <a:gd name="G20" fmla="+- 180 0 0"/>
              <a:gd name="G21" fmla="+- 90 0 0"/>
              <a:gd name="G22" fmla="+- 270 0 0"/>
              <a:gd name="G23" fmla="+- 90 0 0"/>
              <a:gd name="G24" fmla="+- 0 0 0"/>
              <a:gd name="G25" fmla="+- 90 0 0"/>
              <a:gd name="G26" fmla="+- 90 0 0"/>
              <a:gd name="G27" fmla="+- 90 0 0"/>
            </a:gdLst>
            <a:ahLst/>
            <a:cxnLst>
              <a:cxn ang="0">
                <a:pos x="r" y="vc"/>
              </a:cxn>
              <a:cxn ang="5400000">
                <a:pos x="hc" y="b"/>
              </a:cxn>
              <a:cxn ang="10800000">
                <a:pos x="l" y="vc"/>
              </a:cxn>
              <a:cxn ang="16200000">
                <a:pos x="hc" y="t"/>
              </a:cxn>
            </a:cxnLst>
            <a:rect l="0" t="0" r="0" b="0"/>
            <a:pathLst>
              <a:path>
                <a:moveTo>
                  <a:pt x="0" y="19"/>
                </a:moveTo>
                <a:lnTo>
                  <a:pt x="19" y="19"/>
                </a:lnTo>
                <a:lnTo>
                  <a:pt x="180" y="90"/>
                </a:lnTo>
                <a:lnTo>
                  <a:pt x="19" y="19"/>
                </a:lnTo>
                <a:lnTo>
                  <a:pt x="270" y="90"/>
                </a:lnTo>
                <a:close/>
              </a:path>
            </a:pathLst>
          </a:custGeom>
          <a:solidFill>
            <a:srgbClr val="1F1D1B">
              <a:alpha val="7999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de-DE"/>
          </a:p>
        </p:txBody>
      </p:sp>
      <p:sp>
        <p:nvSpPr>
          <p:cNvPr id="3154" name="AutoShape 82">
            <a:extLst>
              <a:ext uri="{FF2B5EF4-FFF2-40B4-BE49-F238E27FC236}">
                <a16:creationId xmlns:a16="http://schemas.microsoft.com/office/drawing/2014/main" id="{FC27131B-711F-DEB2-99DB-678ECAF8235B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45375" y="6097588"/>
            <a:ext cx="14288" cy="14287"/>
          </a:xfrm>
          <a:custGeom>
            <a:avLst/>
            <a:gdLst>
              <a:gd name="G0" fmla="*/ 39 1 2"/>
              <a:gd name="G1" fmla="*/ 1 48365 11520"/>
              <a:gd name="G2" fmla="*/ G1 32767 1"/>
              <a:gd name="G3" fmla="*/ G2 1 32767"/>
              <a:gd name="G4" fmla="cos G0 G3"/>
              <a:gd name="G5" fmla="*/ 39 1 2"/>
              <a:gd name="G6" fmla="*/ 1 48365 11520"/>
              <a:gd name="G7" fmla="*/ G6 32767 1"/>
              <a:gd name="G8" fmla="*/ G7 1 32767"/>
              <a:gd name="G9" fmla="sin G5 G8"/>
              <a:gd name="G10" fmla="*/ 39 1 2"/>
              <a:gd name="G11" fmla="+- G10 0 G4"/>
              <a:gd name="G12" fmla="+- G10 G4 0"/>
              <a:gd name="G13" fmla="+- G12 0 0"/>
              <a:gd name="G14" fmla="*/ 39 1 2"/>
              <a:gd name="G15" fmla="+- G14 0 G9"/>
              <a:gd name="G16" fmla="+- G14 G9 0"/>
              <a:gd name="G17" fmla="+- G16 0 0"/>
              <a:gd name="G18" fmla="+- 39 0 0"/>
              <a:gd name="G19" fmla="+- 39 0 0"/>
              <a:gd name="G20" fmla="+- 180 0 0"/>
              <a:gd name="G21" fmla="+- 90 0 0"/>
              <a:gd name="G22" fmla="+- 270 0 0"/>
              <a:gd name="G23" fmla="+- 90 0 0"/>
              <a:gd name="G24" fmla="+- 0 0 0"/>
              <a:gd name="G25" fmla="+- 90 0 0"/>
              <a:gd name="G26" fmla="+- 90 0 0"/>
              <a:gd name="G27" fmla="+- 90 0 0"/>
            </a:gdLst>
            <a:ahLst/>
            <a:cxnLst>
              <a:cxn ang="0">
                <a:pos x="r" y="vc"/>
              </a:cxn>
              <a:cxn ang="5400000">
                <a:pos x="hc" y="b"/>
              </a:cxn>
              <a:cxn ang="10800000">
                <a:pos x="l" y="vc"/>
              </a:cxn>
              <a:cxn ang="16200000">
                <a:pos x="hc" y="t"/>
              </a:cxn>
            </a:cxnLst>
            <a:rect l="0" t="0" r="0" b="0"/>
            <a:pathLst>
              <a:path>
                <a:moveTo>
                  <a:pt x="0" y="20"/>
                </a:moveTo>
                <a:lnTo>
                  <a:pt x="20" y="20"/>
                </a:lnTo>
                <a:lnTo>
                  <a:pt x="180" y="90"/>
                </a:lnTo>
                <a:lnTo>
                  <a:pt x="20" y="20"/>
                </a:lnTo>
                <a:lnTo>
                  <a:pt x="270" y="90"/>
                </a:lnTo>
                <a:close/>
              </a:path>
            </a:pathLst>
          </a:custGeom>
          <a:solidFill>
            <a:srgbClr val="1F1D1B">
              <a:alpha val="7999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de-DE"/>
          </a:p>
        </p:txBody>
      </p:sp>
      <p:sp>
        <p:nvSpPr>
          <p:cNvPr id="3155" name="AutoShape 83">
            <a:extLst>
              <a:ext uri="{FF2B5EF4-FFF2-40B4-BE49-F238E27FC236}">
                <a16:creationId xmlns:a16="http://schemas.microsoft.com/office/drawing/2014/main" id="{DB6B3A77-28A2-7C6C-F62D-0E0239A5366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82713" y="9182100"/>
            <a:ext cx="23812" cy="23813"/>
          </a:xfrm>
          <a:custGeom>
            <a:avLst/>
            <a:gdLst>
              <a:gd name="G0" fmla="*/ 65 1 2"/>
              <a:gd name="G1" fmla="*/ 1 48365 11520"/>
              <a:gd name="G2" fmla="*/ G1 32767 1"/>
              <a:gd name="G3" fmla="*/ G2 1 32767"/>
              <a:gd name="G4" fmla="cos G0 G3"/>
              <a:gd name="G5" fmla="*/ 65 1 2"/>
              <a:gd name="G6" fmla="*/ 1 48365 11520"/>
              <a:gd name="G7" fmla="*/ G6 32767 1"/>
              <a:gd name="G8" fmla="*/ G7 1 32767"/>
              <a:gd name="G9" fmla="sin G5 G8"/>
              <a:gd name="G10" fmla="*/ 65 1 2"/>
              <a:gd name="G11" fmla="+- G10 0 G4"/>
              <a:gd name="G12" fmla="+- G10 G4 0"/>
              <a:gd name="G13" fmla="+- G12 0 0"/>
              <a:gd name="G14" fmla="*/ 65 1 2"/>
              <a:gd name="G15" fmla="+- G14 0 G9"/>
              <a:gd name="G16" fmla="+- G14 G9 0"/>
              <a:gd name="G17" fmla="+- G16 0 0"/>
              <a:gd name="G18" fmla="+- 65 0 0"/>
              <a:gd name="G19" fmla="+- 65 0 0"/>
              <a:gd name="G20" fmla="+- 180 0 0"/>
              <a:gd name="G21" fmla="+- 90 0 0"/>
              <a:gd name="G22" fmla="+- 270 0 0"/>
              <a:gd name="G23" fmla="+- 90 0 0"/>
              <a:gd name="G24" fmla="+- 0 0 0"/>
              <a:gd name="G25" fmla="+- 90 0 0"/>
              <a:gd name="G26" fmla="+- 90 0 0"/>
              <a:gd name="G27" fmla="+- 90 0 0"/>
            </a:gdLst>
            <a:ahLst/>
            <a:cxnLst>
              <a:cxn ang="0">
                <a:pos x="r" y="vc"/>
              </a:cxn>
              <a:cxn ang="5400000">
                <a:pos x="hc" y="b"/>
              </a:cxn>
              <a:cxn ang="10800000">
                <a:pos x="l" y="vc"/>
              </a:cxn>
              <a:cxn ang="16200000">
                <a:pos x="hc" y="t"/>
              </a:cxn>
            </a:cxnLst>
            <a:rect l="0" t="0" r="0" b="0"/>
            <a:pathLst>
              <a:path>
                <a:moveTo>
                  <a:pt x="0" y="33"/>
                </a:moveTo>
                <a:lnTo>
                  <a:pt x="33" y="33"/>
                </a:lnTo>
                <a:lnTo>
                  <a:pt x="180" y="90"/>
                </a:lnTo>
                <a:lnTo>
                  <a:pt x="33" y="33"/>
                </a:lnTo>
                <a:lnTo>
                  <a:pt x="270" y="90"/>
                </a:lnTo>
                <a:close/>
              </a:path>
            </a:pathLst>
          </a:custGeom>
          <a:solidFill>
            <a:srgbClr val="1F1D1B">
              <a:alpha val="7999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de-DE"/>
          </a:p>
        </p:txBody>
      </p:sp>
      <p:sp>
        <p:nvSpPr>
          <p:cNvPr id="3156" name="AutoShape 84">
            <a:extLst>
              <a:ext uri="{FF2B5EF4-FFF2-40B4-BE49-F238E27FC236}">
                <a16:creationId xmlns:a16="http://schemas.microsoft.com/office/drawing/2014/main" id="{A3E8D2F5-9A1A-EC17-2FA1-0CF2EA7089F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2925" y="7216775"/>
            <a:ext cx="15875" cy="15875"/>
          </a:xfrm>
          <a:custGeom>
            <a:avLst/>
            <a:gdLst>
              <a:gd name="G0" fmla="*/ 44 1 2"/>
              <a:gd name="G1" fmla="*/ 1 48365 11520"/>
              <a:gd name="G2" fmla="*/ G1 32767 1"/>
              <a:gd name="G3" fmla="*/ G2 1 32767"/>
              <a:gd name="G4" fmla="cos G0 G3"/>
              <a:gd name="G5" fmla="*/ 44 1 2"/>
              <a:gd name="G6" fmla="*/ 1 48365 11520"/>
              <a:gd name="G7" fmla="*/ G6 32767 1"/>
              <a:gd name="G8" fmla="*/ G7 1 32767"/>
              <a:gd name="G9" fmla="sin G5 G8"/>
              <a:gd name="G10" fmla="*/ 44 1 2"/>
              <a:gd name="G11" fmla="+- G10 0 G4"/>
              <a:gd name="G12" fmla="+- G10 G4 0"/>
              <a:gd name="G13" fmla="+- G12 0 0"/>
              <a:gd name="G14" fmla="*/ 44 1 2"/>
              <a:gd name="G15" fmla="+- G14 0 G9"/>
              <a:gd name="G16" fmla="+- G14 G9 0"/>
              <a:gd name="G17" fmla="+- G16 0 0"/>
              <a:gd name="G18" fmla="+- 44 0 0"/>
              <a:gd name="G19" fmla="+- 44 0 0"/>
              <a:gd name="G20" fmla="+- 180 0 0"/>
              <a:gd name="G21" fmla="+- 90 0 0"/>
              <a:gd name="G22" fmla="+- 270 0 0"/>
              <a:gd name="G23" fmla="+- 90 0 0"/>
              <a:gd name="G24" fmla="+- 0 0 0"/>
              <a:gd name="G25" fmla="+- 90 0 0"/>
              <a:gd name="G26" fmla="+- 90 0 0"/>
              <a:gd name="G27" fmla="+- 90 0 0"/>
            </a:gdLst>
            <a:ahLst/>
            <a:cxnLst>
              <a:cxn ang="0">
                <a:pos x="r" y="vc"/>
              </a:cxn>
              <a:cxn ang="5400000">
                <a:pos x="hc" y="b"/>
              </a:cxn>
              <a:cxn ang="10800000">
                <a:pos x="l" y="vc"/>
              </a:cxn>
              <a:cxn ang="16200000">
                <a:pos x="hc" y="t"/>
              </a:cxn>
            </a:cxnLst>
            <a:rect l="0" t="0" r="0" b="0"/>
            <a:pathLst>
              <a:path>
                <a:moveTo>
                  <a:pt x="0" y="22"/>
                </a:moveTo>
                <a:lnTo>
                  <a:pt x="22" y="22"/>
                </a:lnTo>
                <a:lnTo>
                  <a:pt x="180" y="90"/>
                </a:lnTo>
                <a:lnTo>
                  <a:pt x="22" y="22"/>
                </a:lnTo>
                <a:lnTo>
                  <a:pt x="270" y="90"/>
                </a:lnTo>
                <a:close/>
              </a:path>
            </a:pathLst>
          </a:custGeom>
          <a:solidFill>
            <a:srgbClr val="1F1D1B">
              <a:alpha val="7999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de-DE"/>
          </a:p>
        </p:txBody>
      </p:sp>
      <p:sp>
        <p:nvSpPr>
          <p:cNvPr id="3157" name="AutoShape 85">
            <a:extLst>
              <a:ext uri="{FF2B5EF4-FFF2-40B4-BE49-F238E27FC236}">
                <a16:creationId xmlns:a16="http://schemas.microsoft.com/office/drawing/2014/main" id="{025D29A7-074A-1D70-A38A-7F8F1715863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3875" y="4387850"/>
            <a:ext cx="14288" cy="14288"/>
          </a:xfrm>
          <a:custGeom>
            <a:avLst/>
            <a:gdLst>
              <a:gd name="G0" fmla="*/ 41 1 2"/>
              <a:gd name="G1" fmla="*/ 1 48365 11520"/>
              <a:gd name="G2" fmla="*/ G1 32767 1"/>
              <a:gd name="G3" fmla="*/ G2 1 32767"/>
              <a:gd name="G4" fmla="cos G0 G3"/>
              <a:gd name="G5" fmla="*/ 41 1 2"/>
              <a:gd name="G6" fmla="*/ 1 48365 11520"/>
              <a:gd name="G7" fmla="*/ G6 32767 1"/>
              <a:gd name="G8" fmla="*/ G7 1 32767"/>
              <a:gd name="G9" fmla="sin G5 G8"/>
              <a:gd name="G10" fmla="*/ 41 1 2"/>
              <a:gd name="G11" fmla="+- G10 0 G4"/>
              <a:gd name="G12" fmla="+- G10 G4 0"/>
              <a:gd name="G13" fmla="+- G12 0 0"/>
              <a:gd name="G14" fmla="*/ 41 1 2"/>
              <a:gd name="G15" fmla="+- G14 0 G9"/>
              <a:gd name="G16" fmla="+- G14 G9 0"/>
              <a:gd name="G17" fmla="+- G16 0 0"/>
              <a:gd name="G18" fmla="+- 41 0 0"/>
              <a:gd name="G19" fmla="+- 41 0 0"/>
              <a:gd name="G20" fmla="+- 180 0 0"/>
              <a:gd name="G21" fmla="+- 90 0 0"/>
              <a:gd name="G22" fmla="+- 270 0 0"/>
              <a:gd name="G23" fmla="+- 90 0 0"/>
              <a:gd name="G24" fmla="+- 0 0 0"/>
              <a:gd name="G25" fmla="+- 90 0 0"/>
              <a:gd name="G26" fmla="+- 90 0 0"/>
              <a:gd name="G27" fmla="+- 90 0 0"/>
            </a:gdLst>
            <a:ahLst/>
            <a:cxnLst>
              <a:cxn ang="0">
                <a:pos x="r" y="vc"/>
              </a:cxn>
              <a:cxn ang="5400000">
                <a:pos x="hc" y="b"/>
              </a:cxn>
              <a:cxn ang="10800000">
                <a:pos x="l" y="vc"/>
              </a:cxn>
              <a:cxn ang="16200000">
                <a:pos x="hc" y="t"/>
              </a:cxn>
            </a:cxnLst>
            <a:rect l="0" t="0" r="0" b="0"/>
            <a:pathLst>
              <a:path>
                <a:moveTo>
                  <a:pt x="0" y="21"/>
                </a:moveTo>
                <a:lnTo>
                  <a:pt x="21" y="21"/>
                </a:lnTo>
                <a:lnTo>
                  <a:pt x="180" y="90"/>
                </a:lnTo>
                <a:lnTo>
                  <a:pt x="21" y="21"/>
                </a:lnTo>
                <a:lnTo>
                  <a:pt x="270" y="90"/>
                </a:lnTo>
                <a:close/>
              </a:path>
            </a:pathLst>
          </a:custGeom>
          <a:solidFill>
            <a:srgbClr val="1F1D1B">
              <a:alpha val="7999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de-DE"/>
          </a:p>
        </p:txBody>
      </p:sp>
      <p:sp>
        <p:nvSpPr>
          <p:cNvPr id="3158" name="AutoShape 86">
            <a:extLst>
              <a:ext uri="{FF2B5EF4-FFF2-40B4-BE49-F238E27FC236}">
                <a16:creationId xmlns:a16="http://schemas.microsoft.com/office/drawing/2014/main" id="{BAFDB745-DAED-93CA-31CE-370315D5769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67225" y="4889500"/>
            <a:ext cx="26988" cy="26988"/>
          </a:xfrm>
          <a:custGeom>
            <a:avLst/>
            <a:gdLst>
              <a:gd name="G0" fmla="*/ 75 1 2"/>
              <a:gd name="G1" fmla="*/ 1 48365 11520"/>
              <a:gd name="G2" fmla="*/ G1 32767 1"/>
              <a:gd name="G3" fmla="*/ G2 1 32767"/>
              <a:gd name="G4" fmla="cos G0 G3"/>
              <a:gd name="G5" fmla="*/ 75 1 2"/>
              <a:gd name="G6" fmla="*/ 1 48365 11520"/>
              <a:gd name="G7" fmla="*/ G6 32767 1"/>
              <a:gd name="G8" fmla="*/ G7 1 32767"/>
              <a:gd name="G9" fmla="sin G5 G8"/>
              <a:gd name="G10" fmla="*/ 75 1 2"/>
              <a:gd name="G11" fmla="+- G10 0 G4"/>
              <a:gd name="G12" fmla="+- G10 G4 0"/>
              <a:gd name="G13" fmla="+- G12 0 0"/>
              <a:gd name="G14" fmla="*/ 75 1 2"/>
              <a:gd name="G15" fmla="+- G14 0 G9"/>
              <a:gd name="G16" fmla="+- G14 G9 0"/>
              <a:gd name="G17" fmla="+- G16 0 0"/>
              <a:gd name="G18" fmla="+- 75 0 0"/>
              <a:gd name="G19" fmla="+- 75 0 0"/>
              <a:gd name="G20" fmla="+- 180 0 0"/>
              <a:gd name="G21" fmla="+- 90 0 0"/>
              <a:gd name="G22" fmla="+- 270 0 0"/>
              <a:gd name="G23" fmla="+- 90 0 0"/>
              <a:gd name="G24" fmla="+- 0 0 0"/>
              <a:gd name="G25" fmla="+- 90 0 0"/>
              <a:gd name="G26" fmla="+- 90 0 0"/>
              <a:gd name="G27" fmla="+- 90 0 0"/>
            </a:gdLst>
            <a:ahLst/>
            <a:cxnLst>
              <a:cxn ang="0">
                <a:pos x="r" y="vc"/>
              </a:cxn>
              <a:cxn ang="5400000">
                <a:pos x="hc" y="b"/>
              </a:cxn>
              <a:cxn ang="10800000">
                <a:pos x="l" y="vc"/>
              </a:cxn>
              <a:cxn ang="16200000">
                <a:pos x="hc" y="t"/>
              </a:cxn>
            </a:cxnLst>
            <a:rect l="0" t="0" r="0" b="0"/>
            <a:pathLst>
              <a:path>
                <a:moveTo>
                  <a:pt x="0" y="38"/>
                </a:moveTo>
                <a:lnTo>
                  <a:pt x="38" y="38"/>
                </a:lnTo>
                <a:lnTo>
                  <a:pt x="180" y="90"/>
                </a:lnTo>
                <a:lnTo>
                  <a:pt x="38" y="38"/>
                </a:lnTo>
                <a:lnTo>
                  <a:pt x="270" y="90"/>
                </a:lnTo>
                <a:close/>
              </a:path>
            </a:pathLst>
          </a:custGeom>
          <a:solidFill>
            <a:srgbClr val="1F1D1B">
              <a:alpha val="7999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de-DE"/>
          </a:p>
        </p:txBody>
      </p:sp>
      <p:sp>
        <p:nvSpPr>
          <p:cNvPr id="3159" name="AutoShape 87">
            <a:extLst>
              <a:ext uri="{FF2B5EF4-FFF2-40B4-BE49-F238E27FC236}">
                <a16:creationId xmlns:a16="http://schemas.microsoft.com/office/drawing/2014/main" id="{BB046679-2711-D2F3-39E8-E56C3D6D33F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1800" y="2854325"/>
            <a:ext cx="25400" cy="25400"/>
          </a:xfrm>
          <a:custGeom>
            <a:avLst/>
            <a:gdLst>
              <a:gd name="G0" fmla="*/ 73 1 2"/>
              <a:gd name="G1" fmla="*/ 1 48365 11520"/>
              <a:gd name="G2" fmla="*/ G1 32767 1"/>
              <a:gd name="G3" fmla="*/ G2 1 32767"/>
              <a:gd name="G4" fmla="cos G0 G3"/>
              <a:gd name="G5" fmla="*/ 73 1 2"/>
              <a:gd name="G6" fmla="*/ 1 48365 11520"/>
              <a:gd name="G7" fmla="*/ G6 32767 1"/>
              <a:gd name="G8" fmla="*/ G7 1 32767"/>
              <a:gd name="G9" fmla="sin G5 G8"/>
              <a:gd name="G10" fmla="*/ 73 1 2"/>
              <a:gd name="G11" fmla="+- G10 0 G4"/>
              <a:gd name="G12" fmla="+- G10 G4 0"/>
              <a:gd name="G13" fmla="+- G12 0 0"/>
              <a:gd name="G14" fmla="*/ 73 1 2"/>
              <a:gd name="G15" fmla="+- G14 0 G9"/>
              <a:gd name="G16" fmla="+- G14 G9 0"/>
              <a:gd name="G17" fmla="+- G16 0 0"/>
              <a:gd name="G18" fmla="+- 73 0 0"/>
              <a:gd name="G19" fmla="+- 73 0 0"/>
              <a:gd name="G20" fmla="+- 180 0 0"/>
              <a:gd name="G21" fmla="+- 90 0 0"/>
              <a:gd name="G22" fmla="+- 270 0 0"/>
              <a:gd name="G23" fmla="+- 90 0 0"/>
              <a:gd name="G24" fmla="+- 0 0 0"/>
              <a:gd name="G25" fmla="+- 90 0 0"/>
              <a:gd name="G26" fmla="+- 90 0 0"/>
              <a:gd name="G27" fmla="+- 90 0 0"/>
            </a:gdLst>
            <a:ahLst/>
            <a:cxnLst>
              <a:cxn ang="0">
                <a:pos x="r" y="vc"/>
              </a:cxn>
              <a:cxn ang="5400000">
                <a:pos x="hc" y="b"/>
              </a:cxn>
              <a:cxn ang="10800000">
                <a:pos x="l" y="vc"/>
              </a:cxn>
              <a:cxn ang="16200000">
                <a:pos x="hc" y="t"/>
              </a:cxn>
            </a:cxnLst>
            <a:rect l="0" t="0" r="0" b="0"/>
            <a:pathLst>
              <a:path>
                <a:moveTo>
                  <a:pt x="0" y="37"/>
                </a:moveTo>
                <a:lnTo>
                  <a:pt x="37" y="37"/>
                </a:lnTo>
                <a:lnTo>
                  <a:pt x="180" y="90"/>
                </a:lnTo>
                <a:lnTo>
                  <a:pt x="37" y="37"/>
                </a:lnTo>
                <a:lnTo>
                  <a:pt x="270" y="90"/>
                </a:lnTo>
                <a:close/>
              </a:path>
            </a:pathLst>
          </a:custGeom>
          <a:solidFill>
            <a:srgbClr val="1F1D1B">
              <a:alpha val="7999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de-DE"/>
          </a:p>
        </p:txBody>
      </p:sp>
      <p:sp>
        <p:nvSpPr>
          <p:cNvPr id="3160" name="AutoShape 88">
            <a:extLst>
              <a:ext uri="{FF2B5EF4-FFF2-40B4-BE49-F238E27FC236}">
                <a16:creationId xmlns:a16="http://schemas.microsoft.com/office/drawing/2014/main" id="{D066B16C-5681-C25A-C85A-A701399EF22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45275" y="2470150"/>
            <a:ext cx="19050" cy="19050"/>
          </a:xfrm>
          <a:custGeom>
            <a:avLst/>
            <a:gdLst>
              <a:gd name="G0" fmla="*/ 54 1 2"/>
              <a:gd name="G1" fmla="*/ 1 48365 11520"/>
              <a:gd name="G2" fmla="*/ G1 32767 1"/>
              <a:gd name="G3" fmla="*/ G2 1 32767"/>
              <a:gd name="G4" fmla="cos G0 G3"/>
              <a:gd name="G5" fmla="*/ 54 1 2"/>
              <a:gd name="G6" fmla="*/ 1 48365 11520"/>
              <a:gd name="G7" fmla="*/ G6 32767 1"/>
              <a:gd name="G8" fmla="*/ G7 1 32767"/>
              <a:gd name="G9" fmla="sin G5 G8"/>
              <a:gd name="G10" fmla="*/ 54 1 2"/>
              <a:gd name="G11" fmla="+- G10 0 G4"/>
              <a:gd name="G12" fmla="+- G10 G4 0"/>
              <a:gd name="G13" fmla="+- G12 0 0"/>
              <a:gd name="G14" fmla="*/ 54 1 2"/>
              <a:gd name="G15" fmla="+- G14 0 G9"/>
              <a:gd name="G16" fmla="+- G14 G9 0"/>
              <a:gd name="G17" fmla="+- G16 0 0"/>
              <a:gd name="G18" fmla="+- 54 0 0"/>
              <a:gd name="G19" fmla="+- 54 0 0"/>
              <a:gd name="G20" fmla="+- 180 0 0"/>
              <a:gd name="G21" fmla="+- 90 0 0"/>
              <a:gd name="G22" fmla="+- 270 0 0"/>
              <a:gd name="G23" fmla="+- 90 0 0"/>
              <a:gd name="G24" fmla="+- 0 0 0"/>
              <a:gd name="G25" fmla="+- 90 0 0"/>
              <a:gd name="G26" fmla="+- 90 0 0"/>
              <a:gd name="G27" fmla="+- 90 0 0"/>
            </a:gdLst>
            <a:ahLst/>
            <a:cxnLst>
              <a:cxn ang="0">
                <a:pos x="r" y="vc"/>
              </a:cxn>
              <a:cxn ang="5400000">
                <a:pos x="hc" y="b"/>
              </a:cxn>
              <a:cxn ang="10800000">
                <a:pos x="l" y="vc"/>
              </a:cxn>
              <a:cxn ang="16200000">
                <a:pos x="hc" y="t"/>
              </a:cxn>
            </a:cxnLst>
            <a:rect l="0" t="0" r="0" b="0"/>
            <a:pathLst>
              <a:path>
                <a:moveTo>
                  <a:pt x="0" y="27"/>
                </a:moveTo>
                <a:lnTo>
                  <a:pt x="27" y="27"/>
                </a:lnTo>
                <a:lnTo>
                  <a:pt x="180" y="90"/>
                </a:lnTo>
                <a:lnTo>
                  <a:pt x="27" y="27"/>
                </a:lnTo>
                <a:lnTo>
                  <a:pt x="270" y="90"/>
                </a:lnTo>
                <a:close/>
              </a:path>
            </a:pathLst>
          </a:custGeom>
          <a:solidFill>
            <a:srgbClr val="1F1D1B">
              <a:alpha val="7999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de-DE"/>
          </a:p>
        </p:txBody>
      </p:sp>
      <p:sp>
        <p:nvSpPr>
          <p:cNvPr id="3161" name="AutoShape 89">
            <a:extLst>
              <a:ext uri="{FF2B5EF4-FFF2-40B4-BE49-F238E27FC236}">
                <a16:creationId xmlns:a16="http://schemas.microsoft.com/office/drawing/2014/main" id="{9F15DFF6-F671-6E21-E6A9-09E9B06CAC5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22675" y="7931150"/>
            <a:ext cx="12700" cy="12700"/>
          </a:xfrm>
          <a:custGeom>
            <a:avLst/>
            <a:gdLst>
              <a:gd name="G0" fmla="*/ 38 1 2"/>
              <a:gd name="G1" fmla="*/ 1 48365 11520"/>
              <a:gd name="G2" fmla="*/ G1 32767 1"/>
              <a:gd name="G3" fmla="*/ G2 1 32767"/>
              <a:gd name="G4" fmla="cos G0 G3"/>
              <a:gd name="G5" fmla="*/ 38 1 2"/>
              <a:gd name="G6" fmla="*/ 1 48365 11520"/>
              <a:gd name="G7" fmla="*/ G6 32767 1"/>
              <a:gd name="G8" fmla="*/ G7 1 32767"/>
              <a:gd name="G9" fmla="sin G5 G8"/>
              <a:gd name="G10" fmla="*/ 38 1 2"/>
              <a:gd name="G11" fmla="+- G10 0 G4"/>
              <a:gd name="G12" fmla="+- G10 G4 0"/>
              <a:gd name="G13" fmla="+- G12 0 0"/>
              <a:gd name="G14" fmla="*/ 38 1 2"/>
              <a:gd name="G15" fmla="+- G14 0 G9"/>
              <a:gd name="G16" fmla="+- G14 G9 0"/>
              <a:gd name="G17" fmla="+- G16 0 0"/>
              <a:gd name="G18" fmla="+- 38 0 0"/>
              <a:gd name="G19" fmla="+- 38 0 0"/>
              <a:gd name="G20" fmla="+- 180 0 0"/>
              <a:gd name="G21" fmla="+- 90 0 0"/>
              <a:gd name="G22" fmla="+- 270 0 0"/>
              <a:gd name="G23" fmla="+- 90 0 0"/>
              <a:gd name="G24" fmla="+- 0 0 0"/>
              <a:gd name="G25" fmla="+- 90 0 0"/>
              <a:gd name="G26" fmla="+- 90 0 0"/>
              <a:gd name="G27" fmla="+- 90 0 0"/>
            </a:gdLst>
            <a:ahLst/>
            <a:cxnLst>
              <a:cxn ang="0">
                <a:pos x="r" y="vc"/>
              </a:cxn>
              <a:cxn ang="5400000">
                <a:pos x="hc" y="b"/>
              </a:cxn>
              <a:cxn ang="10800000">
                <a:pos x="l" y="vc"/>
              </a:cxn>
              <a:cxn ang="16200000">
                <a:pos x="hc" y="t"/>
              </a:cxn>
            </a:cxnLst>
            <a:rect l="0" t="0" r="0" b="0"/>
            <a:pathLst>
              <a:path>
                <a:moveTo>
                  <a:pt x="0" y="19"/>
                </a:moveTo>
                <a:lnTo>
                  <a:pt x="19" y="19"/>
                </a:lnTo>
                <a:lnTo>
                  <a:pt x="180" y="90"/>
                </a:lnTo>
                <a:lnTo>
                  <a:pt x="19" y="19"/>
                </a:lnTo>
                <a:lnTo>
                  <a:pt x="270" y="90"/>
                </a:lnTo>
                <a:close/>
              </a:path>
            </a:pathLst>
          </a:custGeom>
          <a:solidFill>
            <a:srgbClr val="1F1D1B">
              <a:alpha val="7999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de-DE"/>
          </a:p>
        </p:txBody>
      </p:sp>
      <p:sp>
        <p:nvSpPr>
          <p:cNvPr id="3162" name="AutoShape 90">
            <a:extLst>
              <a:ext uri="{FF2B5EF4-FFF2-40B4-BE49-F238E27FC236}">
                <a16:creationId xmlns:a16="http://schemas.microsoft.com/office/drawing/2014/main" id="{D92F1100-0263-BD65-EAC3-0927BE6ADA8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49463" y="3309938"/>
            <a:ext cx="15875" cy="15875"/>
          </a:xfrm>
          <a:custGeom>
            <a:avLst/>
            <a:gdLst>
              <a:gd name="G0" fmla="*/ 43 1 2"/>
              <a:gd name="G1" fmla="*/ 1 48365 11520"/>
              <a:gd name="G2" fmla="*/ G1 32767 1"/>
              <a:gd name="G3" fmla="*/ G2 1 32767"/>
              <a:gd name="G4" fmla="cos G0 G3"/>
              <a:gd name="G5" fmla="*/ 43 1 2"/>
              <a:gd name="G6" fmla="*/ 1 48365 11520"/>
              <a:gd name="G7" fmla="*/ G6 32767 1"/>
              <a:gd name="G8" fmla="*/ G7 1 32767"/>
              <a:gd name="G9" fmla="sin G5 G8"/>
              <a:gd name="G10" fmla="*/ 43 1 2"/>
              <a:gd name="G11" fmla="+- G10 0 G4"/>
              <a:gd name="G12" fmla="+- G10 G4 0"/>
              <a:gd name="G13" fmla="+- G12 0 0"/>
              <a:gd name="G14" fmla="*/ 43 1 2"/>
              <a:gd name="G15" fmla="+- G14 0 G9"/>
              <a:gd name="G16" fmla="+- G14 G9 0"/>
              <a:gd name="G17" fmla="+- G16 0 0"/>
              <a:gd name="G18" fmla="+- 43 0 0"/>
              <a:gd name="G19" fmla="+- 43 0 0"/>
              <a:gd name="G20" fmla="+- 180 0 0"/>
              <a:gd name="G21" fmla="+- 90 0 0"/>
              <a:gd name="G22" fmla="+- 270 0 0"/>
              <a:gd name="G23" fmla="+- 90 0 0"/>
              <a:gd name="G24" fmla="+- 0 0 0"/>
              <a:gd name="G25" fmla="+- 90 0 0"/>
              <a:gd name="G26" fmla="+- 90 0 0"/>
              <a:gd name="G27" fmla="+- 90 0 0"/>
            </a:gdLst>
            <a:ahLst/>
            <a:cxnLst>
              <a:cxn ang="0">
                <a:pos x="r" y="vc"/>
              </a:cxn>
              <a:cxn ang="5400000">
                <a:pos x="hc" y="b"/>
              </a:cxn>
              <a:cxn ang="10800000">
                <a:pos x="l" y="vc"/>
              </a:cxn>
              <a:cxn ang="16200000">
                <a:pos x="hc" y="t"/>
              </a:cxn>
            </a:cxnLst>
            <a:rect l="0" t="0" r="0" b="0"/>
            <a:pathLst>
              <a:path>
                <a:moveTo>
                  <a:pt x="0" y="22"/>
                </a:moveTo>
                <a:lnTo>
                  <a:pt x="22" y="22"/>
                </a:lnTo>
                <a:lnTo>
                  <a:pt x="180" y="90"/>
                </a:lnTo>
                <a:lnTo>
                  <a:pt x="22" y="22"/>
                </a:lnTo>
                <a:lnTo>
                  <a:pt x="270" y="90"/>
                </a:lnTo>
                <a:close/>
              </a:path>
            </a:pathLst>
          </a:custGeom>
          <a:solidFill>
            <a:srgbClr val="1F1D1B">
              <a:alpha val="7999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de-DE"/>
          </a:p>
        </p:txBody>
      </p:sp>
      <p:sp>
        <p:nvSpPr>
          <p:cNvPr id="3163" name="AutoShape 91">
            <a:extLst>
              <a:ext uri="{FF2B5EF4-FFF2-40B4-BE49-F238E27FC236}">
                <a16:creationId xmlns:a16="http://schemas.microsoft.com/office/drawing/2014/main" id="{A49D8E5F-1652-F619-C7DB-BD17E7EFC0C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67300" y="2857500"/>
            <a:ext cx="15875" cy="15875"/>
          </a:xfrm>
          <a:custGeom>
            <a:avLst/>
            <a:gdLst>
              <a:gd name="G0" fmla="*/ 43 1 2"/>
              <a:gd name="G1" fmla="*/ 1 48365 11520"/>
              <a:gd name="G2" fmla="*/ G1 32767 1"/>
              <a:gd name="G3" fmla="*/ G2 1 32767"/>
              <a:gd name="G4" fmla="cos G0 G3"/>
              <a:gd name="G5" fmla="*/ 43 1 2"/>
              <a:gd name="G6" fmla="*/ 1 48365 11520"/>
              <a:gd name="G7" fmla="*/ G6 32767 1"/>
              <a:gd name="G8" fmla="*/ G7 1 32767"/>
              <a:gd name="G9" fmla="sin G5 G8"/>
              <a:gd name="G10" fmla="*/ 43 1 2"/>
              <a:gd name="G11" fmla="+- G10 0 G4"/>
              <a:gd name="G12" fmla="+- G10 G4 0"/>
              <a:gd name="G13" fmla="+- G12 0 0"/>
              <a:gd name="G14" fmla="*/ 43 1 2"/>
              <a:gd name="G15" fmla="+- G14 0 G9"/>
              <a:gd name="G16" fmla="+- G14 G9 0"/>
              <a:gd name="G17" fmla="+- G16 0 0"/>
              <a:gd name="G18" fmla="+- 43 0 0"/>
              <a:gd name="G19" fmla="+- 43 0 0"/>
              <a:gd name="G20" fmla="+- 180 0 0"/>
              <a:gd name="G21" fmla="+- 90 0 0"/>
              <a:gd name="G22" fmla="+- 270 0 0"/>
              <a:gd name="G23" fmla="+- 90 0 0"/>
              <a:gd name="G24" fmla="+- 0 0 0"/>
              <a:gd name="G25" fmla="+- 90 0 0"/>
              <a:gd name="G26" fmla="+- 90 0 0"/>
              <a:gd name="G27" fmla="+- 90 0 0"/>
            </a:gdLst>
            <a:ahLst/>
            <a:cxnLst>
              <a:cxn ang="0">
                <a:pos x="r" y="vc"/>
              </a:cxn>
              <a:cxn ang="5400000">
                <a:pos x="hc" y="b"/>
              </a:cxn>
              <a:cxn ang="10800000">
                <a:pos x="l" y="vc"/>
              </a:cxn>
              <a:cxn ang="16200000">
                <a:pos x="hc" y="t"/>
              </a:cxn>
            </a:cxnLst>
            <a:rect l="0" t="0" r="0" b="0"/>
            <a:pathLst>
              <a:path>
                <a:moveTo>
                  <a:pt x="0" y="22"/>
                </a:moveTo>
                <a:lnTo>
                  <a:pt x="22" y="22"/>
                </a:lnTo>
                <a:lnTo>
                  <a:pt x="180" y="90"/>
                </a:lnTo>
                <a:lnTo>
                  <a:pt x="22" y="22"/>
                </a:lnTo>
                <a:lnTo>
                  <a:pt x="270" y="90"/>
                </a:lnTo>
                <a:close/>
              </a:path>
            </a:pathLst>
          </a:custGeom>
          <a:solidFill>
            <a:srgbClr val="1F1D1B">
              <a:alpha val="7999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de-DE"/>
          </a:p>
        </p:txBody>
      </p:sp>
      <p:sp>
        <p:nvSpPr>
          <p:cNvPr id="3164" name="AutoShape 92">
            <a:extLst>
              <a:ext uri="{FF2B5EF4-FFF2-40B4-BE49-F238E27FC236}">
                <a16:creationId xmlns:a16="http://schemas.microsoft.com/office/drawing/2014/main" id="{91B47109-D1D3-A1C9-5D10-2BF184AEB34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5013" y="704850"/>
            <a:ext cx="20637" cy="20638"/>
          </a:xfrm>
          <a:custGeom>
            <a:avLst/>
            <a:gdLst>
              <a:gd name="G0" fmla="*/ 57 1 2"/>
              <a:gd name="G1" fmla="*/ 1 48365 11520"/>
              <a:gd name="G2" fmla="*/ G1 32767 1"/>
              <a:gd name="G3" fmla="*/ G2 1 32767"/>
              <a:gd name="G4" fmla="cos G0 G3"/>
              <a:gd name="G5" fmla="*/ 57 1 2"/>
              <a:gd name="G6" fmla="*/ 1 48365 11520"/>
              <a:gd name="G7" fmla="*/ G6 32767 1"/>
              <a:gd name="G8" fmla="*/ G7 1 32767"/>
              <a:gd name="G9" fmla="sin G5 G8"/>
              <a:gd name="G10" fmla="*/ 57 1 2"/>
              <a:gd name="G11" fmla="+- G10 0 G4"/>
              <a:gd name="G12" fmla="+- G10 G4 0"/>
              <a:gd name="G13" fmla="+- G12 0 0"/>
              <a:gd name="G14" fmla="*/ 57 1 2"/>
              <a:gd name="G15" fmla="+- G14 0 G9"/>
              <a:gd name="G16" fmla="+- G14 G9 0"/>
              <a:gd name="G17" fmla="+- G16 0 0"/>
              <a:gd name="G18" fmla="+- 57 0 0"/>
              <a:gd name="G19" fmla="+- 57 0 0"/>
              <a:gd name="G20" fmla="+- 180 0 0"/>
              <a:gd name="G21" fmla="+- 90 0 0"/>
              <a:gd name="G22" fmla="+- 270 0 0"/>
              <a:gd name="G23" fmla="+- 90 0 0"/>
              <a:gd name="G24" fmla="+- 0 0 0"/>
              <a:gd name="G25" fmla="+- 90 0 0"/>
              <a:gd name="G26" fmla="+- 90 0 0"/>
              <a:gd name="G27" fmla="+- 90 0 0"/>
            </a:gdLst>
            <a:ahLst/>
            <a:cxnLst>
              <a:cxn ang="0">
                <a:pos x="r" y="vc"/>
              </a:cxn>
              <a:cxn ang="5400000">
                <a:pos x="hc" y="b"/>
              </a:cxn>
              <a:cxn ang="10800000">
                <a:pos x="l" y="vc"/>
              </a:cxn>
              <a:cxn ang="16200000">
                <a:pos x="hc" y="t"/>
              </a:cxn>
            </a:cxnLst>
            <a:rect l="0" t="0" r="0" b="0"/>
            <a:pathLst>
              <a:path>
                <a:moveTo>
                  <a:pt x="0" y="29"/>
                </a:moveTo>
                <a:lnTo>
                  <a:pt x="29" y="29"/>
                </a:lnTo>
                <a:lnTo>
                  <a:pt x="180" y="90"/>
                </a:lnTo>
                <a:lnTo>
                  <a:pt x="29" y="29"/>
                </a:lnTo>
                <a:lnTo>
                  <a:pt x="270" y="90"/>
                </a:lnTo>
                <a:close/>
              </a:path>
            </a:pathLst>
          </a:custGeom>
          <a:solidFill>
            <a:srgbClr val="1F1D1B">
              <a:alpha val="7999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de-DE"/>
          </a:p>
        </p:txBody>
      </p:sp>
      <p:sp>
        <p:nvSpPr>
          <p:cNvPr id="3165" name="AutoShape 93">
            <a:extLst>
              <a:ext uri="{FF2B5EF4-FFF2-40B4-BE49-F238E27FC236}">
                <a16:creationId xmlns:a16="http://schemas.microsoft.com/office/drawing/2014/main" id="{175F6191-2FC0-EDBD-CC87-CF6B00F0C558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80275" y="1042988"/>
            <a:ext cx="20638" cy="20637"/>
          </a:xfrm>
          <a:custGeom>
            <a:avLst/>
            <a:gdLst>
              <a:gd name="G0" fmla="*/ 58 1 2"/>
              <a:gd name="G1" fmla="*/ 1 48365 11520"/>
              <a:gd name="G2" fmla="*/ G1 32767 1"/>
              <a:gd name="G3" fmla="*/ G2 1 32767"/>
              <a:gd name="G4" fmla="cos G0 G3"/>
              <a:gd name="G5" fmla="*/ 58 1 2"/>
              <a:gd name="G6" fmla="*/ 1 48365 11520"/>
              <a:gd name="G7" fmla="*/ G6 32767 1"/>
              <a:gd name="G8" fmla="*/ G7 1 32767"/>
              <a:gd name="G9" fmla="sin G5 G8"/>
              <a:gd name="G10" fmla="*/ 58 1 2"/>
              <a:gd name="G11" fmla="+- G10 0 G4"/>
              <a:gd name="G12" fmla="+- G10 G4 0"/>
              <a:gd name="G13" fmla="+- G12 0 0"/>
              <a:gd name="G14" fmla="*/ 58 1 2"/>
              <a:gd name="G15" fmla="+- G14 0 G9"/>
              <a:gd name="G16" fmla="+- G14 G9 0"/>
              <a:gd name="G17" fmla="+- G16 0 0"/>
              <a:gd name="G18" fmla="+- 58 0 0"/>
              <a:gd name="G19" fmla="+- 58 0 0"/>
              <a:gd name="G20" fmla="+- 180 0 0"/>
              <a:gd name="G21" fmla="+- 90 0 0"/>
              <a:gd name="G22" fmla="+- 270 0 0"/>
              <a:gd name="G23" fmla="+- 90 0 0"/>
              <a:gd name="G24" fmla="+- 0 0 0"/>
              <a:gd name="G25" fmla="+- 90 0 0"/>
              <a:gd name="G26" fmla="+- 90 0 0"/>
              <a:gd name="G27" fmla="+- 90 0 0"/>
            </a:gdLst>
            <a:ahLst/>
            <a:cxnLst>
              <a:cxn ang="0">
                <a:pos x="r" y="vc"/>
              </a:cxn>
              <a:cxn ang="5400000">
                <a:pos x="hc" y="b"/>
              </a:cxn>
              <a:cxn ang="10800000">
                <a:pos x="l" y="vc"/>
              </a:cxn>
              <a:cxn ang="16200000">
                <a:pos x="hc" y="t"/>
              </a:cxn>
            </a:cxnLst>
            <a:rect l="0" t="0" r="0" b="0"/>
            <a:pathLst>
              <a:path>
                <a:moveTo>
                  <a:pt x="0" y="29"/>
                </a:moveTo>
                <a:lnTo>
                  <a:pt x="29" y="29"/>
                </a:lnTo>
                <a:lnTo>
                  <a:pt x="180" y="90"/>
                </a:lnTo>
                <a:lnTo>
                  <a:pt x="29" y="29"/>
                </a:lnTo>
                <a:lnTo>
                  <a:pt x="270" y="90"/>
                </a:lnTo>
                <a:close/>
              </a:path>
            </a:pathLst>
          </a:custGeom>
          <a:solidFill>
            <a:srgbClr val="1F1D1B">
              <a:alpha val="7999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de-DE"/>
          </a:p>
        </p:txBody>
      </p:sp>
      <p:sp>
        <p:nvSpPr>
          <p:cNvPr id="3166" name="AutoShape 94">
            <a:extLst>
              <a:ext uri="{FF2B5EF4-FFF2-40B4-BE49-F238E27FC236}">
                <a16:creationId xmlns:a16="http://schemas.microsoft.com/office/drawing/2014/main" id="{7D274FA3-A88E-AAD0-E73D-BA835358D9A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18113" y="8062913"/>
            <a:ext cx="23812" cy="23812"/>
          </a:xfrm>
          <a:custGeom>
            <a:avLst/>
            <a:gdLst>
              <a:gd name="G0" fmla="*/ 65 1 2"/>
              <a:gd name="G1" fmla="*/ 1 48365 11520"/>
              <a:gd name="G2" fmla="*/ G1 32767 1"/>
              <a:gd name="G3" fmla="*/ G2 1 32767"/>
              <a:gd name="G4" fmla="cos G0 G3"/>
              <a:gd name="G5" fmla="*/ 65 1 2"/>
              <a:gd name="G6" fmla="*/ 1 48365 11520"/>
              <a:gd name="G7" fmla="*/ G6 32767 1"/>
              <a:gd name="G8" fmla="*/ G7 1 32767"/>
              <a:gd name="G9" fmla="sin G5 G8"/>
              <a:gd name="G10" fmla="*/ 65 1 2"/>
              <a:gd name="G11" fmla="+- G10 0 G4"/>
              <a:gd name="G12" fmla="+- G10 G4 0"/>
              <a:gd name="G13" fmla="+- G12 0 0"/>
              <a:gd name="G14" fmla="*/ 65 1 2"/>
              <a:gd name="G15" fmla="+- G14 0 G9"/>
              <a:gd name="G16" fmla="+- G14 G9 0"/>
              <a:gd name="G17" fmla="+- G16 0 0"/>
              <a:gd name="G18" fmla="+- 65 0 0"/>
              <a:gd name="G19" fmla="+- 65 0 0"/>
              <a:gd name="G20" fmla="+- 180 0 0"/>
              <a:gd name="G21" fmla="+- 90 0 0"/>
              <a:gd name="G22" fmla="+- 270 0 0"/>
              <a:gd name="G23" fmla="+- 90 0 0"/>
              <a:gd name="G24" fmla="+- 0 0 0"/>
              <a:gd name="G25" fmla="+- 90 0 0"/>
              <a:gd name="G26" fmla="+- 90 0 0"/>
              <a:gd name="G27" fmla="+- 90 0 0"/>
            </a:gdLst>
            <a:ahLst/>
            <a:cxnLst>
              <a:cxn ang="0">
                <a:pos x="r" y="vc"/>
              </a:cxn>
              <a:cxn ang="5400000">
                <a:pos x="hc" y="b"/>
              </a:cxn>
              <a:cxn ang="10800000">
                <a:pos x="l" y="vc"/>
              </a:cxn>
              <a:cxn ang="16200000">
                <a:pos x="hc" y="t"/>
              </a:cxn>
            </a:cxnLst>
            <a:rect l="0" t="0" r="0" b="0"/>
            <a:pathLst>
              <a:path>
                <a:moveTo>
                  <a:pt x="0" y="33"/>
                </a:moveTo>
                <a:lnTo>
                  <a:pt x="33" y="33"/>
                </a:lnTo>
                <a:lnTo>
                  <a:pt x="180" y="90"/>
                </a:lnTo>
                <a:lnTo>
                  <a:pt x="33" y="33"/>
                </a:lnTo>
                <a:lnTo>
                  <a:pt x="270" y="90"/>
                </a:lnTo>
                <a:close/>
              </a:path>
            </a:pathLst>
          </a:custGeom>
          <a:solidFill>
            <a:srgbClr val="1F1D1B">
              <a:alpha val="7999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de-DE"/>
          </a:p>
        </p:txBody>
      </p:sp>
      <p:sp>
        <p:nvSpPr>
          <p:cNvPr id="3167" name="AutoShape 95">
            <a:extLst>
              <a:ext uri="{FF2B5EF4-FFF2-40B4-BE49-F238E27FC236}">
                <a16:creationId xmlns:a16="http://schemas.microsoft.com/office/drawing/2014/main" id="{2D2E2C6C-8EA3-269D-42E4-E1541D26E2B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33988" y="5840413"/>
            <a:ext cx="19050" cy="19050"/>
          </a:xfrm>
          <a:custGeom>
            <a:avLst/>
            <a:gdLst>
              <a:gd name="G0" fmla="*/ 52 1 2"/>
              <a:gd name="G1" fmla="*/ 1 48365 11520"/>
              <a:gd name="G2" fmla="*/ G1 32767 1"/>
              <a:gd name="G3" fmla="*/ G2 1 32767"/>
              <a:gd name="G4" fmla="cos G0 G3"/>
              <a:gd name="G5" fmla="*/ 52 1 2"/>
              <a:gd name="G6" fmla="*/ 1 48365 11520"/>
              <a:gd name="G7" fmla="*/ G6 32767 1"/>
              <a:gd name="G8" fmla="*/ G7 1 32767"/>
              <a:gd name="G9" fmla="sin G5 G8"/>
              <a:gd name="G10" fmla="*/ 52 1 2"/>
              <a:gd name="G11" fmla="+- G10 0 G4"/>
              <a:gd name="G12" fmla="+- G10 G4 0"/>
              <a:gd name="G13" fmla="+- G12 0 0"/>
              <a:gd name="G14" fmla="*/ 52 1 2"/>
              <a:gd name="G15" fmla="+- G14 0 G9"/>
              <a:gd name="G16" fmla="+- G14 G9 0"/>
              <a:gd name="G17" fmla="+- G16 0 0"/>
              <a:gd name="G18" fmla="+- 52 0 0"/>
              <a:gd name="G19" fmla="+- 52 0 0"/>
              <a:gd name="G20" fmla="+- 180 0 0"/>
              <a:gd name="G21" fmla="+- 90 0 0"/>
              <a:gd name="G22" fmla="+- 270 0 0"/>
              <a:gd name="G23" fmla="+- 90 0 0"/>
              <a:gd name="G24" fmla="+- 0 0 0"/>
              <a:gd name="G25" fmla="+- 90 0 0"/>
              <a:gd name="G26" fmla="+- 90 0 0"/>
              <a:gd name="G27" fmla="+- 90 0 0"/>
            </a:gdLst>
            <a:ahLst/>
            <a:cxnLst>
              <a:cxn ang="0">
                <a:pos x="r" y="vc"/>
              </a:cxn>
              <a:cxn ang="5400000">
                <a:pos x="hc" y="b"/>
              </a:cxn>
              <a:cxn ang="10800000">
                <a:pos x="l" y="vc"/>
              </a:cxn>
              <a:cxn ang="16200000">
                <a:pos x="hc" y="t"/>
              </a:cxn>
            </a:cxnLst>
            <a:rect l="0" t="0" r="0" b="0"/>
            <a:pathLst>
              <a:path>
                <a:moveTo>
                  <a:pt x="0" y="26"/>
                </a:moveTo>
                <a:lnTo>
                  <a:pt x="26" y="26"/>
                </a:lnTo>
                <a:lnTo>
                  <a:pt x="180" y="90"/>
                </a:lnTo>
                <a:lnTo>
                  <a:pt x="26" y="26"/>
                </a:lnTo>
                <a:lnTo>
                  <a:pt x="270" y="90"/>
                </a:lnTo>
                <a:close/>
              </a:path>
            </a:pathLst>
          </a:custGeom>
          <a:solidFill>
            <a:srgbClr val="1F1D1B">
              <a:alpha val="7999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de-DE"/>
          </a:p>
        </p:txBody>
      </p:sp>
      <p:sp>
        <p:nvSpPr>
          <p:cNvPr id="3168" name="AutoShape 96">
            <a:extLst>
              <a:ext uri="{FF2B5EF4-FFF2-40B4-BE49-F238E27FC236}">
                <a16:creationId xmlns:a16="http://schemas.microsoft.com/office/drawing/2014/main" id="{B9F84942-7F8D-5884-D1C5-2623709FBDB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25763" y="8624888"/>
            <a:ext cx="12700" cy="12700"/>
          </a:xfrm>
          <a:custGeom>
            <a:avLst/>
            <a:gdLst>
              <a:gd name="G0" fmla="*/ 38 1 2"/>
              <a:gd name="G1" fmla="*/ 1 48365 11520"/>
              <a:gd name="G2" fmla="*/ G1 32767 1"/>
              <a:gd name="G3" fmla="*/ G2 1 32767"/>
              <a:gd name="G4" fmla="cos G0 G3"/>
              <a:gd name="G5" fmla="*/ 38 1 2"/>
              <a:gd name="G6" fmla="*/ 1 48365 11520"/>
              <a:gd name="G7" fmla="*/ G6 32767 1"/>
              <a:gd name="G8" fmla="*/ G7 1 32767"/>
              <a:gd name="G9" fmla="sin G5 G8"/>
              <a:gd name="G10" fmla="*/ 38 1 2"/>
              <a:gd name="G11" fmla="+- G10 0 G4"/>
              <a:gd name="G12" fmla="+- G10 G4 0"/>
              <a:gd name="G13" fmla="+- G12 0 0"/>
              <a:gd name="G14" fmla="*/ 38 1 2"/>
              <a:gd name="G15" fmla="+- G14 0 G9"/>
              <a:gd name="G16" fmla="+- G14 G9 0"/>
              <a:gd name="G17" fmla="+- G16 0 0"/>
              <a:gd name="G18" fmla="+- 38 0 0"/>
              <a:gd name="G19" fmla="+- 38 0 0"/>
              <a:gd name="G20" fmla="+- 180 0 0"/>
              <a:gd name="G21" fmla="+- 90 0 0"/>
              <a:gd name="G22" fmla="+- 270 0 0"/>
              <a:gd name="G23" fmla="+- 90 0 0"/>
              <a:gd name="G24" fmla="+- 0 0 0"/>
              <a:gd name="G25" fmla="+- 90 0 0"/>
              <a:gd name="G26" fmla="+- 90 0 0"/>
              <a:gd name="G27" fmla="+- 90 0 0"/>
            </a:gdLst>
            <a:ahLst/>
            <a:cxnLst>
              <a:cxn ang="0">
                <a:pos x="r" y="vc"/>
              </a:cxn>
              <a:cxn ang="5400000">
                <a:pos x="hc" y="b"/>
              </a:cxn>
              <a:cxn ang="10800000">
                <a:pos x="l" y="vc"/>
              </a:cxn>
              <a:cxn ang="16200000">
                <a:pos x="hc" y="t"/>
              </a:cxn>
            </a:cxnLst>
            <a:rect l="0" t="0" r="0" b="0"/>
            <a:pathLst>
              <a:path>
                <a:moveTo>
                  <a:pt x="0" y="19"/>
                </a:moveTo>
                <a:lnTo>
                  <a:pt x="19" y="19"/>
                </a:lnTo>
                <a:lnTo>
                  <a:pt x="180" y="90"/>
                </a:lnTo>
                <a:lnTo>
                  <a:pt x="19" y="19"/>
                </a:lnTo>
                <a:lnTo>
                  <a:pt x="270" y="90"/>
                </a:lnTo>
                <a:close/>
              </a:path>
            </a:pathLst>
          </a:custGeom>
          <a:solidFill>
            <a:srgbClr val="1F1D1B">
              <a:alpha val="7999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de-DE"/>
          </a:p>
        </p:txBody>
      </p:sp>
      <p:sp>
        <p:nvSpPr>
          <p:cNvPr id="3169" name="AutoShape 97">
            <a:extLst>
              <a:ext uri="{FF2B5EF4-FFF2-40B4-BE49-F238E27FC236}">
                <a16:creationId xmlns:a16="http://schemas.microsoft.com/office/drawing/2014/main" id="{EBBF3707-2240-7524-9424-F5EB16E12DF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39863" y="487363"/>
            <a:ext cx="14287" cy="14287"/>
          </a:xfrm>
          <a:custGeom>
            <a:avLst/>
            <a:gdLst>
              <a:gd name="G0" fmla="*/ 41 1 2"/>
              <a:gd name="G1" fmla="*/ 1 48365 11520"/>
              <a:gd name="G2" fmla="*/ G1 32767 1"/>
              <a:gd name="G3" fmla="*/ G2 1 32767"/>
              <a:gd name="G4" fmla="cos G0 G3"/>
              <a:gd name="G5" fmla="*/ 41 1 2"/>
              <a:gd name="G6" fmla="*/ 1 48365 11520"/>
              <a:gd name="G7" fmla="*/ G6 32767 1"/>
              <a:gd name="G8" fmla="*/ G7 1 32767"/>
              <a:gd name="G9" fmla="sin G5 G8"/>
              <a:gd name="G10" fmla="*/ 41 1 2"/>
              <a:gd name="G11" fmla="+- G10 0 G4"/>
              <a:gd name="G12" fmla="+- G10 G4 0"/>
              <a:gd name="G13" fmla="+- G12 0 0"/>
              <a:gd name="G14" fmla="*/ 41 1 2"/>
              <a:gd name="G15" fmla="+- G14 0 G9"/>
              <a:gd name="G16" fmla="+- G14 G9 0"/>
              <a:gd name="G17" fmla="+- G16 0 0"/>
              <a:gd name="G18" fmla="+- 41 0 0"/>
              <a:gd name="G19" fmla="+- 41 0 0"/>
              <a:gd name="G20" fmla="+- 180 0 0"/>
              <a:gd name="G21" fmla="+- 90 0 0"/>
              <a:gd name="G22" fmla="+- 270 0 0"/>
              <a:gd name="G23" fmla="+- 90 0 0"/>
              <a:gd name="G24" fmla="+- 0 0 0"/>
              <a:gd name="G25" fmla="+- 90 0 0"/>
              <a:gd name="G26" fmla="+- 90 0 0"/>
              <a:gd name="G27" fmla="+- 90 0 0"/>
            </a:gdLst>
            <a:ahLst/>
            <a:cxnLst>
              <a:cxn ang="0">
                <a:pos x="r" y="vc"/>
              </a:cxn>
              <a:cxn ang="5400000">
                <a:pos x="hc" y="b"/>
              </a:cxn>
              <a:cxn ang="10800000">
                <a:pos x="l" y="vc"/>
              </a:cxn>
              <a:cxn ang="16200000">
                <a:pos x="hc" y="t"/>
              </a:cxn>
            </a:cxnLst>
            <a:rect l="0" t="0" r="0" b="0"/>
            <a:pathLst>
              <a:path>
                <a:moveTo>
                  <a:pt x="0" y="21"/>
                </a:moveTo>
                <a:lnTo>
                  <a:pt x="21" y="21"/>
                </a:lnTo>
                <a:lnTo>
                  <a:pt x="180" y="90"/>
                </a:lnTo>
                <a:lnTo>
                  <a:pt x="21" y="21"/>
                </a:lnTo>
                <a:lnTo>
                  <a:pt x="270" y="90"/>
                </a:lnTo>
                <a:close/>
              </a:path>
            </a:pathLst>
          </a:custGeom>
          <a:solidFill>
            <a:srgbClr val="1F1D1B">
              <a:alpha val="7999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de-DE"/>
          </a:p>
        </p:txBody>
      </p:sp>
      <p:sp>
        <p:nvSpPr>
          <p:cNvPr id="3170" name="AutoShape 98">
            <a:extLst>
              <a:ext uri="{FF2B5EF4-FFF2-40B4-BE49-F238E27FC236}">
                <a16:creationId xmlns:a16="http://schemas.microsoft.com/office/drawing/2014/main" id="{C5B54C7E-255B-8B1C-930A-01FEA74752A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16363" y="5738813"/>
            <a:ext cx="12700" cy="12700"/>
          </a:xfrm>
          <a:custGeom>
            <a:avLst/>
            <a:gdLst>
              <a:gd name="G0" fmla="*/ 35 1 2"/>
              <a:gd name="G1" fmla="*/ 1 48365 11520"/>
              <a:gd name="G2" fmla="*/ G1 32767 1"/>
              <a:gd name="G3" fmla="*/ G2 1 32767"/>
              <a:gd name="G4" fmla="cos G0 G3"/>
              <a:gd name="G5" fmla="*/ 35 1 2"/>
              <a:gd name="G6" fmla="*/ 1 48365 11520"/>
              <a:gd name="G7" fmla="*/ G6 32767 1"/>
              <a:gd name="G8" fmla="*/ G7 1 32767"/>
              <a:gd name="G9" fmla="sin G5 G8"/>
              <a:gd name="G10" fmla="*/ 35 1 2"/>
              <a:gd name="G11" fmla="+- G10 0 G4"/>
              <a:gd name="G12" fmla="+- G10 G4 0"/>
              <a:gd name="G13" fmla="+- G12 0 0"/>
              <a:gd name="G14" fmla="*/ 35 1 2"/>
              <a:gd name="G15" fmla="+- G14 0 G9"/>
              <a:gd name="G16" fmla="+- G14 G9 0"/>
              <a:gd name="G17" fmla="+- G16 0 0"/>
              <a:gd name="G18" fmla="+- 35 0 0"/>
              <a:gd name="G19" fmla="+- 35 0 0"/>
              <a:gd name="G20" fmla="+- 180 0 0"/>
              <a:gd name="G21" fmla="+- 90 0 0"/>
              <a:gd name="G22" fmla="+- 270 0 0"/>
              <a:gd name="G23" fmla="+- 90 0 0"/>
              <a:gd name="G24" fmla="+- 0 0 0"/>
              <a:gd name="G25" fmla="+- 90 0 0"/>
              <a:gd name="G26" fmla="+- 90 0 0"/>
              <a:gd name="G27" fmla="+- 90 0 0"/>
            </a:gdLst>
            <a:ahLst/>
            <a:cxnLst>
              <a:cxn ang="0">
                <a:pos x="r" y="vc"/>
              </a:cxn>
              <a:cxn ang="5400000">
                <a:pos x="hc" y="b"/>
              </a:cxn>
              <a:cxn ang="10800000">
                <a:pos x="l" y="vc"/>
              </a:cxn>
              <a:cxn ang="16200000">
                <a:pos x="hc" y="t"/>
              </a:cxn>
            </a:cxnLst>
            <a:rect l="0" t="0" r="0" b="0"/>
            <a:pathLst>
              <a:path>
                <a:moveTo>
                  <a:pt x="0" y="18"/>
                </a:moveTo>
                <a:lnTo>
                  <a:pt x="18" y="18"/>
                </a:lnTo>
                <a:lnTo>
                  <a:pt x="180" y="90"/>
                </a:lnTo>
                <a:lnTo>
                  <a:pt x="18" y="18"/>
                </a:lnTo>
                <a:lnTo>
                  <a:pt x="270" y="90"/>
                </a:lnTo>
                <a:close/>
              </a:path>
            </a:pathLst>
          </a:custGeom>
          <a:solidFill>
            <a:srgbClr val="1F1D1B">
              <a:alpha val="7999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de-DE"/>
          </a:p>
        </p:txBody>
      </p:sp>
      <p:sp>
        <p:nvSpPr>
          <p:cNvPr id="3171" name="AutoShape 99">
            <a:extLst>
              <a:ext uri="{FF2B5EF4-FFF2-40B4-BE49-F238E27FC236}">
                <a16:creationId xmlns:a16="http://schemas.microsoft.com/office/drawing/2014/main" id="{9923C77A-26C9-8B4F-A127-D1DAD86061C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57888" y="8451850"/>
            <a:ext cx="14287" cy="14288"/>
          </a:xfrm>
          <a:custGeom>
            <a:avLst/>
            <a:gdLst>
              <a:gd name="G0" fmla="*/ 39 1 2"/>
              <a:gd name="G1" fmla="*/ 1 48365 11520"/>
              <a:gd name="G2" fmla="*/ G1 32767 1"/>
              <a:gd name="G3" fmla="*/ G2 1 32767"/>
              <a:gd name="G4" fmla="cos G0 G3"/>
              <a:gd name="G5" fmla="*/ 39 1 2"/>
              <a:gd name="G6" fmla="*/ 1 48365 11520"/>
              <a:gd name="G7" fmla="*/ G6 32767 1"/>
              <a:gd name="G8" fmla="*/ G7 1 32767"/>
              <a:gd name="G9" fmla="sin G5 G8"/>
              <a:gd name="G10" fmla="*/ 39 1 2"/>
              <a:gd name="G11" fmla="+- G10 0 G4"/>
              <a:gd name="G12" fmla="+- G10 G4 0"/>
              <a:gd name="G13" fmla="+- G12 0 0"/>
              <a:gd name="G14" fmla="*/ 39 1 2"/>
              <a:gd name="G15" fmla="+- G14 0 G9"/>
              <a:gd name="G16" fmla="+- G14 G9 0"/>
              <a:gd name="G17" fmla="+- G16 0 0"/>
              <a:gd name="G18" fmla="+- 39 0 0"/>
              <a:gd name="G19" fmla="+- 39 0 0"/>
              <a:gd name="G20" fmla="+- 180 0 0"/>
              <a:gd name="G21" fmla="+- 90 0 0"/>
              <a:gd name="G22" fmla="+- 270 0 0"/>
              <a:gd name="G23" fmla="+- 90 0 0"/>
              <a:gd name="G24" fmla="+- 0 0 0"/>
              <a:gd name="G25" fmla="+- 90 0 0"/>
              <a:gd name="G26" fmla="+- 90 0 0"/>
              <a:gd name="G27" fmla="+- 90 0 0"/>
            </a:gdLst>
            <a:ahLst/>
            <a:cxnLst>
              <a:cxn ang="0">
                <a:pos x="r" y="vc"/>
              </a:cxn>
              <a:cxn ang="5400000">
                <a:pos x="hc" y="b"/>
              </a:cxn>
              <a:cxn ang="10800000">
                <a:pos x="l" y="vc"/>
              </a:cxn>
              <a:cxn ang="16200000">
                <a:pos x="hc" y="t"/>
              </a:cxn>
            </a:cxnLst>
            <a:rect l="0" t="0" r="0" b="0"/>
            <a:pathLst>
              <a:path>
                <a:moveTo>
                  <a:pt x="0" y="20"/>
                </a:moveTo>
                <a:lnTo>
                  <a:pt x="20" y="20"/>
                </a:lnTo>
                <a:lnTo>
                  <a:pt x="180" y="90"/>
                </a:lnTo>
                <a:lnTo>
                  <a:pt x="20" y="20"/>
                </a:lnTo>
                <a:lnTo>
                  <a:pt x="270" y="90"/>
                </a:lnTo>
                <a:close/>
              </a:path>
            </a:pathLst>
          </a:custGeom>
          <a:solidFill>
            <a:srgbClr val="1F1D1B">
              <a:alpha val="7999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de-DE"/>
          </a:p>
        </p:txBody>
      </p:sp>
      <p:sp>
        <p:nvSpPr>
          <p:cNvPr id="3172" name="AutoShape 100">
            <a:extLst>
              <a:ext uri="{FF2B5EF4-FFF2-40B4-BE49-F238E27FC236}">
                <a16:creationId xmlns:a16="http://schemas.microsoft.com/office/drawing/2014/main" id="{48751FF5-A078-3E58-E4DB-EEED3434AF1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62300" y="2760663"/>
            <a:ext cx="25400" cy="25400"/>
          </a:xfrm>
          <a:custGeom>
            <a:avLst/>
            <a:gdLst>
              <a:gd name="G0" fmla="*/ 73 1 2"/>
              <a:gd name="G1" fmla="*/ 1 48365 11520"/>
              <a:gd name="G2" fmla="*/ G1 32767 1"/>
              <a:gd name="G3" fmla="*/ G2 1 32767"/>
              <a:gd name="G4" fmla="cos G0 G3"/>
              <a:gd name="G5" fmla="*/ 73 1 2"/>
              <a:gd name="G6" fmla="*/ 1 48365 11520"/>
              <a:gd name="G7" fmla="*/ G6 32767 1"/>
              <a:gd name="G8" fmla="*/ G7 1 32767"/>
              <a:gd name="G9" fmla="sin G5 G8"/>
              <a:gd name="G10" fmla="*/ 73 1 2"/>
              <a:gd name="G11" fmla="+- G10 0 G4"/>
              <a:gd name="G12" fmla="+- G10 G4 0"/>
              <a:gd name="G13" fmla="+- G12 0 0"/>
              <a:gd name="G14" fmla="*/ 73 1 2"/>
              <a:gd name="G15" fmla="+- G14 0 G9"/>
              <a:gd name="G16" fmla="+- G14 G9 0"/>
              <a:gd name="G17" fmla="+- G16 0 0"/>
              <a:gd name="G18" fmla="+- 73 0 0"/>
              <a:gd name="G19" fmla="+- 73 0 0"/>
              <a:gd name="G20" fmla="+- 180 0 0"/>
              <a:gd name="G21" fmla="+- 90 0 0"/>
              <a:gd name="G22" fmla="+- 270 0 0"/>
              <a:gd name="G23" fmla="+- 90 0 0"/>
              <a:gd name="G24" fmla="+- 0 0 0"/>
              <a:gd name="G25" fmla="+- 90 0 0"/>
              <a:gd name="G26" fmla="+- 90 0 0"/>
              <a:gd name="G27" fmla="+- 90 0 0"/>
            </a:gdLst>
            <a:ahLst/>
            <a:cxnLst>
              <a:cxn ang="0">
                <a:pos x="r" y="vc"/>
              </a:cxn>
              <a:cxn ang="5400000">
                <a:pos x="hc" y="b"/>
              </a:cxn>
              <a:cxn ang="10800000">
                <a:pos x="l" y="vc"/>
              </a:cxn>
              <a:cxn ang="16200000">
                <a:pos x="hc" y="t"/>
              </a:cxn>
            </a:cxnLst>
            <a:rect l="0" t="0" r="0" b="0"/>
            <a:pathLst>
              <a:path>
                <a:moveTo>
                  <a:pt x="0" y="37"/>
                </a:moveTo>
                <a:lnTo>
                  <a:pt x="37" y="37"/>
                </a:lnTo>
                <a:lnTo>
                  <a:pt x="180" y="90"/>
                </a:lnTo>
                <a:lnTo>
                  <a:pt x="37" y="37"/>
                </a:lnTo>
                <a:lnTo>
                  <a:pt x="270" y="90"/>
                </a:lnTo>
                <a:close/>
              </a:path>
            </a:pathLst>
          </a:custGeom>
          <a:solidFill>
            <a:srgbClr val="1F1D1B">
              <a:alpha val="7999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de-DE"/>
          </a:p>
        </p:txBody>
      </p:sp>
      <p:sp>
        <p:nvSpPr>
          <p:cNvPr id="3173" name="AutoShape 101">
            <a:extLst>
              <a:ext uri="{FF2B5EF4-FFF2-40B4-BE49-F238E27FC236}">
                <a16:creationId xmlns:a16="http://schemas.microsoft.com/office/drawing/2014/main" id="{B41FFF9E-6CA3-11EF-ED3A-ECEE8753274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15063" y="2913063"/>
            <a:ext cx="22225" cy="22225"/>
          </a:xfrm>
          <a:custGeom>
            <a:avLst/>
            <a:gdLst>
              <a:gd name="G0" fmla="*/ 63 1 2"/>
              <a:gd name="G1" fmla="*/ 1 48365 11520"/>
              <a:gd name="G2" fmla="*/ G1 32767 1"/>
              <a:gd name="G3" fmla="*/ G2 1 32767"/>
              <a:gd name="G4" fmla="cos G0 G3"/>
              <a:gd name="G5" fmla="*/ 63 1 2"/>
              <a:gd name="G6" fmla="*/ 1 48365 11520"/>
              <a:gd name="G7" fmla="*/ G6 32767 1"/>
              <a:gd name="G8" fmla="*/ G7 1 32767"/>
              <a:gd name="G9" fmla="sin G5 G8"/>
              <a:gd name="G10" fmla="*/ 63 1 2"/>
              <a:gd name="G11" fmla="+- G10 0 G4"/>
              <a:gd name="G12" fmla="+- G10 G4 0"/>
              <a:gd name="G13" fmla="+- G12 0 0"/>
              <a:gd name="G14" fmla="*/ 63 1 2"/>
              <a:gd name="G15" fmla="+- G14 0 G9"/>
              <a:gd name="G16" fmla="+- G14 G9 0"/>
              <a:gd name="G17" fmla="+- G16 0 0"/>
              <a:gd name="G18" fmla="+- 63 0 0"/>
              <a:gd name="G19" fmla="+- 63 0 0"/>
              <a:gd name="G20" fmla="+- 180 0 0"/>
              <a:gd name="G21" fmla="+- 90 0 0"/>
              <a:gd name="G22" fmla="+- 270 0 0"/>
              <a:gd name="G23" fmla="+- 90 0 0"/>
              <a:gd name="G24" fmla="+- 0 0 0"/>
              <a:gd name="G25" fmla="+- 90 0 0"/>
              <a:gd name="G26" fmla="+- 90 0 0"/>
              <a:gd name="G27" fmla="+- 90 0 0"/>
            </a:gdLst>
            <a:ahLst/>
            <a:cxnLst>
              <a:cxn ang="0">
                <a:pos x="r" y="vc"/>
              </a:cxn>
              <a:cxn ang="5400000">
                <a:pos x="hc" y="b"/>
              </a:cxn>
              <a:cxn ang="10800000">
                <a:pos x="l" y="vc"/>
              </a:cxn>
              <a:cxn ang="16200000">
                <a:pos x="hc" y="t"/>
              </a:cxn>
            </a:cxnLst>
            <a:rect l="0" t="0" r="0" b="0"/>
            <a:pathLst>
              <a:path>
                <a:moveTo>
                  <a:pt x="0" y="32"/>
                </a:moveTo>
                <a:lnTo>
                  <a:pt x="32" y="32"/>
                </a:lnTo>
                <a:lnTo>
                  <a:pt x="180" y="90"/>
                </a:lnTo>
                <a:lnTo>
                  <a:pt x="32" y="32"/>
                </a:lnTo>
                <a:lnTo>
                  <a:pt x="270" y="90"/>
                </a:lnTo>
                <a:close/>
              </a:path>
            </a:pathLst>
          </a:custGeom>
          <a:solidFill>
            <a:srgbClr val="1F1D1B">
              <a:alpha val="7999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de-DE"/>
          </a:p>
        </p:txBody>
      </p:sp>
      <p:sp>
        <p:nvSpPr>
          <p:cNvPr id="3174" name="AutoShape 102">
            <a:extLst>
              <a:ext uri="{FF2B5EF4-FFF2-40B4-BE49-F238E27FC236}">
                <a16:creationId xmlns:a16="http://schemas.microsoft.com/office/drawing/2014/main" id="{95BB5677-68FC-B293-3A13-0BA8914F50A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75000" y="3041650"/>
            <a:ext cx="26988" cy="26988"/>
          </a:xfrm>
          <a:custGeom>
            <a:avLst/>
            <a:gdLst>
              <a:gd name="G0" fmla="*/ 74 1 2"/>
              <a:gd name="G1" fmla="*/ 1 48365 11520"/>
              <a:gd name="G2" fmla="*/ G1 32767 1"/>
              <a:gd name="G3" fmla="*/ G2 1 32767"/>
              <a:gd name="G4" fmla="cos G0 G3"/>
              <a:gd name="G5" fmla="*/ 74 1 2"/>
              <a:gd name="G6" fmla="*/ 1 48365 11520"/>
              <a:gd name="G7" fmla="*/ G6 32767 1"/>
              <a:gd name="G8" fmla="*/ G7 1 32767"/>
              <a:gd name="G9" fmla="sin G5 G8"/>
              <a:gd name="G10" fmla="*/ 74 1 2"/>
              <a:gd name="G11" fmla="+- G10 0 G4"/>
              <a:gd name="G12" fmla="+- G10 G4 0"/>
              <a:gd name="G13" fmla="+- G12 0 0"/>
              <a:gd name="G14" fmla="*/ 74 1 2"/>
              <a:gd name="G15" fmla="+- G14 0 G9"/>
              <a:gd name="G16" fmla="+- G14 G9 0"/>
              <a:gd name="G17" fmla="+- G16 0 0"/>
              <a:gd name="G18" fmla="+- 74 0 0"/>
              <a:gd name="G19" fmla="+- 74 0 0"/>
              <a:gd name="G20" fmla="+- 180 0 0"/>
              <a:gd name="G21" fmla="+- 90 0 0"/>
              <a:gd name="G22" fmla="+- 270 0 0"/>
              <a:gd name="G23" fmla="+- 90 0 0"/>
              <a:gd name="G24" fmla="+- 0 0 0"/>
              <a:gd name="G25" fmla="+- 90 0 0"/>
              <a:gd name="G26" fmla="+- 90 0 0"/>
              <a:gd name="G27" fmla="+- 90 0 0"/>
            </a:gdLst>
            <a:ahLst/>
            <a:cxnLst>
              <a:cxn ang="0">
                <a:pos x="r" y="vc"/>
              </a:cxn>
              <a:cxn ang="5400000">
                <a:pos x="hc" y="b"/>
              </a:cxn>
              <a:cxn ang="10800000">
                <a:pos x="l" y="vc"/>
              </a:cxn>
              <a:cxn ang="16200000">
                <a:pos x="hc" y="t"/>
              </a:cxn>
            </a:cxnLst>
            <a:rect l="0" t="0" r="0" b="0"/>
            <a:pathLst>
              <a:path>
                <a:moveTo>
                  <a:pt x="0" y="37"/>
                </a:moveTo>
                <a:lnTo>
                  <a:pt x="37" y="37"/>
                </a:lnTo>
                <a:lnTo>
                  <a:pt x="180" y="90"/>
                </a:lnTo>
                <a:lnTo>
                  <a:pt x="37" y="37"/>
                </a:lnTo>
                <a:lnTo>
                  <a:pt x="270" y="90"/>
                </a:lnTo>
                <a:close/>
              </a:path>
            </a:pathLst>
          </a:custGeom>
          <a:solidFill>
            <a:srgbClr val="1F1D1B">
              <a:alpha val="7999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de-DE"/>
          </a:p>
        </p:txBody>
      </p:sp>
      <p:sp>
        <p:nvSpPr>
          <p:cNvPr id="3175" name="AutoShape 103">
            <a:extLst>
              <a:ext uri="{FF2B5EF4-FFF2-40B4-BE49-F238E27FC236}">
                <a16:creationId xmlns:a16="http://schemas.microsoft.com/office/drawing/2014/main" id="{26CC82DB-D14F-4923-BBF2-E7647D2478A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25988" y="7339013"/>
            <a:ext cx="12700" cy="12700"/>
          </a:xfrm>
          <a:custGeom>
            <a:avLst/>
            <a:gdLst>
              <a:gd name="G0" fmla="*/ 35 1 2"/>
              <a:gd name="G1" fmla="*/ 1 48365 11520"/>
              <a:gd name="G2" fmla="*/ G1 32767 1"/>
              <a:gd name="G3" fmla="*/ G2 1 32767"/>
              <a:gd name="G4" fmla="cos G0 G3"/>
              <a:gd name="G5" fmla="*/ 35 1 2"/>
              <a:gd name="G6" fmla="*/ 1 48365 11520"/>
              <a:gd name="G7" fmla="*/ G6 32767 1"/>
              <a:gd name="G8" fmla="*/ G7 1 32767"/>
              <a:gd name="G9" fmla="sin G5 G8"/>
              <a:gd name="G10" fmla="*/ 35 1 2"/>
              <a:gd name="G11" fmla="+- G10 0 G4"/>
              <a:gd name="G12" fmla="+- G10 G4 0"/>
              <a:gd name="G13" fmla="+- G12 0 0"/>
              <a:gd name="G14" fmla="*/ 35 1 2"/>
              <a:gd name="G15" fmla="+- G14 0 G9"/>
              <a:gd name="G16" fmla="+- G14 G9 0"/>
              <a:gd name="G17" fmla="+- G16 0 0"/>
              <a:gd name="G18" fmla="+- 35 0 0"/>
              <a:gd name="G19" fmla="+- 35 0 0"/>
              <a:gd name="G20" fmla="+- 180 0 0"/>
              <a:gd name="G21" fmla="+- 90 0 0"/>
              <a:gd name="G22" fmla="+- 270 0 0"/>
              <a:gd name="G23" fmla="+- 90 0 0"/>
              <a:gd name="G24" fmla="+- 0 0 0"/>
              <a:gd name="G25" fmla="+- 90 0 0"/>
              <a:gd name="G26" fmla="+- 90 0 0"/>
              <a:gd name="G27" fmla="+- 90 0 0"/>
            </a:gdLst>
            <a:ahLst/>
            <a:cxnLst>
              <a:cxn ang="0">
                <a:pos x="r" y="vc"/>
              </a:cxn>
              <a:cxn ang="5400000">
                <a:pos x="hc" y="b"/>
              </a:cxn>
              <a:cxn ang="10800000">
                <a:pos x="l" y="vc"/>
              </a:cxn>
              <a:cxn ang="16200000">
                <a:pos x="hc" y="t"/>
              </a:cxn>
            </a:cxnLst>
            <a:rect l="0" t="0" r="0" b="0"/>
            <a:pathLst>
              <a:path>
                <a:moveTo>
                  <a:pt x="0" y="18"/>
                </a:moveTo>
                <a:lnTo>
                  <a:pt x="18" y="18"/>
                </a:lnTo>
                <a:lnTo>
                  <a:pt x="180" y="90"/>
                </a:lnTo>
                <a:lnTo>
                  <a:pt x="18" y="18"/>
                </a:lnTo>
                <a:lnTo>
                  <a:pt x="270" y="90"/>
                </a:lnTo>
                <a:close/>
              </a:path>
            </a:pathLst>
          </a:custGeom>
          <a:solidFill>
            <a:srgbClr val="1F1D1B">
              <a:alpha val="7999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de-DE"/>
          </a:p>
        </p:txBody>
      </p:sp>
      <p:sp>
        <p:nvSpPr>
          <p:cNvPr id="3176" name="AutoShape 104">
            <a:extLst>
              <a:ext uri="{FF2B5EF4-FFF2-40B4-BE49-F238E27FC236}">
                <a16:creationId xmlns:a16="http://schemas.microsoft.com/office/drawing/2014/main" id="{BCEC844B-3713-1445-275A-23DCC9034C6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70650" y="9936163"/>
            <a:ext cx="19050" cy="19050"/>
          </a:xfrm>
          <a:custGeom>
            <a:avLst/>
            <a:gdLst>
              <a:gd name="G0" fmla="*/ 55 1 2"/>
              <a:gd name="G1" fmla="*/ 1 48365 11520"/>
              <a:gd name="G2" fmla="*/ G1 32767 1"/>
              <a:gd name="G3" fmla="*/ G2 1 32767"/>
              <a:gd name="G4" fmla="cos G0 G3"/>
              <a:gd name="G5" fmla="*/ 55 1 2"/>
              <a:gd name="G6" fmla="*/ 1 48365 11520"/>
              <a:gd name="G7" fmla="*/ G6 32767 1"/>
              <a:gd name="G8" fmla="*/ G7 1 32767"/>
              <a:gd name="G9" fmla="sin G5 G8"/>
              <a:gd name="G10" fmla="*/ 55 1 2"/>
              <a:gd name="G11" fmla="+- G10 0 G4"/>
              <a:gd name="G12" fmla="+- G10 G4 0"/>
              <a:gd name="G13" fmla="+- G12 0 0"/>
              <a:gd name="G14" fmla="*/ 55 1 2"/>
              <a:gd name="G15" fmla="+- G14 0 G9"/>
              <a:gd name="G16" fmla="+- G14 G9 0"/>
              <a:gd name="G17" fmla="+- G16 0 0"/>
              <a:gd name="G18" fmla="+- 55 0 0"/>
              <a:gd name="G19" fmla="+- 55 0 0"/>
              <a:gd name="G20" fmla="+- 180 0 0"/>
              <a:gd name="G21" fmla="+- 90 0 0"/>
              <a:gd name="G22" fmla="+- 270 0 0"/>
              <a:gd name="G23" fmla="+- 90 0 0"/>
              <a:gd name="G24" fmla="+- 0 0 0"/>
              <a:gd name="G25" fmla="+- 90 0 0"/>
              <a:gd name="G26" fmla="+- 90 0 0"/>
              <a:gd name="G27" fmla="+- 90 0 0"/>
            </a:gdLst>
            <a:ahLst/>
            <a:cxnLst>
              <a:cxn ang="0">
                <a:pos x="r" y="vc"/>
              </a:cxn>
              <a:cxn ang="5400000">
                <a:pos x="hc" y="b"/>
              </a:cxn>
              <a:cxn ang="10800000">
                <a:pos x="l" y="vc"/>
              </a:cxn>
              <a:cxn ang="16200000">
                <a:pos x="hc" y="t"/>
              </a:cxn>
            </a:cxnLst>
            <a:rect l="0" t="0" r="0" b="0"/>
            <a:pathLst>
              <a:path>
                <a:moveTo>
                  <a:pt x="0" y="28"/>
                </a:moveTo>
                <a:lnTo>
                  <a:pt x="28" y="28"/>
                </a:lnTo>
                <a:lnTo>
                  <a:pt x="180" y="90"/>
                </a:lnTo>
                <a:lnTo>
                  <a:pt x="28" y="28"/>
                </a:lnTo>
                <a:lnTo>
                  <a:pt x="270" y="90"/>
                </a:lnTo>
                <a:close/>
              </a:path>
            </a:pathLst>
          </a:custGeom>
          <a:solidFill>
            <a:srgbClr val="1F1D1B">
              <a:alpha val="7999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de-DE"/>
          </a:p>
        </p:txBody>
      </p:sp>
      <p:sp>
        <p:nvSpPr>
          <p:cNvPr id="3177" name="AutoShape 105">
            <a:extLst>
              <a:ext uri="{FF2B5EF4-FFF2-40B4-BE49-F238E27FC236}">
                <a16:creationId xmlns:a16="http://schemas.microsoft.com/office/drawing/2014/main" id="{C5B9D944-A40E-9143-7BF8-29479C9B182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06850" y="4965700"/>
            <a:ext cx="22225" cy="22225"/>
          </a:xfrm>
          <a:custGeom>
            <a:avLst/>
            <a:gdLst>
              <a:gd name="G0" fmla="*/ 63 1 2"/>
              <a:gd name="G1" fmla="*/ 1 48365 11520"/>
              <a:gd name="G2" fmla="*/ G1 32767 1"/>
              <a:gd name="G3" fmla="*/ G2 1 32767"/>
              <a:gd name="G4" fmla="cos G0 G3"/>
              <a:gd name="G5" fmla="*/ 63 1 2"/>
              <a:gd name="G6" fmla="*/ 1 48365 11520"/>
              <a:gd name="G7" fmla="*/ G6 32767 1"/>
              <a:gd name="G8" fmla="*/ G7 1 32767"/>
              <a:gd name="G9" fmla="sin G5 G8"/>
              <a:gd name="G10" fmla="*/ 63 1 2"/>
              <a:gd name="G11" fmla="+- G10 0 G4"/>
              <a:gd name="G12" fmla="+- G10 G4 0"/>
              <a:gd name="G13" fmla="+- G12 0 0"/>
              <a:gd name="G14" fmla="*/ 63 1 2"/>
              <a:gd name="G15" fmla="+- G14 0 G9"/>
              <a:gd name="G16" fmla="+- G14 G9 0"/>
              <a:gd name="G17" fmla="+- G16 0 0"/>
              <a:gd name="G18" fmla="+- 63 0 0"/>
              <a:gd name="G19" fmla="+- 63 0 0"/>
              <a:gd name="G20" fmla="+- 180 0 0"/>
              <a:gd name="G21" fmla="+- 90 0 0"/>
              <a:gd name="G22" fmla="+- 270 0 0"/>
              <a:gd name="G23" fmla="+- 90 0 0"/>
              <a:gd name="G24" fmla="+- 0 0 0"/>
              <a:gd name="G25" fmla="+- 90 0 0"/>
              <a:gd name="G26" fmla="+- 90 0 0"/>
              <a:gd name="G27" fmla="+- 90 0 0"/>
            </a:gdLst>
            <a:ahLst/>
            <a:cxnLst>
              <a:cxn ang="0">
                <a:pos x="r" y="vc"/>
              </a:cxn>
              <a:cxn ang="5400000">
                <a:pos x="hc" y="b"/>
              </a:cxn>
              <a:cxn ang="10800000">
                <a:pos x="l" y="vc"/>
              </a:cxn>
              <a:cxn ang="16200000">
                <a:pos x="hc" y="t"/>
              </a:cxn>
            </a:cxnLst>
            <a:rect l="0" t="0" r="0" b="0"/>
            <a:pathLst>
              <a:path>
                <a:moveTo>
                  <a:pt x="0" y="32"/>
                </a:moveTo>
                <a:lnTo>
                  <a:pt x="32" y="32"/>
                </a:lnTo>
                <a:lnTo>
                  <a:pt x="180" y="90"/>
                </a:lnTo>
                <a:lnTo>
                  <a:pt x="32" y="32"/>
                </a:lnTo>
                <a:lnTo>
                  <a:pt x="270" y="90"/>
                </a:lnTo>
                <a:close/>
              </a:path>
            </a:pathLst>
          </a:custGeom>
          <a:solidFill>
            <a:srgbClr val="1F1D1B">
              <a:alpha val="7999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de-DE"/>
          </a:p>
        </p:txBody>
      </p:sp>
      <p:sp>
        <p:nvSpPr>
          <p:cNvPr id="3178" name="AutoShape 106">
            <a:extLst>
              <a:ext uri="{FF2B5EF4-FFF2-40B4-BE49-F238E27FC236}">
                <a16:creationId xmlns:a16="http://schemas.microsoft.com/office/drawing/2014/main" id="{821C771E-176F-EACA-3AE9-4D0C5ED72C0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6250" y="6677025"/>
            <a:ext cx="11113" cy="11113"/>
          </a:xfrm>
          <a:custGeom>
            <a:avLst/>
            <a:gdLst>
              <a:gd name="G0" fmla="*/ 31 1 2"/>
              <a:gd name="G1" fmla="*/ 1 48365 11520"/>
              <a:gd name="G2" fmla="*/ G1 32767 1"/>
              <a:gd name="G3" fmla="*/ G2 1 32767"/>
              <a:gd name="G4" fmla="cos G0 G3"/>
              <a:gd name="G5" fmla="*/ 31 1 2"/>
              <a:gd name="G6" fmla="*/ 1 48365 11520"/>
              <a:gd name="G7" fmla="*/ G6 32767 1"/>
              <a:gd name="G8" fmla="*/ G7 1 32767"/>
              <a:gd name="G9" fmla="sin G5 G8"/>
              <a:gd name="G10" fmla="*/ 31 1 2"/>
              <a:gd name="G11" fmla="+- G10 0 G4"/>
              <a:gd name="G12" fmla="+- G10 G4 0"/>
              <a:gd name="G13" fmla="+- G12 0 0"/>
              <a:gd name="G14" fmla="*/ 31 1 2"/>
              <a:gd name="G15" fmla="+- G14 0 G9"/>
              <a:gd name="G16" fmla="+- G14 G9 0"/>
              <a:gd name="G17" fmla="+- G16 0 0"/>
              <a:gd name="G18" fmla="+- 31 0 0"/>
              <a:gd name="G19" fmla="+- 31 0 0"/>
              <a:gd name="G20" fmla="+- 180 0 0"/>
              <a:gd name="G21" fmla="+- 90 0 0"/>
              <a:gd name="G22" fmla="+- 270 0 0"/>
              <a:gd name="G23" fmla="+- 90 0 0"/>
              <a:gd name="G24" fmla="+- 0 0 0"/>
              <a:gd name="G25" fmla="+- 90 0 0"/>
              <a:gd name="G26" fmla="+- 90 0 0"/>
              <a:gd name="G27" fmla="+- 90 0 0"/>
            </a:gdLst>
            <a:ahLst/>
            <a:cxnLst>
              <a:cxn ang="0">
                <a:pos x="r" y="vc"/>
              </a:cxn>
              <a:cxn ang="5400000">
                <a:pos x="hc" y="b"/>
              </a:cxn>
              <a:cxn ang="10800000">
                <a:pos x="l" y="vc"/>
              </a:cxn>
              <a:cxn ang="16200000">
                <a:pos x="hc" y="t"/>
              </a:cxn>
            </a:cxnLst>
            <a:rect l="0" t="0" r="0" b="0"/>
            <a:pathLst>
              <a:path>
                <a:moveTo>
                  <a:pt x="0" y="16"/>
                </a:moveTo>
                <a:lnTo>
                  <a:pt x="16" y="16"/>
                </a:lnTo>
                <a:lnTo>
                  <a:pt x="180" y="90"/>
                </a:lnTo>
                <a:lnTo>
                  <a:pt x="16" y="16"/>
                </a:lnTo>
                <a:lnTo>
                  <a:pt x="270" y="90"/>
                </a:lnTo>
                <a:close/>
              </a:path>
            </a:pathLst>
          </a:custGeom>
          <a:solidFill>
            <a:srgbClr val="1F1D1B">
              <a:alpha val="7999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de-DE"/>
          </a:p>
        </p:txBody>
      </p:sp>
      <p:sp>
        <p:nvSpPr>
          <p:cNvPr id="3179" name="AutoShape 107">
            <a:extLst>
              <a:ext uri="{FF2B5EF4-FFF2-40B4-BE49-F238E27FC236}">
                <a16:creationId xmlns:a16="http://schemas.microsoft.com/office/drawing/2014/main" id="{590DA4B0-B5F8-4CBB-9B54-DBB1E2ED39F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69075" y="9204325"/>
            <a:ext cx="25400" cy="25400"/>
          </a:xfrm>
          <a:custGeom>
            <a:avLst/>
            <a:gdLst>
              <a:gd name="G0" fmla="*/ 70 1 2"/>
              <a:gd name="G1" fmla="*/ 1 48365 11520"/>
              <a:gd name="G2" fmla="*/ G1 32767 1"/>
              <a:gd name="G3" fmla="*/ G2 1 32767"/>
              <a:gd name="G4" fmla="cos G0 G3"/>
              <a:gd name="G5" fmla="*/ 70 1 2"/>
              <a:gd name="G6" fmla="*/ 1 48365 11520"/>
              <a:gd name="G7" fmla="*/ G6 32767 1"/>
              <a:gd name="G8" fmla="*/ G7 1 32767"/>
              <a:gd name="G9" fmla="sin G5 G8"/>
              <a:gd name="G10" fmla="*/ 70 1 2"/>
              <a:gd name="G11" fmla="+- G10 0 G4"/>
              <a:gd name="G12" fmla="+- G10 G4 0"/>
              <a:gd name="G13" fmla="+- G12 0 0"/>
              <a:gd name="G14" fmla="*/ 70 1 2"/>
              <a:gd name="G15" fmla="+- G14 0 G9"/>
              <a:gd name="G16" fmla="+- G14 G9 0"/>
              <a:gd name="G17" fmla="+- G16 0 0"/>
              <a:gd name="G18" fmla="+- 70 0 0"/>
              <a:gd name="G19" fmla="+- 70 0 0"/>
              <a:gd name="G20" fmla="+- 180 0 0"/>
              <a:gd name="G21" fmla="+- 90 0 0"/>
              <a:gd name="G22" fmla="+- 270 0 0"/>
              <a:gd name="G23" fmla="+- 90 0 0"/>
              <a:gd name="G24" fmla="+- 0 0 0"/>
              <a:gd name="G25" fmla="+- 90 0 0"/>
              <a:gd name="G26" fmla="+- 90 0 0"/>
              <a:gd name="G27" fmla="+- 90 0 0"/>
            </a:gdLst>
            <a:ahLst/>
            <a:cxnLst>
              <a:cxn ang="0">
                <a:pos x="r" y="vc"/>
              </a:cxn>
              <a:cxn ang="5400000">
                <a:pos x="hc" y="b"/>
              </a:cxn>
              <a:cxn ang="10800000">
                <a:pos x="l" y="vc"/>
              </a:cxn>
              <a:cxn ang="16200000">
                <a:pos x="hc" y="t"/>
              </a:cxn>
            </a:cxnLst>
            <a:rect l="0" t="0" r="0" b="0"/>
            <a:pathLst>
              <a:path>
                <a:moveTo>
                  <a:pt x="0" y="35"/>
                </a:moveTo>
                <a:lnTo>
                  <a:pt x="35" y="35"/>
                </a:lnTo>
                <a:lnTo>
                  <a:pt x="180" y="90"/>
                </a:lnTo>
                <a:lnTo>
                  <a:pt x="35" y="35"/>
                </a:lnTo>
                <a:lnTo>
                  <a:pt x="270" y="90"/>
                </a:lnTo>
                <a:close/>
              </a:path>
            </a:pathLst>
          </a:custGeom>
          <a:solidFill>
            <a:srgbClr val="1F1D1B">
              <a:alpha val="7999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de-DE"/>
          </a:p>
        </p:txBody>
      </p:sp>
      <p:sp>
        <p:nvSpPr>
          <p:cNvPr id="3180" name="AutoShape 108">
            <a:extLst>
              <a:ext uri="{FF2B5EF4-FFF2-40B4-BE49-F238E27FC236}">
                <a16:creationId xmlns:a16="http://schemas.microsoft.com/office/drawing/2014/main" id="{605AAF39-D4E2-583E-AE67-957C92EEB32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94000" y="6680200"/>
            <a:ext cx="22225" cy="22225"/>
          </a:xfrm>
          <a:custGeom>
            <a:avLst/>
            <a:gdLst>
              <a:gd name="G0" fmla="*/ 61 1 2"/>
              <a:gd name="G1" fmla="*/ 1 48365 11520"/>
              <a:gd name="G2" fmla="*/ G1 32767 1"/>
              <a:gd name="G3" fmla="*/ G2 1 32767"/>
              <a:gd name="G4" fmla="cos G0 G3"/>
              <a:gd name="G5" fmla="*/ 61 1 2"/>
              <a:gd name="G6" fmla="*/ 1 48365 11520"/>
              <a:gd name="G7" fmla="*/ G6 32767 1"/>
              <a:gd name="G8" fmla="*/ G7 1 32767"/>
              <a:gd name="G9" fmla="sin G5 G8"/>
              <a:gd name="G10" fmla="*/ 61 1 2"/>
              <a:gd name="G11" fmla="+- G10 0 G4"/>
              <a:gd name="G12" fmla="+- G10 G4 0"/>
              <a:gd name="G13" fmla="+- G12 0 0"/>
              <a:gd name="G14" fmla="*/ 61 1 2"/>
              <a:gd name="G15" fmla="+- G14 0 G9"/>
              <a:gd name="G16" fmla="+- G14 G9 0"/>
              <a:gd name="G17" fmla="+- G16 0 0"/>
              <a:gd name="G18" fmla="+- 61 0 0"/>
              <a:gd name="G19" fmla="+- 61 0 0"/>
              <a:gd name="G20" fmla="+- 180 0 0"/>
              <a:gd name="G21" fmla="+- 90 0 0"/>
              <a:gd name="G22" fmla="+- 270 0 0"/>
              <a:gd name="G23" fmla="+- 90 0 0"/>
              <a:gd name="G24" fmla="+- 0 0 0"/>
              <a:gd name="G25" fmla="+- 90 0 0"/>
              <a:gd name="G26" fmla="+- 90 0 0"/>
              <a:gd name="G27" fmla="+- 90 0 0"/>
            </a:gdLst>
            <a:ahLst/>
            <a:cxnLst>
              <a:cxn ang="0">
                <a:pos x="r" y="vc"/>
              </a:cxn>
              <a:cxn ang="5400000">
                <a:pos x="hc" y="b"/>
              </a:cxn>
              <a:cxn ang="10800000">
                <a:pos x="l" y="vc"/>
              </a:cxn>
              <a:cxn ang="16200000">
                <a:pos x="hc" y="t"/>
              </a:cxn>
            </a:cxnLst>
            <a:rect l="0" t="0" r="0" b="0"/>
            <a:pathLst>
              <a:path>
                <a:moveTo>
                  <a:pt x="0" y="31"/>
                </a:moveTo>
                <a:lnTo>
                  <a:pt x="31" y="31"/>
                </a:lnTo>
                <a:lnTo>
                  <a:pt x="180" y="90"/>
                </a:lnTo>
                <a:lnTo>
                  <a:pt x="31" y="31"/>
                </a:lnTo>
                <a:lnTo>
                  <a:pt x="270" y="90"/>
                </a:lnTo>
                <a:close/>
              </a:path>
            </a:pathLst>
          </a:custGeom>
          <a:solidFill>
            <a:srgbClr val="1F1D1B">
              <a:alpha val="7999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de-DE"/>
          </a:p>
        </p:txBody>
      </p:sp>
      <p:sp>
        <p:nvSpPr>
          <p:cNvPr id="3181" name="AutoShape 109">
            <a:extLst>
              <a:ext uri="{FF2B5EF4-FFF2-40B4-BE49-F238E27FC236}">
                <a16:creationId xmlns:a16="http://schemas.microsoft.com/office/drawing/2014/main" id="{19B90AD1-DF44-D69E-5192-CE2BDE5D69F6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85050" y="3292475"/>
            <a:ext cx="25400" cy="25400"/>
          </a:xfrm>
          <a:custGeom>
            <a:avLst/>
            <a:gdLst>
              <a:gd name="G0" fmla="*/ 71 1 2"/>
              <a:gd name="G1" fmla="*/ 1 48365 11520"/>
              <a:gd name="G2" fmla="*/ G1 32767 1"/>
              <a:gd name="G3" fmla="*/ G2 1 32767"/>
              <a:gd name="G4" fmla="cos G0 G3"/>
              <a:gd name="G5" fmla="*/ 71 1 2"/>
              <a:gd name="G6" fmla="*/ 1 48365 11520"/>
              <a:gd name="G7" fmla="*/ G6 32767 1"/>
              <a:gd name="G8" fmla="*/ G7 1 32767"/>
              <a:gd name="G9" fmla="sin G5 G8"/>
              <a:gd name="G10" fmla="*/ 71 1 2"/>
              <a:gd name="G11" fmla="+- G10 0 G4"/>
              <a:gd name="G12" fmla="+- G10 G4 0"/>
              <a:gd name="G13" fmla="+- G12 0 0"/>
              <a:gd name="G14" fmla="*/ 71 1 2"/>
              <a:gd name="G15" fmla="+- G14 0 G9"/>
              <a:gd name="G16" fmla="+- G14 G9 0"/>
              <a:gd name="G17" fmla="+- G16 0 0"/>
              <a:gd name="G18" fmla="+- 71 0 0"/>
              <a:gd name="G19" fmla="+- 71 0 0"/>
              <a:gd name="G20" fmla="+- 180 0 0"/>
              <a:gd name="G21" fmla="+- 90 0 0"/>
              <a:gd name="G22" fmla="+- 270 0 0"/>
              <a:gd name="G23" fmla="+- 90 0 0"/>
              <a:gd name="G24" fmla="+- 0 0 0"/>
              <a:gd name="G25" fmla="+- 90 0 0"/>
              <a:gd name="G26" fmla="+- 90 0 0"/>
              <a:gd name="G27" fmla="+- 90 0 0"/>
            </a:gdLst>
            <a:ahLst/>
            <a:cxnLst>
              <a:cxn ang="0">
                <a:pos x="r" y="vc"/>
              </a:cxn>
              <a:cxn ang="5400000">
                <a:pos x="hc" y="b"/>
              </a:cxn>
              <a:cxn ang="10800000">
                <a:pos x="l" y="vc"/>
              </a:cxn>
              <a:cxn ang="16200000">
                <a:pos x="hc" y="t"/>
              </a:cxn>
            </a:cxnLst>
            <a:rect l="0" t="0" r="0" b="0"/>
            <a:pathLst>
              <a:path>
                <a:moveTo>
                  <a:pt x="0" y="36"/>
                </a:moveTo>
                <a:lnTo>
                  <a:pt x="36" y="36"/>
                </a:lnTo>
                <a:lnTo>
                  <a:pt x="180" y="90"/>
                </a:lnTo>
                <a:lnTo>
                  <a:pt x="36" y="36"/>
                </a:lnTo>
                <a:lnTo>
                  <a:pt x="270" y="90"/>
                </a:lnTo>
                <a:close/>
              </a:path>
            </a:pathLst>
          </a:custGeom>
          <a:solidFill>
            <a:srgbClr val="1F1D1B">
              <a:alpha val="7999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de-DE"/>
          </a:p>
        </p:txBody>
      </p:sp>
      <p:sp>
        <p:nvSpPr>
          <p:cNvPr id="3182" name="AutoShape 110">
            <a:extLst>
              <a:ext uri="{FF2B5EF4-FFF2-40B4-BE49-F238E27FC236}">
                <a16:creationId xmlns:a16="http://schemas.microsoft.com/office/drawing/2014/main" id="{E7E7BA9E-1988-3B19-6D08-7228C332C8D8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2488" y="3235325"/>
            <a:ext cx="25400" cy="25400"/>
          </a:xfrm>
          <a:custGeom>
            <a:avLst/>
            <a:gdLst>
              <a:gd name="G0" fmla="*/ 72 1 2"/>
              <a:gd name="G1" fmla="*/ 1 48365 11520"/>
              <a:gd name="G2" fmla="*/ G1 32767 1"/>
              <a:gd name="G3" fmla="*/ G2 1 32767"/>
              <a:gd name="G4" fmla="cos G0 G3"/>
              <a:gd name="G5" fmla="*/ 72 1 2"/>
              <a:gd name="G6" fmla="*/ 1 48365 11520"/>
              <a:gd name="G7" fmla="*/ G6 32767 1"/>
              <a:gd name="G8" fmla="*/ G7 1 32767"/>
              <a:gd name="G9" fmla="sin G5 G8"/>
              <a:gd name="G10" fmla="*/ 72 1 2"/>
              <a:gd name="G11" fmla="+- G10 0 G4"/>
              <a:gd name="G12" fmla="+- G10 G4 0"/>
              <a:gd name="G13" fmla="+- G12 0 0"/>
              <a:gd name="G14" fmla="*/ 72 1 2"/>
              <a:gd name="G15" fmla="+- G14 0 G9"/>
              <a:gd name="G16" fmla="+- G14 G9 0"/>
              <a:gd name="G17" fmla="+- G16 0 0"/>
              <a:gd name="G18" fmla="+- 72 0 0"/>
              <a:gd name="G19" fmla="+- 72 0 0"/>
              <a:gd name="G20" fmla="+- 180 0 0"/>
              <a:gd name="G21" fmla="+- 90 0 0"/>
              <a:gd name="G22" fmla="+- 270 0 0"/>
              <a:gd name="G23" fmla="+- 90 0 0"/>
              <a:gd name="G24" fmla="+- 0 0 0"/>
              <a:gd name="G25" fmla="+- 90 0 0"/>
              <a:gd name="G26" fmla="+- 90 0 0"/>
              <a:gd name="G27" fmla="+- 90 0 0"/>
            </a:gdLst>
            <a:ahLst/>
            <a:cxnLst>
              <a:cxn ang="0">
                <a:pos x="r" y="vc"/>
              </a:cxn>
              <a:cxn ang="5400000">
                <a:pos x="hc" y="b"/>
              </a:cxn>
              <a:cxn ang="10800000">
                <a:pos x="l" y="vc"/>
              </a:cxn>
              <a:cxn ang="16200000">
                <a:pos x="hc" y="t"/>
              </a:cxn>
            </a:cxnLst>
            <a:rect l="0" t="0" r="0" b="0"/>
            <a:pathLst>
              <a:path>
                <a:moveTo>
                  <a:pt x="0" y="36"/>
                </a:moveTo>
                <a:lnTo>
                  <a:pt x="36" y="36"/>
                </a:lnTo>
                <a:lnTo>
                  <a:pt x="180" y="90"/>
                </a:lnTo>
                <a:lnTo>
                  <a:pt x="36" y="36"/>
                </a:lnTo>
                <a:lnTo>
                  <a:pt x="270" y="90"/>
                </a:lnTo>
                <a:close/>
              </a:path>
            </a:pathLst>
          </a:custGeom>
          <a:solidFill>
            <a:srgbClr val="1F1D1B">
              <a:alpha val="7999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de-DE"/>
          </a:p>
        </p:txBody>
      </p:sp>
      <p:sp>
        <p:nvSpPr>
          <p:cNvPr id="3183" name="AutoShape 111">
            <a:extLst>
              <a:ext uri="{FF2B5EF4-FFF2-40B4-BE49-F238E27FC236}">
                <a16:creationId xmlns:a16="http://schemas.microsoft.com/office/drawing/2014/main" id="{6ED9F9DE-116A-5663-74D9-8E4D4DCF431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25575" y="639763"/>
            <a:ext cx="12700" cy="12700"/>
          </a:xfrm>
          <a:custGeom>
            <a:avLst/>
            <a:gdLst>
              <a:gd name="G0" fmla="*/ 36 1 2"/>
              <a:gd name="G1" fmla="*/ 1 48365 11520"/>
              <a:gd name="G2" fmla="*/ G1 32767 1"/>
              <a:gd name="G3" fmla="*/ G2 1 32767"/>
              <a:gd name="G4" fmla="cos G0 G3"/>
              <a:gd name="G5" fmla="*/ 36 1 2"/>
              <a:gd name="G6" fmla="*/ 1 48365 11520"/>
              <a:gd name="G7" fmla="*/ G6 32767 1"/>
              <a:gd name="G8" fmla="*/ G7 1 32767"/>
              <a:gd name="G9" fmla="sin G5 G8"/>
              <a:gd name="G10" fmla="*/ 36 1 2"/>
              <a:gd name="G11" fmla="+- G10 0 G4"/>
              <a:gd name="G12" fmla="+- G10 G4 0"/>
              <a:gd name="G13" fmla="+- G12 0 0"/>
              <a:gd name="G14" fmla="*/ 36 1 2"/>
              <a:gd name="G15" fmla="+- G14 0 G9"/>
              <a:gd name="G16" fmla="+- G14 G9 0"/>
              <a:gd name="G17" fmla="+- G16 0 0"/>
              <a:gd name="G18" fmla="+- 36 0 0"/>
              <a:gd name="G19" fmla="+- 36 0 0"/>
              <a:gd name="G20" fmla="+- 180 0 0"/>
              <a:gd name="G21" fmla="+- 90 0 0"/>
              <a:gd name="G22" fmla="+- 270 0 0"/>
              <a:gd name="G23" fmla="+- 90 0 0"/>
              <a:gd name="G24" fmla="+- 0 0 0"/>
              <a:gd name="G25" fmla="+- 90 0 0"/>
              <a:gd name="G26" fmla="+- 90 0 0"/>
              <a:gd name="G27" fmla="+- 90 0 0"/>
            </a:gdLst>
            <a:ahLst/>
            <a:cxnLst>
              <a:cxn ang="0">
                <a:pos x="r" y="vc"/>
              </a:cxn>
              <a:cxn ang="5400000">
                <a:pos x="hc" y="b"/>
              </a:cxn>
              <a:cxn ang="10800000">
                <a:pos x="l" y="vc"/>
              </a:cxn>
              <a:cxn ang="16200000">
                <a:pos x="hc" y="t"/>
              </a:cxn>
            </a:cxnLst>
            <a:rect l="0" t="0" r="0" b="0"/>
            <a:pathLst>
              <a:path>
                <a:moveTo>
                  <a:pt x="0" y="18"/>
                </a:moveTo>
                <a:lnTo>
                  <a:pt x="18" y="18"/>
                </a:lnTo>
                <a:lnTo>
                  <a:pt x="180" y="90"/>
                </a:lnTo>
                <a:lnTo>
                  <a:pt x="18" y="18"/>
                </a:lnTo>
                <a:lnTo>
                  <a:pt x="270" y="90"/>
                </a:lnTo>
                <a:close/>
              </a:path>
            </a:pathLst>
          </a:custGeom>
          <a:solidFill>
            <a:srgbClr val="1F1D1B">
              <a:alpha val="7999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de-DE"/>
          </a:p>
        </p:txBody>
      </p:sp>
      <p:sp>
        <p:nvSpPr>
          <p:cNvPr id="3184" name="AutoShape 112">
            <a:extLst>
              <a:ext uri="{FF2B5EF4-FFF2-40B4-BE49-F238E27FC236}">
                <a16:creationId xmlns:a16="http://schemas.microsoft.com/office/drawing/2014/main" id="{E13E49B5-A6E6-E94F-7919-9621766E4C2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06938" y="9756775"/>
            <a:ext cx="26987" cy="26988"/>
          </a:xfrm>
          <a:custGeom>
            <a:avLst/>
            <a:gdLst>
              <a:gd name="G0" fmla="*/ 76 1 2"/>
              <a:gd name="G1" fmla="*/ 1 48365 11520"/>
              <a:gd name="G2" fmla="*/ G1 32767 1"/>
              <a:gd name="G3" fmla="*/ G2 1 32767"/>
              <a:gd name="G4" fmla="cos G0 G3"/>
              <a:gd name="G5" fmla="*/ 76 1 2"/>
              <a:gd name="G6" fmla="*/ 1 48365 11520"/>
              <a:gd name="G7" fmla="*/ G6 32767 1"/>
              <a:gd name="G8" fmla="*/ G7 1 32767"/>
              <a:gd name="G9" fmla="sin G5 G8"/>
              <a:gd name="G10" fmla="*/ 76 1 2"/>
              <a:gd name="G11" fmla="+- G10 0 G4"/>
              <a:gd name="G12" fmla="+- G10 G4 0"/>
              <a:gd name="G13" fmla="+- G12 0 0"/>
              <a:gd name="G14" fmla="*/ 76 1 2"/>
              <a:gd name="G15" fmla="+- G14 0 G9"/>
              <a:gd name="G16" fmla="+- G14 G9 0"/>
              <a:gd name="G17" fmla="+- G16 0 0"/>
              <a:gd name="G18" fmla="+- 76 0 0"/>
              <a:gd name="G19" fmla="+- 76 0 0"/>
              <a:gd name="G20" fmla="+- 180 0 0"/>
              <a:gd name="G21" fmla="+- 90 0 0"/>
              <a:gd name="G22" fmla="+- 270 0 0"/>
              <a:gd name="G23" fmla="+- 90 0 0"/>
              <a:gd name="G24" fmla="+- 0 0 0"/>
              <a:gd name="G25" fmla="+- 90 0 0"/>
              <a:gd name="G26" fmla="+- 90 0 0"/>
              <a:gd name="G27" fmla="+- 90 0 0"/>
            </a:gdLst>
            <a:ahLst/>
            <a:cxnLst>
              <a:cxn ang="0">
                <a:pos x="r" y="vc"/>
              </a:cxn>
              <a:cxn ang="5400000">
                <a:pos x="hc" y="b"/>
              </a:cxn>
              <a:cxn ang="10800000">
                <a:pos x="l" y="vc"/>
              </a:cxn>
              <a:cxn ang="16200000">
                <a:pos x="hc" y="t"/>
              </a:cxn>
            </a:cxnLst>
            <a:rect l="0" t="0" r="0" b="0"/>
            <a:pathLst>
              <a:path>
                <a:moveTo>
                  <a:pt x="0" y="38"/>
                </a:moveTo>
                <a:lnTo>
                  <a:pt x="38" y="38"/>
                </a:lnTo>
                <a:lnTo>
                  <a:pt x="180" y="90"/>
                </a:lnTo>
                <a:lnTo>
                  <a:pt x="38" y="38"/>
                </a:lnTo>
                <a:lnTo>
                  <a:pt x="270" y="90"/>
                </a:lnTo>
                <a:close/>
              </a:path>
            </a:pathLst>
          </a:custGeom>
          <a:solidFill>
            <a:srgbClr val="1F1D1B">
              <a:alpha val="7999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de-DE"/>
          </a:p>
        </p:txBody>
      </p:sp>
      <p:sp>
        <p:nvSpPr>
          <p:cNvPr id="3185" name="AutoShape 113">
            <a:extLst>
              <a:ext uri="{FF2B5EF4-FFF2-40B4-BE49-F238E27FC236}">
                <a16:creationId xmlns:a16="http://schemas.microsoft.com/office/drawing/2014/main" id="{806ACD44-5F5D-BFE3-4D16-A2979078F7E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92850" y="4600575"/>
            <a:ext cx="25400" cy="25400"/>
          </a:xfrm>
          <a:custGeom>
            <a:avLst/>
            <a:gdLst>
              <a:gd name="G0" fmla="*/ 73 1 2"/>
              <a:gd name="G1" fmla="*/ 1 48365 11520"/>
              <a:gd name="G2" fmla="*/ G1 32767 1"/>
              <a:gd name="G3" fmla="*/ G2 1 32767"/>
              <a:gd name="G4" fmla="cos G0 G3"/>
              <a:gd name="G5" fmla="*/ 73 1 2"/>
              <a:gd name="G6" fmla="*/ 1 48365 11520"/>
              <a:gd name="G7" fmla="*/ G6 32767 1"/>
              <a:gd name="G8" fmla="*/ G7 1 32767"/>
              <a:gd name="G9" fmla="sin G5 G8"/>
              <a:gd name="G10" fmla="*/ 73 1 2"/>
              <a:gd name="G11" fmla="+- G10 0 G4"/>
              <a:gd name="G12" fmla="+- G10 G4 0"/>
              <a:gd name="G13" fmla="+- G12 0 0"/>
              <a:gd name="G14" fmla="*/ 73 1 2"/>
              <a:gd name="G15" fmla="+- G14 0 G9"/>
              <a:gd name="G16" fmla="+- G14 G9 0"/>
              <a:gd name="G17" fmla="+- G16 0 0"/>
              <a:gd name="G18" fmla="+- 73 0 0"/>
              <a:gd name="G19" fmla="+- 73 0 0"/>
              <a:gd name="G20" fmla="+- 180 0 0"/>
              <a:gd name="G21" fmla="+- 90 0 0"/>
              <a:gd name="G22" fmla="+- 270 0 0"/>
              <a:gd name="G23" fmla="+- 90 0 0"/>
              <a:gd name="G24" fmla="+- 0 0 0"/>
              <a:gd name="G25" fmla="+- 90 0 0"/>
              <a:gd name="G26" fmla="+- 90 0 0"/>
              <a:gd name="G27" fmla="+- 90 0 0"/>
            </a:gdLst>
            <a:ahLst/>
            <a:cxnLst>
              <a:cxn ang="0">
                <a:pos x="r" y="vc"/>
              </a:cxn>
              <a:cxn ang="5400000">
                <a:pos x="hc" y="b"/>
              </a:cxn>
              <a:cxn ang="10800000">
                <a:pos x="l" y="vc"/>
              </a:cxn>
              <a:cxn ang="16200000">
                <a:pos x="hc" y="t"/>
              </a:cxn>
            </a:cxnLst>
            <a:rect l="0" t="0" r="0" b="0"/>
            <a:pathLst>
              <a:path>
                <a:moveTo>
                  <a:pt x="0" y="37"/>
                </a:moveTo>
                <a:lnTo>
                  <a:pt x="37" y="37"/>
                </a:lnTo>
                <a:lnTo>
                  <a:pt x="180" y="90"/>
                </a:lnTo>
                <a:lnTo>
                  <a:pt x="37" y="37"/>
                </a:lnTo>
                <a:lnTo>
                  <a:pt x="270" y="90"/>
                </a:lnTo>
                <a:close/>
              </a:path>
            </a:pathLst>
          </a:custGeom>
          <a:solidFill>
            <a:srgbClr val="1F1D1B">
              <a:alpha val="7999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de-DE"/>
          </a:p>
        </p:txBody>
      </p:sp>
      <p:sp>
        <p:nvSpPr>
          <p:cNvPr id="3186" name="AutoShape 114">
            <a:extLst>
              <a:ext uri="{FF2B5EF4-FFF2-40B4-BE49-F238E27FC236}">
                <a16:creationId xmlns:a16="http://schemas.microsoft.com/office/drawing/2014/main" id="{8FDE5BE2-A68B-13A5-F4A8-09B740C9812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85938" y="9478963"/>
            <a:ext cx="15875" cy="15875"/>
          </a:xfrm>
          <a:custGeom>
            <a:avLst/>
            <a:gdLst>
              <a:gd name="G0" fmla="*/ 45 1 2"/>
              <a:gd name="G1" fmla="*/ 1 48365 11520"/>
              <a:gd name="G2" fmla="*/ G1 32767 1"/>
              <a:gd name="G3" fmla="*/ G2 1 32767"/>
              <a:gd name="G4" fmla="cos G0 G3"/>
              <a:gd name="G5" fmla="*/ 45 1 2"/>
              <a:gd name="G6" fmla="*/ 1 48365 11520"/>
              <a:gd name="G7" fmla="*/ G6 32767 1"/>
              <a:gd name="G8" fmla="*/ G7 1 32767"/>
              <a:gd name="G9" fmla="sin G5 G8"/>
              <a:gd name="G10" fmla="*/ 45 1 2"/>
              <a:gd name="G11" fmla="+- G10 0 G4"/>
              <a:gd name="G12" fmla="+- G10 G4 0"/>
              <a:gd name="G13" fmla="+- G12 0 0"/>
              <a:gd name="G14" fmla="*/ 45 1 2"/>
              <a:gd name="G15" fmla="+- G14 0 G9"/>
              <a:gd name="G16" fmla="+- G14 G9 0"/>
              <a:gd name="G17" fmla="+- G16 0 0"/>
              <a:gd name="G18" fmla="+- 45 0 0"/>
              <a:gd name="G19" fmla="+- 45 0 0"/>
              <a:gd name="G20" fmla="+- 180 0 0"/>
              <a:gd name="G21" fmla="+- 90 0 0"/>
              <a:gd name="G22" fmla="+- 270 0 0"/>
              <a:gd name="G23" fmla="+- 90 0 0"/>
              <a:gd name="G24" fmla="+- 0 0 0"/>
              <a:gd name="G25" fmla="+- 90 0 0"/>
              <a:gd name="G26" fmla="+- 90 0 0"/>
              <a:gd name="G27" fmla="+- 90 0 0"/>
            </a:gdLst>
            <a:ahLst/>
            <a:cxnLst>
              <a:cxn ang="0">
                <a:pos x="r" y="vc"/>
              </a:cxn>
              <a:cxn ang="5400000">
                <a:pos x="hc" y="b"/>
              </a:cxn>
              <a:cxn ang="10800000">
                <a:pos x="l" y="vc"/>
              </a:cxn>
              <a:cxn ang="16200000">
                <a:pos x="hc" y="t"/>
              </a:cxn>
            </a:cxnLst>
            <a:rect l="0" t="0" r="0" b="0"/>
            <a:pathLst>
              <a:path>
                <a:moveTo>
                  <a:pt x="0" y="23"/>
                </a:moveTo>
                <a:lnTo>
                  <a:pt x="23" y="23"/>
                </a:lnTo>
                <a:lnTo>
                  <a:pt x="180" y="90"/>
                </a:lnTo>
                <a:lnTo>
                  <a:pt x="23" y="23"/>
                </a:lnTo>
                <a:lnTo>
                  <a:pt x="270" y="90"/>
                </a:lnTo>
                <a:close/>
              </a:path>
            </a:pathLst>
          </a:custGeom>
          <a:solidFill>
            <a:srgbClr val="1F1D1B">
              <a:alpha val="7999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de-DE"/>
          </a:p>
        </p:txBody>
      </p:sp>
      <p:sp>
        <p:nvSpPr>
          <p:cNvPr id="3187" name="AutoShape 115">
            <a:extLst>
              <a:ext uri="{FF2B5EF4-FFF2-40B4-BE49-F238E27FC236}">
                <a16:creationId xmlns:a16="http://schemas.microsoft.com/office/drawing/2014/main" id="{D007B1CF-0BC7-2D9C-D35D-1526597259C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71663" y="8466138"/>
            <a:ext cx="20637" cy="20637"/>
          </a:xfrm>
          <a:custGeom>
            <a:avLst/>
            <a:gdLst>
              <a:gd name="G0" fmla="*/ 57 1 2"/>
              <a:gd name="G1" fmla="*/ 1 48365 11520"/>
              <a:gd name="G2" fmla="*/ G1 32767 1"/>
              <a:gd name="G3" fmla="*/ G2 1 32767"/>
              <a:gd name="G4" fmla="cos G0 G3"/>
              <a:gd name="G5" fmla="*/ 57 1 2"/>
              <a:gd name="G6" fmla="*/ 1 48365 11520"/>
              <a:gd name="G7" fmla="*/ G6 32767 1"/>
              <a:gd name="G8" fmla="*/ G7 1 32767"/>
              <a:gd name="G9" fmla="sin G5 G8"/>
              <a:gd name="G10" fmla="*/ 57 1 2"/>
              <a:gd name="G11" fmla="+- G10 0 G4"/>
              <a:gd name="G12" fmla="+- G10 G4 0"/>
              <a:gd name="G13" fmla="+- G12 0 0"/>
              <a:gd name="G14" fmla="*/ 57 1 2"/>
              <a:gd name="G15" fmla="+- G14 0 G9"/>
              <a:gd name="G16" fmla="+- G14 G9 0"/>
              <a:gd name="G17" fmla="+- G16 0 0"/>
              <a:gd name="G18" fmla="+- 57 0 0"/>
              <a:gd name="G19" fmla="+- 57 0 0"/>
              <a:gd name="G20" fmla="+- 180 0 0"/>
              <a:gd name="G21" fmla="+- 90 0 0"/>
              <a:gd name="G22" fmla="+- 270 0 0"/>
              <a:gd name="G23" fmla="+- 90 0 0"/>
              <a:gd name="G24" fmla="+- 0 0 0"/>
              <a:gd name="G25" fmla="+- 90 0 0"/>
              <a:gd name="G26" fmla="+- 90 0 0"/>
              <a:gd name="G27" fmla="+- 90 0 0"/>
            </a:gdLst>
            <a:ahLst/>
            <a:cxnLst>
              <a:cxn ang="0">
                <a:pos x="r" y="vc"/>
              </a:cxn>
              <a:cxn ang="5400000">
                <a:pos x="hc" y="b"/>
              </a:cxn>
              <a:cxn ang="10800000">
                <a:pos x="l" y="vc"/>
              </a:cxn>
              <a:cxn ang="16200000">
                <a:pos x="hc" y="t"/>
              </a:cxn>
            </a:cxnLst>
            <a:rect l="0" t="0" r="0" b="0"/>
            <a:pathLst>
              <a:path>
                <a:moveTo>
                  <a:pt x="0" y="29"/>
                </a:moveTo>
                <a:lnTo>
                  <a:pt x="29" y="29"/>
                </a:lnTo>
                <a:lnTo>
                  <a:pt x="180" y="90"/>
                </a:lnTo>
                <a:lnTo>
                  <a:pt x="29" y="29"/>
                </a:lnTo>
                <a:lnTo>
                  <a:pt x="270" y="90"/>
                </a:lnTo>
                <a:close/>
              </a:path>
            </a:pathLst>
          </a:custGeom>
          <a:solidFill>
            <a:srgbClr val="1F1D1B">
              <a:alpha val="7999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de-DE"/>
          </a:p>
        </p:txBody>
      </p:sp>
      <p:sp>
        <p:nvSpPr>
          <p:cNvPr id="3188" name="AutoShape 116">
            <a:extLst>
              <a:ext uri="{FF2B5EF4-FFF2-40B4-BE49-F238E27FC236}">
                <a16:creationId xmlns:a16="http://schemas.microsoft.com/office/drawing/2014/main" id="{44849AB4-D3F0-587C-0961-CA34D13225E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47888" y="5754688"/>
            <a:ext cx="12700" cy="12700"/>
          </a:xfrm>
          <a:custGeom>
            <a:avLst/>
            <a:gdLst>
              <a:gd name="G0" fmla="*/ 38 1 2"/>
              <a:gd name="G1" fmla="*/ 1 48365 11520"/>
              <a:gd name="G2" fmla="*/ G1 32767 1"/>
              <a:gd name="G3" fmla="*/ G2 1 32767"/>
              <a:gd name="G4" fmla="cos G0 G3"/>
              <a:gd name="G5" fmla="*/ 38 1 2"/>
              <a:gd name="G6" fmla="*/ 1 48365 11520"/>
              <a:gd name="G7" fmla="*/ G6 32767 1"/>
              <a:gd name="G8" fmla="*/ G7 1 32767"/>
              <a:gd name="G9" fmla="sin G5 G8"/>
              <a:gd name="G10" fmla="*/ 38 1 2"/>
              <a:gd name="G11" fmla="+- G10 0 G4"/>
              <a:gd name="G12" fmla="+- G10 G4 0"/>
              <a:gd name="G13" fmla="+- G12 0 0"/>
              <a:gd name="G14" fmla="*/ 38 1 2"/>
              <a:gd name="G15" fmla="+- G14 0 G9"/>
              <a:gd name="G16" fmla="+- G14 G9 0"/>
              <a:gd name="G17" fmla="+- G16 0 0"/>
              <a:gd name="G18" fmla="+- 38 0 0"/>
              <a:gd name="G19" fmla="+- 38 0 0"/>
              <a:gd name="G20" fmla="+- 180 0 0"/>
              <a:gd name="G21" fmla="+- 90 0 0"/>
              <a:gd name="G22" fmla="+- 270 0 0"/>
              <a:gd name="G23" fmla="+- 90 0 0"/>
              <a:gd name="G24" fmla="+- 0 0 0"/>
              <a:gd name="G25" fmla="+- 90 0 0"/>
              <a:gd name="G26" fmla="+- 90 0 0"/>
              <a:gd name="G27" fmla="+- 90 0 0"/>
            </a:gdLst>
            <a:ahLst/>
            <a:cxnLst>
              <a:cxn ang="0">
                <a:pos x="r" y="vc"/>
              </a:cxn>
              <a:cxn ang="5400000">
                <a:pos x="hc" y="b"/>
              </a:cxn>
              <a:cxn ang="10800000">
                <a:pos x="l" y="vc"/>
              </a:cxn>
              <a:cxn ang="16200000">
                <a:pos x="hc" y="t"/>
              </a:cxn>
            </a:cxnLst>
            <a:rect l="0" t="0" r="0" b="0"/>
            <a:pathLst>
              <a:path>
                <a:moveTo>
                  <a:pt x="0" y="19"/>
                </a:moveTo>
                <a:lnTo>
                  <a:pt x="19" y="19"/>
                </a:lnTo>
                <a:lnTo>
                  <a:pt x="180" y="90"/>
                </a:lnTo>
                <a:lnTo>
                  <a:pt x="19" y="19"/>
                </a:lnTo>
                <a:lnTo>
                  <a:pt x="270" y="90"/>
                </a:lnTo>
                <a:close/>
              </a:path>
            </a:pathLst>
          </a:custGeom>
          <a:solidFill>
            <a:srgbClr val="1F1D1B">
              <a:alpha val="7999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de-DE"/>
          </a:p>
        </p:txBody>
      </p:sp>
      <p:sp>
        <p:nvSpPr>
          <p:cNvPr id="3189" name="AutoShape 117">
            <a:extLst>
              <a:ext uri="{FF2B5EF4-FFF2-40B4-BE49-F238E27FC236}">
                <a16:creationId xmlns:a16="http://schemas.microsoft.com/office/drawing/2014/main" id="{400A6F90-A1E0-466B-963C-149A7A2B377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61038" y="5535613"/>
            <a:ext cx="19050" cy="19050"/>
          </a:xfrm>
          <a:custGeom>
            <a:avLst/>
            <a:gdLst>
              <a:gd name="G0" fmla="*/ 52 1 2"/>
              <a:gd name="G1" fmla="*/ 1 48365 11520"/>
              <a:gd name="G2" fmla="*/ G1 32767 1"/>
              <a:gd name="G3" fmla="*/ G2 1 32767"/>
              <a:gd name="G4" fmla="cos G0 G3"/>
              <a:gd name="G5" fmla="*/ 52 1 2"/>
              <a:gd name="G6" fmla="*/ 1 48365 11520"/>
              <a:gd name="G7" fmla="*/ G6 32767 1"/>
              <a:gd name="G8" fmla="*/ G7 1 32767"/>
              <a:gd name="G9" fmla="sin G5 G8"/>
              <a:gd name="G10" fmla="*/ 52 1 2"/>
              <a:gd name="G11" fmla="+- G10 0 G4"/>
              <a:gd name="G12" fmla="+- G10 G4 0"/>
              <a:gd name="G13" fmla="+- G12 0 0"/>
              <a:gd name="G14" fmla="*/ 52 1 2"/>
              <a:gd name="G15" fmla="+- G14 0 G9"/>
              <a:gd name="G16" fmla="+- G14 G9 0"/>
              <a:gd name="G17" fmla="+- G16 0 0"/>
              <a:gd name="G18" fmla="+- 52 0 0"/>
              <a:gd name="G19" fmla="+- 52 0 0"/>
              <a:gd name="G20" fmla="+- 180 0 0"/>
              <a:gd name="G21" fmla="+- 90 0 0"/>
              <a:gd name="G22" fmla="+- 270 0 0"/>
              <a:gd name="G23" fmla="+- 90 0 0"/>
              <a:gd name="G24" fmla="+- 0 0 0"/>
              <a:gd name="G25" fmla="+- 90 0 0"/>
              <a:gd name="G26" fmla="+- 90 0 0"/>
              <a:gd name="G27" fmla="+- 90 0 0"/>
            </a:gdLst>
            <a:ahLst/>
            <a:cxnLst>
              <a:cxn ang="0">
                <a:pos x="r" y="vc"/>
              </a:cxn>
              <a:cxn ang="5400000">
                <a:pos x="hc" y="b"/>
              </a:cxn>
              <a:cxn ang="10800000">
                <a:pos x="l" y="vc"/>
              </a:cxn>
              <a:cxn ang="16200000">
                <a:pos x="hc" y="t"/>
              </a:cxn>
            </a:cxnLst>
            <a:rect l="0" t="0" r="0" b="0"/>
            <a:pathLst>
              <a:path>
                <a:moveTo>
                  <a:pt x="0" y="26"/>
                </a:moveTo>
                <a:lnTo>
                  <a:pt x="26" y="26"/>
                </a:lnTo>
                <a:lnTo>
                  <a:pt x="180" y="90"/>
                </a:lnTo>
                <a:lnTo>
                  <a:pt x="26" y="26"/>
                </a:lnTo>
                <a:lnTo>
                  <a:pt x="270" y="90"/>
                </a:lnTo>
                <a:close/>
              </a:path>
            </a:pathLst>
          </a:custGeom>
          <a:solidFill>
            <a:srgbClr val="1F1D1B">
              <a:alpha val="7999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de-DE"/>
          </a:p>
        </p:txBody>
      </p:sp>
      <p:sp>
        <p:nvSpPr>
          <p:cNvPr id="3190" name="AutoShape 118">
            <a:extLst>
              <a:ext uri="{FF2B5EF4-FFF2-40B4-BE49-F238E27FC236}">
                <a16:creationId xmlns:a16="http://schemas.microsoft.com/office/drawing/2014/main" id="{C9B7816B-449F-A4FE-FE9B-594E4C9B71B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3588" y="1938338"/>
            <a:ext cx="25400" cy="25400"/>
          </a:xfrm>
          <a:custGeom>
            <a:avLst/>
            <a:gdLst>
              <a:gd name="G0" fmla="*/ 72 1 2"/>
              <a:gd name="G1" fmla="*/ 1 48365 11520"/>
              <a:gd name="G2" fmla="*/ G1 32767 1"/>
              <a:gd name="G3" fmla="*/ G2 1 32767"/>
              <a:gd name="G4" fmla="cos G0 G3"/>
              <a:gd name="G5" fmla="*/ 72 1 2"/>
              <a:gd name="G6" fmla="*/ 1 48365 11520"/>
              <a:gd name="G7" fmla="*/ G6 32767 1"/>
              <a:gd name="G8" fmla="*/ G7 1 32767"/>
              <a:gd name="G9" fmla="sin G5 G8"/>
              <a:gd name="G10" fmla="*/ 72 1 2"/>
              <a:gd name="G11" fmla="+- G10 0 G4"/>
              <a:gd name="G12" fmla="+- G10 G4 0"/>
              <a:gd name="G13" fmla="+- G12 0 0"/>
              <a:gd name="G14" fmla="*/ 72 1 2"/>
              <a:gd name="G15" fmla="+- G14 0 G9"/>
              <a:gd name="G16" fmla="+- G14 G9 0"/>
              <a:gd name="G17" fmla="+- G16 0 0"/>
              <a:gd name="G18" fmla="+- 72 0 0"/>
              <a:gd name="G19" fmla="+- 72 0 0"/>
              <a:gd name="G20" fmla="+- 180 0 0"/>
              <a:gd name="G21" fmla="+- 90 0 0"/>
              <a:gd name="G22" fmla="+- 270 0 0"/>
              <a:gd name="G23" fmla="+- 90 0 0"/>
              <a:gd name="G24" fmla="+- 0 0 0"/>
              <a:gd name="G25" fmla="+- 90 0 0"/>
              <a:gd name="G26" fmla="+- 90 0 0"/>
              <a:gd name="G27" fmla="+- 90 0 0"/>
            </a:gdLst>
            <a:ahLst/>
            <a:cxnLst>
              <a:cxn ang="0">
                <a:pos x="r" y="vc"/>
              </a:cxn>
              <a:cxn ang="5400000">
                <a:pos x="hc" y="b"/>
              </a:cxn>
              <a:cxn ang="10800000">
                <a:pos x="l" y="vc"/>
              </a:cxn>
              <a:cxn ang="16200000">
                <a:pos x="hc" y="t"/>
              </a:cxn>
            </a:cxnLst>
            <a:rect l="0" t="0" r="0" b="0"/>
            <a:pathLst>
              <a:path>
                <a:moveTo>
                  <a:pt x="0" y="36"/>
                </a:moveTo>
                <a:lnTo>
                  <a:pt x="36" y="36"/>
                </a:lnTo>
                <a:lnTo>
                  <a:pt x="180" y="90"/>
                </a:lnTo>
                <a:lnTo>
                  <a:pt x="36" y="36"/>
                </a:lnTo>
                <a:lnTo>
                  <a:pt x="270" y="90"/>
                </a:lnTo>
                <a:close/>
              </a:path>
            </a:pathLst>
          </a:custGeom>
          <a:solidFill>
            <a:srgbClr val="1F1D1B">
              <a:alpha val="7999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de-DE"/>
          </a:p>
        </p:txBody>
      </p:sp>
      <p:sp>
        <p:nvSpPr>
          <p:cNvPr id="3191" name="AutoShape 119">
            <a:extLst>
              <a:ext uri="{FF2B5EF4-FFF2-40B4-BE49-F238E27FC236}">
                <a16:creationId xmlns:a16="http://schemas.microsoft.com/office/drawing/2014/main" id="{28BE34F7-FE3A-8D44-8154-A30D05189B8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89563" y="9215438"/>
            <a:ext cx="25400" cy="25400"/>
          </a:xfrm>
          <a:custGeom>
            <a:avLst/>
            <a:gdLst>
              <a:gd name="G0" fmla="*/ 72 1 2"/>
              <a:gd name="G1" fmla="*/ 1 48365 11520"/>
              <a:gd name="G2" fmla="*/ G1 32767 1"/>
              <a:gd name="G3" fmla="*/ G2 1 32767"/>
              <a:gd name="G4" fmla="cos G0 G3"/>
              <a:gd name="G5" fmla="*/ 72 1 2"/>
              <a:gd name="G6" fmla="*/ 1 48365 11520"/>
              <a:gd name="G7" fmla="*/ G6 32767 1"/>
              <a:gd name="G8" fmla="*/ G7 1 32767"/>
              <a:gd name="G9" fmla="sin G5 G8"/>
              <a:gd name="G10" fmla="*/ 72 1 2"/>
              <a:gd name="G11" fmla="+- G10 0 G4"/>
              <a:gd name="G12" fmla="+- G10 G4 0"/>
              <a:gd name="G13" fmla="+- G12 0 0"/>
              <a:gd name="G14" fmla="*/ 72 1 2"/>
              <a:gd name="G15" fmla="+- G14 0 G9"/>
              <a:gd name="G16" fmla="+- G14 G9 0"/>
              <a:gd name="G17" fmla="+- G16 0 0"/>
              <a:gd name="G18" fmla="+- 72 0 0"/>
              <a:gd name="G19" fmla="+- 72 0 0"/>
              <a:gd name="G20" fmla="+- 180 0 0"/>
              <a:gd name="G21" fmla="+- 90 0 0"/>
              <a:gd name="G22" fmla="+- 270 0 0"/>
              <a:gd name="G23" fmla="+- 90 0 0"/>
              <a:gd name="G24" fmla="+- 0 0 0"/>
              <a:gd name="G25" fmla="+- 90 0 0"/>
              <a:gd name="G26" fmla="+- 90 0 0"/>
              <a:gd name="G27" fmla="+- 90 0 0"/>
            </a:gdLst>
            <a:ahLst/>
            <a:cxnLst>
              <a:cxn ang="0">
                <a:pos x="r" y="vc"/>
              </a:cxn>
              <a:cxn ang="5400000">
                <a:pos x="hc" y="b"/>
              </a:cxn>
              <a:cxn ang="10800000">
                <a:pos x="l" y="vc"/>
              </a:cxn>
              <a:cxn ang="16200000">
                <a:pos x="hc" y="t"/>
              </a:cxn>
            </a:cxnLst>
            <a:rect l="0" t="0" r="0" b="0"/>
            <a:pathLst>
              <a:path>
                <a:moveTo>
                  <a:pt x="0" y="36"/>
                </a:moveTo>
                <a:lnTo>
                  <a:pt x="36" y="36"/>
                </a:lnTo>
                <a:lnTo>
                  <a:pt x="180" y="90"/>
                </a:lnTo>
                <a:lnTo>
                  <a:pt x="36" y="36"/>
                </a:lnTo>
                <a:lnTo>
                  <a:pt x="270" y="90"/>
                </a:lnTo>
                <a:close/>
              </a:path>
            </a:pathLst>
          </a:custGeom>
          <a:solidFill>
            <a:srgbClr val="1F1D1B">
              <a:alpha val="7999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de-DE"/>
          </a:p>
        </p:txBody>
      </p:sp>
      <p:sp>
        <p:nvSpPr>
          <p:cNvPr id="3192" name="AutoShape 120">
            <a:extLst>
              <a:ext uri="{FF2B5EF4-FFF2-40B4-BE49-F238E27FC236}">
                <a16:creationId xmlns:a16="http://schemas.microsoft.com/office/drawing/2014/main" id="{420F2A07-14A5-FEA0-01F5-6A0D224ADDB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7638" y="1381125"/>
            <a:ext cx="25400" cy="25400"/>
          </a:xfrm>
          <a:custGeom>
            <a:avLst/>
            <a:gdLst>
              <a:gd name="G0" fmla="*/ 70 1 2"/>
              <a:gd name="G1" fmla="*/ 1 48365 11520"/>
              <a:gd name="G2" fmla="*/ G1 32767 1"/>
              <a:gd name="G3" fmla="*/ G2 1 32767"/>
              <a:gd name="G4" fmla="cos G0 G3"/>
              <a:gd name="G5" fmla="*/ 70 1 2"/>
              <a:gd name="G6" fmla="*/ 1 48365 11520"/>
              <a:gd name="G7" fmla="*/ G6 32767 1"/>
              <a:gd name="G8" fmla="*/ G7 1 32767"/>
              <a:gd name="G9" fmla="sin G5 G8"/>
              <a:gd name="G10" fmla="*/ 70 1 2"/>
              <a:gd name="G11" fmla="+- G10 0 G4"/>
              <a:gd name="G12" fmla="+- G10 G4 0"/>
              <a:gd name="G13" fmla="+- G12 0 0"/>
              <a:gd name="G14" fmla="*/ 70 1 2"/>
              <a:gd name="G15" fmla="+- G14 0 G9"/>
              <a:gd name="G16" fmla="+- G14 G9 0"/>
              <a:gd name="G17" fmla="+- G16 0 0"/>
              <a:gd name="G18" fmla="+- 70 0 0"/>
              <a:gd name="G19" fmla="+- 70 0 0"/>
              <a:gd name="G20" fmla="+- 180 0 0"/>
              <a:gd name="G21" fmla="+- 90 0 0"/>
              <a:gd name="G22" fmla="+- 270 0 0"/>
              <a:gd name="G23" fmla="+- 90 0 0"/>
              <a:gd name="G24" fmla="+- 0 0 0"/>
              <a:gd name="G25" fmla="+- 90 0 0"/>
              <a:gd name="G26" fmla="+- 90 0 0"/>
              <a:gd name="G27" fmla="+- 90 0 0"/>
            </a:gdLst>
            <a:ahLst/>
            <a:cxnLst>
              <a:cxn ang="0">
                <a:pos x="r" y="vc"/>
              </a:cxn>
              <a:cxn ang="5400000">
                <a:pos x="hc" y="b"/>
              </a:cxn>
              <a:cxn ang="10800000">
                <a:pos x="l" y="vc"/>
              </a:cxn>
              <a:cxn ang="16200000">
                <a:pos x="hc" y="t"/>
              </a:cxn>
            </a:cxnLst>
            <a:rect l="0" t="0" r="0" b="0"/>
            <a:pathLst>
              <a:path>
                <a:moveTo>
                  <a:pt x="0" y="35"/>
                </a:moveTo>
                <a:lnTo>
                  <a:pt x="35" y="35"/>
                </a:lnTo>
                <a:lnTo>
                  <a:pt x="180" y="90"/>
                </a:lnTo>
                <a:lnTo>
                  <a:pt x="35" y="35"/>
                </a:lnTo>
                <a:lnTo>
                  <a:pt x="270" y="90"/>
                </a:lnTo>
                <a:close/>
              </a:path>
            </a:pathLst>
          </a:custGeom>
          <a:solidFill>
            <a:srgbClr val="1F1D1B">
              <a:alpha val="7999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de-DE"/>
          </a:p>
        </p:txBody>
      </p:sp>
      <p:sp>
        <p:nvSpPr>
          <p:cNvPr id="3193" name="AutoShape 121">
            <a:extLst>
              <a:ext uri="{FF2B5EF4-FFF2-40B4-BE49-F238E27FC236}">
                <a16:creationId xmlns:a16="http://schemas.microsoft.com/office/drawing/2014/main" id="{37E85954-F88E-073C-2655-2D45975B2F6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71838" y="2744788"/>
            <a:ext cx="14287" cy="14287"/>
          </a:xfrm>
          <a:custGeom>
            <a:avLst/>
            <a:gdLst>
              <a:gd name="G0" fmla="*/ 40 1 2"/>
              <a:gd name="G1" fmla="*/ 1 48365 11520"/>
              <a:gd name="G2" fmla="*/ G1 32767 1"/>
              <a:gd name="G3" fmla="*/ G2 1 32767"/>
              <a:gd name="G4" fmla="cos G0 G3"/>
              <a:gd name="G5" fmla="*/ 40 1 2"/>
              <a:gd name="G6" fmla="*/ 1 48365 11520"/>
              <a:gd name="G7" fmla="*/ G6 32767 1"/>
              <a:gd name="G8" fmla="*/ G7 1 32767"/>
              <a:gd name="G9" fmla="sin G5 G8"/>
              <a:gd name="G10" fmla="*/ 40 1 2"/>
              <a:gd name="G11" fmla="+- G10 0 G4"/>
              <a:gd name="G12" fmla="+- G10 G4 0"/>
              <a:gd name="G13" fmla="+- G12 0 0"/>
              <a:gd name="G14" fmla="*/ 40 1 2"/>
              <a:gd name="G15" fmla="+- G14 0 G9"/>
              <a:gd name="G16" fmla="+- G14 G9 0"/>
              <a:gd name="G17" fmla="+- G16 0 0"/>
              <a:gd name="G18" fmla="+- 40 0 0"/>
              <a:gd name="G19" fmla="+- 40 0 0"/>
              <a:gd name="G20" fmla="+- 180 0 0"/>
              <a:gd name="G21" fmla="+- 90 0 0"/>
              <a:gd name="G22" fmla="+- 270 0 0"/>
              <a:gd name="G23" fmla="+- 90 0 0"/>
              <a:gd name="G24" fmla="+- 0 0 0"/>
              <a:gd name="G25" fmla="+- 90 0 0"/>
              <a:gd name="G26" fmla="+- 90 0 0"/>
              <a:gd name="G27" fmla="+- 90 0 0"/>
            </a:gdLst>
            <a:ahLst/>
            <a:cxnLst>
              <a:cxn ang="0">
                <a:pos x="r" y="vc"/>
              </a:cxn>
              <a:cxn ang="5400000">
                <a:pos x="hc" y="b"/>
              </a:cxn>
              <a:cxn ang="10800000">
                <a:pos x="l" y="vc"/>
              </a:cxn>
              <a:cxn ang="16200000">
                <a:pos x="hc" y="t"/>
              </a:cxn>
            </a:cxnLst>
            <a:rect l="0" t="0" r="0" b="0"/>
            <a:pathLst>
              <a:path>
                <a:moveTo>
                  <a:pt x="0" y="20"/>
                </a:moveTo>
                <a:lnTo>
                  <a:pt x="20" y="20"/>
                </a:lnTo>
                <a:lnTo>
                  <a:pt x="180" y="90"/>
                </a:lnTo>
                <a:lnTo>
                  <a:pt x="20" y="20"/>
                </a:lnTo>
                <a:lnTo>
                  <a:pt x="270" y="90"/>
                </a:lnTo>
                <a:close/>
              </a:path>
            </a:pathLst>
          </a:custGeom>
          <a:solidFill>
            <a:srgbClr val="1F1D1B">
              <a:alpha val="7999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de-DE"/>
          </a:p>
        </p:txBody>
      </p:sp>
      <p:sp>
        <p:nvSpPr>
          <p:cNvPr id="3194" name="AutoShape 122">
            <a:extLst>
              <a:ext uri="{FF2B5EF4-FFF2-40B4-BE49-F238E27FC236}">
                <a16:creationId xmlns:a16="http://schemas.microsoft.com/office/drawing/2014/main" id="{313D4923-86BA-0760-870A-0CB5EE713DC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16225" y="7437438"/>
            <a:ext cx="15875" cy="15875"/>
          </a:xfrm>
          <a:custGeom>
            <a:avLst/>
            <a:gdLst>
              <a:gd name="G0" fmla="*/ 47 1 2"/>
              <a:gd name="G1" fmla="*/ 1 48365 11520"/>
              <a:gd name="G2" fmla="*/ G1 32767 1"/>
              <a:gd name="G3" fmla="*/ G2 1 32767"/>
              <a:gd name="G4" fmla="cos G0 G3"/>
              <a:gd name="G5" fmla="*/ 47 1 2"/>
              <a:gd name="G6" fmla="*/ 1 48365 11520"/>
              <a:gd name="G7" fmla="*/ G6 32767 1"/>
              <a:gd name="G8" fmla="*/ G7 1 32767"/>
              <a:gd name="G9" fmla="sin G5 G8"/>
              <a:gd name="G10" fmla="*/ 47 1 2"/>
              <a:gd name="G11" fmla="+- G10 0 G4"/>
              <a:gd name="G12" fmla="+- G10 G4 0"/>
              <a:gd name="G13" fmla="+- G12 0 0"/>
              <a:gd name="G14" fmla="*/ 47 1 2"/>
              <a:gd name="G15" fmla="+- G14 0 G9"/>
              <a:gd name="G16" fmla="+- G14 G9 0"/>
              <a:gd name="G17" fmla="+- G16 0 0"/>
              <a:gd name="G18" fmla="+- 47 0 0"/>
              <a:gd name="G19" fmla="+- 47 0 0"/>
              <a:gd name="G20" fmla="+- 180 0 0"/>
              <a:gd name="G21" fmla="+- 90 0 0"/>
              <a:gd name="G22" fmla="+- 270 0 0"/>
              <a:gd name="G23" fmla="+- 90 0 0"/>
              <a:gd name="G24" fmla="+- 0 0 0"/>
              <a:gd name="G25" fmla="+- 90 0 0"/>
              <a:gd name="G26" fmla="+- 90 0 0"/>
              <a:gd name="G27" fmla="+- 90 0 0"/>
            </a:gdLst>
            <a:ahLst/>
            <a:cxnLst>
              <a:cxn ang="0">
                <a:pos x="r" y="vc"/>
              </a:cxn>
              <a:cxn ang="5400000">
                <a:pos x="hc" y="b"/>
              </a:cxn>
              <a:cxn ang="10800000">
                <a:pos x="l" y="vc"/>
              </a:cxn>
              <a:cxn ang="16200000">
                <a:pos x="hc" y="t"/>
              </a:cxn>
            </a:cxnLst>
            <a:rect l="0" t="0" r="0" b="0"/>
            <a:pathLst>
              <a:path>
                <a:moveTo>
                  <a:pt x="0" y="24"/>
                </a:moveTo>
                <a:lnTo>
                  <a:pt x="24" y="24"/>
                </a:lnTo>
                <a:lnTo>
                  <a:pt x="180" y="90"/>
                </a:lnTo>
                <a:lnTo>
                  <a:pt x="24" y="24"/>
                </a:lnTo>
                <a:lnTo>
                  <a:pt x="270" y="90"/>
                </a:lnTo>
                <a:close/>
              </a:path>
            </a:pathLst>
          </a:custGeom>
          <a:solidFill>
            <a:srgbClr val="1F1D1B">
              <a:alpha val="7999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de-DE"/>
          </a:p>
        </p:txBody>
      </p:sp>
      <p:sp>
        <p:nvSpPr>
          <p:cNvPr id="3195" name="AutoShape 123">
            <a:extLst>
              <a:ext uri="{FF2B5EF4-FFF2-40B4-BE49-F238E27FC236}">
                <a16:creationId xmlns:a16="http://schemas.microsoft.com/office/drawing/2014/main" id="{D6B9B361-7F01-0B5A-C31E-CBC30EC45C7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22463" y="9591675"/>
            <a:ext cx="22225" cy="22225"/>
          </a:xfrm>
          <a:custGeom>
            <a:avLst/>
            <a:gdLst>
              <a:gd name="G0" fmla="*/ 64 1 2"/>
              <a:gd name="G1" fmla="*/ 1 48365 11520"/>
              <a:gd name="G2" fmla="*/ G1 32767 1"/>
              <a:gd name="G3" fmla="*/ G2 1 32767"/>
              <a:gd name="G4" fmla="cos G0 G3"/>
              <a:gd name="G5" fmla="*/ 64 1 2"/>
              <a:gd name="G6" fmla="*/ 1 48365 11520"/>
              <a:gd name="G7" fmla="*/ G6 32767 1"/>
              <a:gd name="G8" fmla="*/ G7 1 32767"/>
              <a:gd name="G9" fmla="sin G5 G8"/>
              <a:gd name="G10" fmla="*/ 64 1 2"/>
              <a:gd name="G11" fmla="+- G10 0 G4"/>
              <a:gd name="G12" fmla="+- G10 G4 0"/>
              <a:gd name="G13" fmla="+- G12 0 0"/>
              <a:gd name="G14" fmla="*/ 64 1 2"/>
              <a:gd name="G15" fmla="+- G14 0 G9"/>
              <a:gd name="G16" fmla="+- G14 G9 0"/>
              <a:gd name="G17" fmla="+- G16 0 0"/>
              <a:gd name="G18" fmla="+- 64 0 0"/>
              <a:gd name="G19" fmla="+- 64 0 0"/>
              <a:gd name="G20" fmla="+- 180 0 0"/>
              <a:gd name="G21" fmla="+- 90 0 0"/>
              <a:gd name="G22" fmla="+- 270 0 0"/>
              <a:gd name="G23" fmla="+- 90 0 0"/>
              <a:gd name="G24" fmla="+- 0 0 0"/>
              <a:gd name="G25" fmla="+- 90 0 0"/>
              <a:gd name="G26" fmla="+- 90 0 0"/>
              <a:gd name="G27" fmla="+- 90 0 0"/>
            </a:gdLst>
            <a:ahLst/>
            <a:cxnLst>
              <a:cxn ang="0">
                <a:pos x="r" y="vc"/>
              </a:cxn>
              <a:cxn ang="5400000">
                <a:pos x="hc" y="b"/>
              </a:cxn>
              <a:cxn ang="10800000">
                <a:pos x="l" y="vc"/>
              </a:cxn>
              <a:cxn ang="16200000">
                <a:pos x="hc" y="t"/>
              </a:cxn>
            </a:cxnLst>
            <a:rect l="0" t="0" r="0" b="0"/>
            <a:pathLst>
              <a:path>
                <a:moveTo>
                  <a:pt x="0" y="32"/>
                </a:moveTo>
                <a:lnTo>
                  <a:pt x="32" y="32"/>
                </a:lnTo>
                <a:lnTo>
                  <a:pt x="180" y="90"/>
                </a:lnTo>
                <a:lnTo>
                  <a:pt x="32" y="32"/>
                </a:lnTo>
                <a:lnTo>
                  <a:pt x="270" y="90"/>
                </a:lnTo>
                <a:close/>
              </a:path>
            </a:pathLst>
          </a:custGeom>
          <a:solidFill>
            <a:srgbClr val="1F1D1B">
              <a:alpha val="7999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de-DE"/>
          </a:p>
        </p:txBody>
      </p:sp>
      <p:sp>
        <p:nvSpPr>
          <p:cNvPr id="3196" name="AutoShape 124">
            <a:extLst>
              <a:ext uri="{FF2B5EF4-FFF2-40B4-BE49-F238E27FC236}">
                <a16:creationId xmlns:a16="http://schemas.microsoft.com/office/drawing/2014/main" id="{FDBCA58C-3BA4-DE04-B879-6B0914492E3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36975" y="3341688"/>
            <a:ext cx="22225" cy="22225"/>
          </a:xfrm>
          <a:custGeom>
            <a:avLst/>
            <a:gdLst>
              <a:gd name="G0" fmla="*/ 64 1 2"/>
              <a:gd name="G1" fmla="*/ 1 48365 11520"/>
              <a:gd name="G2" fmla="*/ G1 32767 1"/>
              <a:gd name="G3" fmla="*/ G2 1 32767"/>
              <a:gd name="G4" fmla="cos G0 G3"/>
              <a:gd name="G5" fmla="*/ 64 1 2"/>
              <a:gd name="G6" fmla="*/ 1 48365 11520"/>
              <a:gd name="G7" fmla="*/ G6 32767 1"/>
              <a:gd name="G8" fmla="*/ G7 1 32767"/>
              <a:gd name="G9" fmla="sin G5 G8"/>
              <a:gd name="G10" fmla="*/ 64 1 2"/>
              <a:gd name="G11" fmla="+- G10 0 G4"/>
              <a:gd name="G12" fmla="+- G10 G4 0"/>
              <a:gd name="G13" fmla="+- G12 0 0"/>
              <a:gd name="G14" fmla="*/ 64 1 2"/>
              <a:gd name="G15" fmla="+- G14 0 G9"/>
              <a:gd name="G16" fmla="+- G14 G9 0"/>
              <a:gd name="G17" fmla="+- G16 0 0"/>
              <a:gd name="G18" fmla="+- 64 0 0"/>
              <a:gd name="G19" fmla="+- 64 0 0"/>
              <a:gd name="G20" fmla="+- 180 0 0"/>
              <a:gd name="G21" fmla="+- 90 0 0"/>
              <a:gd name="G22" fmla="+- 270 0 0"/>
              <a:gd name="G23" fmla="+- 90 0 0"/>
              <a:gd name="G24" fmla="+- 0 0 0"/>
              <a:gd name="G25" fmla="+- 90 0 0"/>
              <a:gd name="G26" fmla="+- 90 0 0"/>
              <a:gd name="G27" fmla="+- 90 0 0"/>
            </a:gdLst>
            <a:ahLst/>
            <a:cxnLst>
              <a:cxn ang="0">
                <a:pos x="r" y="vc"/>
              </a:cxn>
              <a:cxn ang="5400000">
                <a:pos x="hc" y="b"/>
              </a:cxn>
              <a:cxn ang="10800000">
                <a:pos x="l" y="vc"/>
              </a:cxn>
              <a:cxn ang="16200000">
                <a:pos x="hc" y="t"/>
              </a:cxn>
            </a:cxnLst>
            <a:rect l="0" t="0" r="0" b="0"/>
            <a:pathLst>
              <a:path>
                <a:moveTo>
                  <a:pt x="0" y="32"/>
                </a:moveTo>
                <a:lnTo>
                  <a:pt x="32" y="32"/>
                </a:lnTo>
                <a:lnTo>
                  <a:pt x="180" y="90"/>
                </a:lnTo>
                <a:lnTo>
                  <a:pt x="32" y="32"/>
                </a:lnTo>
                <a:lnTo>
                  <a:pt x="270" y="90"/>
                </a:lnTo>
                <a:close/>
              </a:path>
            </a:pathLst>
          </a:custGeom>
          <a:solidFill>
            <a:srgbClr val="1F1D1B">
              <a:alpha val="7999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de-DE"/>
          </a:p>
        </p:txBody>
      </p:sp>
      <p:sp>
        <p:nvSpPr>
          <p:cNvPr id="3197" name="AutoShape 125">
            <a:extLst>
              <a:ext uri="{FF2B5EF4-FFF2-40B4-BE49-F238E27FC236}">
                <a16:creationId xmlns:a16="http://schemas.microsoft.com/office/drawing/2014/main" id="{45F105C8-B499-8EEB-9F97-A7C289DC717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56038" y="2935288"/>
            <a:ext cx="23812" cy="23812"/>
          </a:xfrm>
          <a:custGeom>
            <a:avLst/>
            <a:gdLst>
              <a:gd name="G0" fmla="*/ 67 1 2"/>
              <a:gd name="G1" fmla="*/ 1 48365 11520"/>
              <a:gd name="G2" fmla="*/ G1 32767 1"/>
              <a:gd name="G3" fmla="*/ G2 1 32767"/>
              <a:gd name="G4" fmla="cos G0 G3"/>
              <a:gd name="G5" fmla="*/ 67 1 2"/>
              <a:gd name="G6" fmla="*/ 1 48365 11520"/>
              <a:gd name="G7" fmla="*/ G6 32767 1"/>
              <a:gd name="G8" fmla="*/ G7 1 32767"/>
              <a:gd name="G9" fmla="sin G5 G8"/>
              <a:gd name="G10" fmla="*/ 67 1 2"/>
              <a:gd name="G11" fmla="+- G10 0 G4"/>
              <a:gd name="G12" fmla="+- G10 G4 0"/>
              <a:gd name="G13" fmla="+- G12 0 0"/>
              <a:gd name="G14" fmla="*/ 67 1 2"/>
              <a:gd name="G15" fmla="+- G14 0 G9"/>
              <a:gd name="G16" fmla="+- G14 G9 0"/>
              <a:gd name="G17" fmla="+- G16 0 0"/>
              <a:gd name="G18" fmla="+- 67 0 0"/>
              <a:gd name="G19" fmla="+- 67 0 0"/>
              <a:gd name="G20" fmla="+- 180 0 0"/>
              <a:gd name="G21" fmla="+- 90 0 0"/>
              <a:gd name="G22" fmla="+- 270 0 0"/>
              <a:gd name="G23" fmla="+- 90 0 0"/>
              <a:gd name="G24" fmla="+- 0 0 0"/>
              <a:gd name="G25" fmla="+- 90 0 0"/>
              <a:gd name="G26" fmla="+- 90 0 0"/>
              <a:gd name="G27" fmla="+- 90 0 0"/>
            </a:gdLst>
            <a:ahLst/>
            <a:cxnLst>
              <a:cxn ang="0">
                <a:pos x="r" y="vc"/>
              </a:cxn>
              <a:cxn ang="5400000">
                <a:pos x="hc" y="b"/>
              </a:cxn>
              <a:cxn ang="10800000">
                <a:pos x="l" y="vc"/>
              </a:cxn>
              <a:cxn ang="16200000">
                <a:pos x="hc" y="t"/>
              </a:cxn>
            </a:cxnLst>
            <a:rect l="0" t="0" r="0" b="0"/>
            <a:pathLst>
              <a:path>
                <a:moveTo>
                  <a:pt x="0" y="34"/>
                </a:moveTo>
                <a:lnTo>
                  <a:pt x="34" y="34"/>
                </a:lnTo>
                <a:lnTo>
                  <a:pt x="180" y="90"/>
                </a:lnTo>
                <a:lnTo>
                  <a:pt x="34" y="34"/>
                </a:lnTo>
                <a:lnTo>
                  <a:pt x="270" y="90"/>
                </a:lnTo>
                <a:close/>
              </a:path>
            </a:pathLst>
          </a:custGeom>
          <a:solidFill>
            <a:srgbClr val="1F1D1B">
              <a:alpha val="7999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de-DE"/>
          </a:p>
        </p:txBody>
      </p:sp>
      <p:sp>
        <p:nvSpPr>
          <p:cNvPr id="3198" name="AutoShape 126">
            <a:extLst>
              <a:ext uri="{FF2B5EF4-FFF2-40B4-BE49-F238E27FC236}">
                <a16:creationId xmlns:a16="http://schemas.microsoft.com/office/drawing/2014/main" id="{E7C621BC-D907-259B-DE2D-7C10BD13281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26075" y="2505075"/>
            <a:ext cx="15875" cy="15875"/>
          </a:xfrm>
          <a:custGeom>
            <a:avLst/>
            <a:gdLst>
              <a:gd name="G0" fmla="*/ 46 1 2"/>
              <a:gd name="G1" fmla="*/ 1 48365 11520"/>
              <a:gd name="G2" fmla="*/ G1 32767 1"/>
              <a:gd name="G3" fmla="*/ G2 1 32767"/>
              <a:gd name="G4" fmla="cos G0 G3"/>
              <a:gd name="G5" fmla="*/ 46 1 2"/>
              <a:gd name="G6" fmla="*/ 1 48365 11520"/>
              <a:gd name="G7" fmla="*/ G6 32767 1"/>
              <a:gd name="G8" fmla="*/ G7 1 32767"/>
              <a:gd name="G9" fmla="sin G5 G8"/>
              <a:gd name="G10" fmla="*/ 46 1 2"/>
              <a:gd name="G11" fmla="+- G10 0 G4"/>
              <a:gd name="G12" fmla="+- G10 G4 0"/>
              <a:gd name="G13" fmla="+- G12 0 0"/>
              <a:gd name="G14" fmla="*/ 46 1 2"/>
              <a:gd name="G15" fmla="+- G14 0 G9"/>
              <a:gd name="G16" fmla="+- G14 G9 0"/>
              <a:gd name="G17" fmla="+- G16 0 0"/>
              <a:gd name="G18" fmla="+- 46 0 0"/>
              <a:gd name="G19" fmla="+- 46 0 0"/>
              <a:gd name="G20" fmla="+- 180 0 0"/>
              <a:gd name="G21" fmla="+- 90 0 0"/>
              <a:gd name="G22" fmla="+- 270 0 0"/>
              <a:gd name="G23" fmla="+- 90 0 0"/>
              <a:gd name="G24" fmla="+- 0 0 0"/>
              <a:gd name="G25" fmla="+- 90 0 0"/>
              <a:gd name="G26" fmla="+- 90 0 0"/>
              <a:gd name="G27" fmla="+- 90 0 0"/>
            </a:gdLst>
            <a:ahLst/>
            <a:cxnLst>
              <a:cxn ang="0">
                <a:pos x="r" y="vc"/>
              </a:cxn>
              <a:cxn ang="5400000">
                <a:pos x="hc" y="b"/>
              </a:cxn>
              <a:cxn ang="10800000">
                <a:pos x="l" y="vc"/>
              </a:cxn>
              <a:cxn ang="16200000">
                <a:pos x="hc" y="t"/>
              </a:cxn>
            </a:cxnLst>
            <a:rect l="0" t="0" r="0" b="0"/>
            <a:pathLst>
              <a:path>
                <a:moveTo>
                  <a:pt x="0" y="23"/>
                </a:moveTo>
                <a:lnTo>
                  <a:pt x="23" y="23"/>
                </a:lnTo>
                <a:lnTo>
                  <a:pt x="180" y="90"/>
                </a:lnTo>
                <a:lnTo>
                  <a:pt x="23" y="23"/>
                </a:lnTo>
                <a:lnTo>
                  <a:pt x="270" y="90"/>
                </a:lnTo>
                <a:close/>
              </a:path>
            </a:pathLst>
          </a:custGeom>
          <a:solidFill>
            <a:srgbClr val="1F1D1B">
              <a:alpha val="7999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de-DE"/>
          </a:p>
        </p:txBody>
      </p:sp>
      <p:sp>
        <p:nvSpPr>
          <p:cNvPr id="3199" name="AutoShape 127">
            <a:extLst>
              <a:ext uri="{FF2B5EF4-FFF2-40B4-BE49-F238E27FC236}">
                <a16:creationId xmlns:a16="http://schemas.microsoft.com/office/drawing/2014/main" id="{0CE915EF-8B30-4EBA-78C5-C08AF66556F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44950" y="6242050"/>
            <a:ext cx="23813" cy="23813"/>
          </a:xfrm>
          <a:custGeom>
            <a:avLst/>
            <a:gdLst>
              <a:gd name="G0" fmla="*/ 65 1 2"/>
              <a:gd name="G1" fmla="*/ 1 48365 11520"/>
              <a:gd name="G2" fmla="*/ G1 32767 1"/>
              <a:gd name="G3" fmla="*/ G2 1 32767"/>
              <a:gd name="G4" fmla="cos G0 G3"/>
              <a:gd name="G5" fmla="*/ 65 1 2"/>
              <a:gd name="G6" fmla="*/ 1 48365 11520"/>
              <a:gd name="G7" fmla="*/ G6 32767 1"/>
              <a:gd name="G8" fmla="*/ G7 1 32767"/>
              <a:gd name="G9" fmla="sin G5 G8"/>
              <a:gd name="G10" fmla="*/ 65 1 2"/>
              <a:gd name="G11" fmla="+- G10 0 G4"/>
              <a:gd name="G12" fmla="+- G10 G4 0"/>
              <a:gd name="G13" fmla="+- G12 0 0"/>
              <a:gd name="G14" fmla="*/ 65 1 2"/>
              <a:gd name="G15" fmla="+- G14 0 G9"/>
              <a:gd name="G16" fmla="+- G14 G9 0"/>
              <a:gd name="G17" fmla="+- G16 0 0"/>
              <a:gd name="G18" fmla="+- 65 0 0"/>
              <a:gd name="G19" fmla="+- 65 0 0"/>
              <a:gd name="G20" fmla="+- 180 0 0"/>
              <a:gd name="G21" fmla="+- 90 0 0"/>
              <a:gd name="G22" fmla="+- 270 0 0"/>
              <a:gd name="G23" fmla="+- 90 0 0"/>
              <a:gd name="G24" fmla="+- 0 0 0"/>
              <a:gd name="G25" fmla="+- 90 0 0"/>
              <a:gd name="G26" fmla="+- 90 0 0"/>
              <a:gd name="G27" fmla="+- 90 0 0"/>
            </a:gdLst>
            <a:ahLst/>
            <a:cxnLst>
              <a:cxn ang="0">
                <a:pos x="r" y="vc"/>
              </a:cxn>
              <a:cxn ang="5400000">
                <a:pos x="hc" y="b"/>
              </a:cxn>
              <a:cxn ang="10800000">
                <a:pos x="l" y="vc"/>
              </a:cxn>
              <a:cxn ang="16200000">
                <a:pos x="hc" y="t"/>
              </a:cxn>
            </a:cxnLst>
            <a:rect l="0" t="0" r="0" b="0"/>
            <a:pathLst>
              <a:path>
                <a:moveTo>
                  <a:pt x="0" y="33"/>
                </a:moveTo>
                <a:lnTo>
                  <a:pt x="33" y="33"/>
                </a:lnTo>
                <a:lnTo>
                  <a:pt x="180" y="90"/>
                </a:lnTo>
                <a:lnTo>
                  <a:pt x="33" y="33"/>
                </a:lnTo>
                <a:lnTo>
                  <a:pt x="270" y="90"/>
                </a:lnTo>
                <a:close/>
              </a:path>
            </a:pathLst>
          </a:custGeom>
          <a:solidFill>
            <a:srgbClr val="1F1D1B">
              <a:alpha val="7999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de-DE"/>
          </a:p>
        </p:txBody>
      </p:sp>
      <p:sp>
        <p:nvSpPr>
          <p:cNvPr id="3200" name="AutoShape 128">
            <a:extLst>
              <a:ext uri="{FF2B5EF4-FFF2-40B4-BE49-F238E27FC236}">
                <a16:creationId xmlns:a16="http://schemas.microsoft.com/office/drawing/2014/main" id="{53A3A0B0-2D10-648C-155A-5C2C6763A8C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54325" y="8280400"/>
            <a:ext cx="19050" cy="19050"/>
          </a:xfrm>
          <a:custGeom>
            <a:avLst/>
            <a:gdLst>
              <a:gd name="G0" fmla="*/ 52 1 2"/>
              <a:gd name="G1" fmla="*/ 1 48365 11520"/>
              <a:gd name="G2" fmla="*/ G1 32767 1"/>
              <a:gd name="G3" fmla="*/ G2 1 32767"/>
              <a:gd name="G4" fmla="cos G0 G3"/>
              <a:gd name="G5" fmla="*/ 52 1 2"/>
              <a:gd name="G6" fmla="*/ 1 48365 11520"/>
              <a:gd name="G7" fmla="*/ G6 32767 1"/>
              <a:gd name="G8" fmla="*/ G7 1 32767"/>
              <a:gd name="G9" fmla="sin G5 G8"/>
              <a:gd name="G10" fmla="*/ 52 1 2"/>
              <a:gd name="G11" fmla="+- G10 0 G4"/>
              <a:gd name="G12" fmla="+- G10 G4 0"/>
              <a:gd name="G13" fmla="+- G12 0 0"/>
              <a:gd name="G14" fmla="*/ 52 1 2"/>
              <a:gd name="G15" fmla="+- G14 0 G9"/>
              <a:gd name="G16" fmla="+- G14 G9 0"/>
              <a:gd name="G17" fmla="+- G16 0 0"/>
              <a:gd name="G18" fmla="+- 52 0 0"/>
              <a:gd name="G19" fmla="+- 52 0 0"/>
              <a:gd name="G20" fmla="+- 180 0 0"/>
              <a:gd name="G21" fmla="+- 90 0 0"/>
              <a:gd name="G22" fmla="+- 270 0 0"/>
              <a:gd name="G23" fmla="+- 90 0 0"/>
              <a:gd name="G24" fmla="+- 0 0 0"/>
              <a:gd name="G25" fmla="+- 90 0 0"/>
              <a:gd name="G26" fmla="+- 90 0 0"/>
              <a:gd name="G27" fmla="+- 90 0 0"/>
            </a:gdLst>
            <a:ahLst/>
            <a:cxnLst>
              <a:cxn ang="0">
                <a:pos x="r" y="vc"/>
              </a:cxn>
              <a:cxn ang="5400000">
                <a:pos x="hc" y="b"/>
              </a:cxn>
              <a:cxn ang="10800000">
                <a:pos x="l" y="vc"/>
              </a:cxn>
              <a:cxn ang="16200000">
                <a:pos x="hc" y="t"/>
              </a:cxn>
            </a:cxnLst>
            <a:rect l="0" t="0" r="0" b="0"/>
            <a:pathLst>
              <a:path>
                <a:moveTo>
                  <a:pt x="0" y="26"/>
                </a:moveTo>
                <a:lnTo>
                  <a:pt x="26" y="26"/>
                </a:lnTo>
                <a:lnTo>
                  <a:pt x="180" y="90"/>
                </a:lnTo>
                <a:lnTo>
                  <a:pt x="26" y="26"/>
                </a:lnTo>
                <a:lnTo>
                  <a:pt x="270" y="90"/>
                </a:lnTo>
                <a:close/>
              </a:path>
            </a:pathLst>
          </a:custGeom>
          <a:solidFill>
            <a:srgbClr val="1F1D1B">
              <a:alpha val="7999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de-DE"/>
          </a:p>
        </p:txBody>
      </p:sp>
      <p:sp>
        <p:nvSpPr>
          <p:cNvPr id="3201" name="AutoShape 129">
            <a:extLst>
              <a:ext uri="{FF2B5EF4-FFF2-40B4-BE49-F238E27FC236}">
                <a16:creationId xmlns:a16="http://schemas.microsoft.com/office/drawing/2014/main" id="{9AE22B3E-F2C0-D8B1-D91D-D4286FE08DA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00625" y="2751138"/>
            <a:ext cx="25400" cy="25400"/>
          </a:xfrm>
          <a:custGeom>
            <a:avLst/>
            <a:gdLst>
              <a:gd name="G0" fmla="*/ 72 1 2"/>
              <a:gd name="G1" fmla="*/ 1 48365 11520"/>
              <a:gd name="G2" fmla="*/ G1 32767 1"/>
              <a:gd name="G3" fmla="*/ G2 1 32767"/>
              <a:gd name="G4" fmla="cos G0 G3"/>
              <a:gd name="G5" fmla="*/ 72 1 2"/>
              <a:gd name="G6" fmla="*/ 1 48365 11520"/>
              <a:gd name="G7" fmla="*/ G6 32767 1"/>
              <a:gd name="G8" fmla="*/ G7 1 32767"/>
              <a:gd name="G9" fmla="sin G5 G8"/>
              <a:gd name="G10" fmla="*/ 72 1 2"/>
              <a:gd name="G11" fmla="+- G10 0 G4"/>
              <a:gd name="G12" fmla="+- G10 G4 0"/>
              <a:gd name="G13" fmla="+- G12 0 0"/>
              <a:gd name="G14" fmla="*/ 72 1 2"/>
              <a:gd name="G15" fmla="+- G14 0 G9"/>
              <a:gd name="G16" fmla="+- G14 G9 0"/>
              <a:gd name="G17" fmla="+- G16 0 0"/>
              <a:gd name="G18" fmla="+- 72 0 0"/>
              <a:gd name="G19" fmla="+- 72 0 0"/>
              <a:gd name="G20" fmla="+- 180 0 0"/>
              <a:gd name="G21" fmla="+- 90 0 0"/>
              <a:gd name="G22" fmla="+- 270 0 0"/>
              <a:gd name="G23" fmla="+- 90 0 0"/>
              <a:gd name="G24" fmla="+- 0 0 0"/>
              <a:gd name="G25" fmla="+- 90 0 0"/>
              <a:gd name="G26" fmla="+- 90 0 0"/>
              <a:gd name="G27" fmla="+- 90 0 0"/>
            </a:gdLst>
            <a:ahLst/>
            <a:cxnLst>
              <a:cxn ang="0">
                <a:pos x="r" y="vc"/>
              </a:cxn>
              <a:cxn ang="5400000">
                <a:pos x="hc" y="b"/>
              </a:cxn>
              <a:cxn ang="10800000">
                <a:pos x="l" y="vc"/>
              </a:cxn>
              <a:cxn ang="16200000">
                <a:pos x="hc" y="t"/>
              </a:cxn>
            </a:cxnLst>
            <a:rect l="0" t="0" r="0" b="0"/>
            <a:pathLst>
              <a:path>
                <a:moveTo>
                  <a:pt x="0" y="36"/>
                </a:moveTo>
                <a:lnTo>
                  <a:pt x="36" y="36"/>
                </a:lnTo>
                <a:lnTo>
                  <a:pt x="180" y="90"/>
                </a:lnTo>
                <a:lnTo>
                  <a:pt x="36" y="36"/>
                </a:lnTo>
                <a:lnTo>
                  <a:pt x="270" y="90"/>
                </a:lnTo>
                <a:close/>
              </a:path>
            </a:pathLst>
          </a:custGeom>
          <a:solidFill>
            <a:srgbClr val="1F1D1B">
              <a:alpha val="7999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de-DE"/>
          </a:p>
        </p:txBody>
      </p:sp>
      <p:sp>
        <p:nvSpPr>
          <p:cNvPr id="3202" name="AutoShape 130">
            <a:extLst>
              <a:ext uri="{FF2B5EF4-FFF2-40B4-BE49-F238E27FC236}">
                <a16:creationId xmlns:a16="http://schemas.microsoft.com/office/drawing/2014/main" id="{1795BCBC-876E-3A84-9BDB-C26D5CEABB2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80125" y="3905250"/>
            <a:ext cx="19050" cy="19050"/>
          </a:xfrm>
          <a:custGeom>
            <a:avLst/>
            <a:gdLst>
              <a:gd name="G0" fmla="*/ 53 1 2"/>
              <a:gd name="G1" fmla="*/ 1 48365 11520"/>
              <a:gd name="G2" fmla="*/ G1 32767 1"/>
              <a:gd name="G3" fmla="*/ G2 1 32767"/>
              <a:gd name="G4" fmla="cos G0 G3"/>
              <a:gd name="G5" fmla="*/ 53 1 2"/>
              <a:gd name="G6" fmla="*/ 1 48365 11520"/>
              <a:gd name="G7" fmla="*/ G6 32767 1"/>
              <a:gd name="G8" fmla="*/ G7 1 32767"/>
              <a:gd name="G9" fmla="sin G5 G8"/>
              <a:gd name="G10" fmla="*/ 53 1 2"/>
              <a:gd name="G11" fmla="+- G10 0 G4"/>
              <a:gd name="G12" fmla="+- G10 G4 0"/>
              <a:gd name="G13" fmla="+- G12 0 0"/>
              <a:gd name="G14" fmla="*/ 53 1 2"/>
              <a:gd name="G15" fmla="+- G14 0 G9"/>
              <a:gd name="G16" fmla="+- G14 G9 0"/>
              <a:gd name="G17" fmla="+- G16 0 0"/>
              <a:gd name="G18" fmla="+- 53 0 0"/>
              <a:gd name="G19" fmla="+- 53 0 0"/>
              <a:gd name="G20" fmla="+- 180 0 0"/>
              <a:gd name="G21" fmla="+- 90 0 0"/>
              <a:gd name="G22" fmla="+- 270 0 0"/>
              <a:gd name="G23" fmla="+- 90 0 0"/>
              <a:gd name="G24" fmla="+- 0 0 0"/>
              <a:gd name="G25" fmla="+- 90 0 0"/>
              <a:gd name="G26" fmla="+- 90 0 0"/>
              <a:gd name="G27" fmla="+- 90 0 0"/>
            </a:gdLst>
            <a:ahLst/>
            <a:cxnLst>
              <a:cxn ang="0">
                <a:pos x="r" y="vc"/>
              </a:cxn>
              <a:cxn ang="5400000">
                <a:pos x="hc" y="b"/>
              </a:cxn>
              <a:cxn ang="10800000">
                <a:pos x="l" y="vc"/>
              </a:cxn>
              <a:cxn ang="16200000">
                <a:pos x="hc" y="t"/>
              </a:cxn>
            </a:cxnLst>
            <a:rect l="0" t="0" r="0" b="0"/>
            <a:pathLst>
              <a:path>
                <a:moveTo>
                  <a:pt x="0" y="27"/>
                </a:moveTo>
                <a:lnTo>
                  <a:pt x="27" y="27"/>
                </a:lnTo>
                <a:lnTo>
                  <a:pt x="180" y="90"/>
                </a:lnTo>
                <a:lnTo>
                  <a:pt x="27" y="27"/>
                </a:lnTo>
                <a:lnTo>
                  <a:pt x="270" y="90"/>
                </a:lnTo>
                <a:close/>
              </a:path>
            </a:pathLst>
          </a:custGeom>
          <a:solidFill>
            <a:srgbClr val="1F1D1B">
              <a:alpha val="7999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de-DE"/>
          </a:p>
        </p:txBody>
      </p:sp>
      <p:sp>
        <p:nvSpPr>
          <p:cNvPr id="3203" name="AutoShape 131">
            <a:extLst>
              <a:ext uri="{FF2B5EF4-FFF2-40B4-BE49-F238E27FC236}">
                <a16:creationId xmlns:a16="http://schemas.microsoft.com/office/drawing/2014/main" id="{C5276AE7-6F52-237A-B714-9568B84B828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95450" y="5873750"/>
            <a:ext cx="20638" cy="20638"/>
          </a:xfrm>
          <a:custGeom>
            <a:avLst/>
            <a:gdLst>
              <a:gd name="G0" fmla="*/ 59 1 2"/>
              <a:gd name="G1" fmla="*/ 1 48365 11520"/>
              <a:gd name="G2" fmla="*/ G1 32767 1"/>
              <a:gd name="G3" fmla="*/ G2 1 32767"/>
              <a:gd name="G4" fmla="cos G0 G3"/>
              <a:gd name="G5" fmla="*/ 59 1 2"/>
              <a:gd name="G6" fmla="*/ 1 48365 11520"/>
              <a:gd name="G7" fmla="*/ G6 32767 1"/>
              <a:gd name="G8" fmla="*/ G7 1 32767"/>
              <a:gd name="G9" fmla="sin G5 G8"/>
              <a:gd name="G10" fmla="*/ 59 1 2"/>
              <a:gd name="G11" fmla="+- G10 0 G4"/>
              <a:gd name="G12" fmla="+- G10 G4 0"/>
              <a:gd name="G13" fmla="+- G12 0 0"/>
              <a:gd name="G14" fmla="*/ 59 1 2"/>
              <a:gd name="G15" fmla="+- G14 0 G9"/>
              <a:gd name="G16" fmla="+- G14 G9 0"/>
              <a:gd name="G17" fmla="+- G16 0 0"/>
              <a:gd name="G18" fmla="+- 59 0 0"/>
              <a:gd name="G19" fmla="+- 59 0 0"/>
              <a:gd name="G20" fmla="+- 180 0 0"/>
              <a:gd name="G21" fmla="+- 90 0 0"/>
              <a:gd name="G22" fmla="+- 270 0 0"/>
              <a:gd name="G23" fmla="+- 90 0 0"/>
              <a:gd name="G24" fmla="+- 0 0 0"/>
              <a:gd name="G25" fmla="+- 90 0 0"/>
              <a:gd name="G26" fmla="+- 90 0 0"/>
              <a:gd name="G27" fmla="+- 90 0 0"/>
            </a:gdLst>
            <a:ahLst/>
            <a:cxnLst>
              <a:cxn ang="0">
                <a:pos x="r" y="vc"/>
              </a:cxn>
              <a:cxn ang="5400000">
                <a:pos x="hc" y="b"/>
              </a:cxn>
              <a:cxn ang="10800000">
                <a:pos x="l" y="vc"/>
              </a:cxn>
              <a:cxn ang="16200000">
                <a:pos x="hc" y="t"/>
              </a:cxn>
            </a:cxnLst>
            <a:rect l="0" t="0" r="0" b="0"/>
            <a:pathLst>
              <a:path>
                <a:moveTo>
                  <a:pt x="0" y="30"/>
                </a:moveTo>
                <a:lnTo>
                  <a:pt x="30" y="30"/>
                </a:lnTo>
                <a:lnTo>
                  <a:pt x="180" y="90"/>
                </a:lnTo>
                <a:lnTo>
                  <a:pt x="30" y="30"/>
                </a:lnTo>
                <a:lnTo>
                  <a:pt x="270" y="90"/>
                </a:lnTo>
                <a:close/>
              </a:path>
            </a:pathLst>
          </a:custGeom>
          <a:solidFill>
            <a:srgbClr val="1F1D1B">
              <a:alpha val="7999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de-DE"/>
          </a:p>
        </p:txBody>
      </p:sp>
      <p:sp>
        <p:nvSpPr>
          <p:cNvPr id="3204" name="AutoShape 132">
            <a:extLst>
              <a:ext uri="{FF2B5EF4-FFF2-40B4-BE49-F238E27FC236}">
                <a16:creationId xmlns:a16="http://schemas.microsoft.com/office/drawing/2014/main" id="{FF9DBCC0-D50A-37AD-F678-FD4EA09A297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32063" y="2789238"/>
            <a:ext cx="22225" cy="22225"/>
          </a:xfrm>
          <a:custGeom>
            <a:avLst/>
            <a:gdLst>
              <a:gd name="G0" fmla="*/ 63 1 2"/>
              <a:gd name="G1" fmla="*/ 1 48365 11520"/>
              <a:gd name="G2" fmla="*/ G1 32767 1"/>
              <a:gd name="G3" fmla="*/ G2 1 32767"/>
              <a:gd name="G4" fmla="cos G0 G3"/>
              <a:gd name="G5" fmla="*/ 63 1 2"/>
              <a:gd name="G6" fmla="*/ 1 48365 11520"/>
              <a:gd name="G7" fmla="*/ G6 32767 1"/>
              <a:gd name="G8" fmla="*/ G7 1 32767"/>
              <a:gd name="G9" fmla="sin G5 G8"/>
              <a:gd name="G10" fmla="*/ 63 1 2"/>
              <a:gd name="G11" fmla="+- G10 0 G4"/>
              <a:gd name="G12" fmla="+- G10 G4 0"/>
              <a:gd name="G13" fmla="+- G12 0 0"/>
              <a:gd name="G14" fmla="*/ 63 1 2"/>
              <a:gd name="G15" fmla="+- G14 0 G9"/>
              <a:gd name="G16" fmla="+- G14 G9 0"/>
              <a:gd name="G17" fmla="+- G16 0 0"/>
              <a:gd name="G18" fmla="+- 63 0 0"/>
              <a:gd name="G19" fmla="+- 63 0 0"/>
              <a:gd name="G20" fmla="+- 180 0 0"/>
              <a:gd name="G21" fmla="+- 90 0 0"/>
              <a:gd name="G22" fmla="+- 270 0 0"/>
              <a:gd name="G23" fmla="+- 90 0 0"/>
              <a:gd name="G24" fmla="+- 0 0 0"/>
              <a:gd name="G25" fmla="+- 90 0 0"/>
              <a:gd name="G26" fmla="+- 90 0 0"/>
              <a:gd name="G27" fmla="+- 90 0 0"/>
            </a:gdLst>
            <a:ahLst/>
            <a:cxnLst>
              <a:cxn ang="0">
                <a:pos x="r" y="vc"/>
              </a:cxn>
              <a:cxn ang="5400000">
                <a:pos x="hc" y="b"/>
              </a:cxn>
              <a:cxn ang="10800000">
                <a:pos x="l" y="vc"/>
              </a:cxn>
              <a:cxn ang="16200000">
                <a:pos x="hc" y="t"/>
              </a:cxn>
            </a:cxnLst>
            <a:rect l="0" t="0" r="0" b="0"/>
            <a:pathLst>
              <a:path>
                <a:moveTo>
                  <a:pt x="0" y="32"/>
                </a:moveTo>
                <a:lnTo>
                  <a:pt x="32" y="32"/>
                </a:lnTo>
                <a:lnTo>
                  <a:pt x="180" y="90"/>
                </a:lnTo>
                <a:lnTo>
                  <a:pt x="32" y="32"/>
                </a:lnTo>
                <a:lnTo>
                  <a:pt x="270" y="90"/>
                </a:lnTo>
                <a:close/>
              </a:path>
            </a:pathLst>
          </a:custGeom>
          <a:solidFill>
            <a:srgbClr val="1F1D1B">
              <a:alpha val="7999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de-DE"/>
          </a:p>
        </p:txBody>
      </p:sp>
      <p:sp>
        <p:nvSpPr>
          <p:cNvPr id="3205" name="AutoShape 133">
            <a:extLst>
              <a:ext uri="{FF2B5EF4-FFF2-40B4-BE49-F238E27FC236}">
                <a16:creationId xmlns:a16="http://schemas.microsoft.com/office/drawing/2014/main" id="{8A685E82-8C52-221C-1791-8DF1CF1651E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87825" y="8902700"/>
            <a:ext cx="14288" cy="14288"/>
          </a:xfrm>
          <a:custGeom>
            <a:avLst/>
            <a:gdLst>
              <a:gd name="G0" fmla="*/ 40 1 2"/>
              <a:gd name="G1" fmla="*/ 1 48365 11520"/>
              <a:gd name="G2" fmla="*/ G1 32767 1"/>
              <a:gd name="G3" fmla="*/ G2 1 32767"/>
              <a:gd name="G4" fmla="cos G0 G3"/>
              <a:gd name="G5" fmla="*/ 40 1 2"/>
              <a:gd name="G6" fmla="*/ 1 48365 11520"/>
              <a:gd name="G7" fmla="*/ G6 32767 1"/>
              <a:gd name="G8" fmla="*/ G7 1 32767"/>
              <a:gd name="G9" fmla="sin G5 G8"/>
              <a:gd name="G10" fmla="*/ 40 1 2"/>
              <a:gd name="G11" fmla="+- G10 0 G4"/>
              <a:gd name="G12" fmla="+- G10 G4 0"/>
              <a:gd name="G13" fmla="+- G12 0 0"/>
              <a:gd name="G14" fmla="*/ 40 1 2"/>
              <a:gd name="G15" fmla="+- G14 0 G9"/>
              <a:gd name="G16" fmla="+- G14 G9 0"/>
              <a:gd name="G17" fmla="+- G16 0 0"/>
              <a:gd name="G18" fmla="+- 40 0 0"/>
              <a:gd name="G19" fmla="+- 40 0 0"/>
              <a:gd name="G20" fmla="+- 180 0 0"/>
              <a:gd name="G21" fmla="+- 90 0 0"/>
              <a:gd name="G22" fmla="+- 270 0 0"/>
              <a:gd name="G23" fmla="+- 90 0 0"/>
              <a:gd name="G24" fmla="+- 0 0 0"/>
              <a:gd name="G25" fmla="+- 90 0 0"/>
              <a:gd name="G26" fmla="+- 90 0 0"/>
              <a:gd name="G27" fmla="+- 90 0 0"/>
            </a:gdLst>
            <a:ahLst/>
            <a:cxnLst>
              <a:cxn ang="0">
                <a:pos x="r" y="vc"/>
              </a:cxn>
              <a:cxn ang="5400000">
                <a:pos x="hc" y="b"/>
              </a:cxn>
              <a:cxn ang="10800000">
                <a:pos x="l" y="vc"/>
              </a:cxn>
              <a:cxn ang="16200000">
                <a:pos x="hc" y="t"/>
              </a:cxn>
            </a:cxnLst>
            <a:rect l="0" t="0" r="0" b="0"/>
            <a:pathLst>
              <a:path>
                <a:moveTo>
                  <a:pt x="0" y="20"/>
                </a:moveTo>
                <a:lnTo>
                  <a:pt x="20" y="20"/>
                </a:lnTo>
                <a:lnTo>
                  <a:pt x="180" y="90"/>
                </a:lnTo>
                <a:lnTo>
                  <a:pt x="20" y="20"/>
                </a:lnTo>
                <a:lnTo>
                  <a:pt x="270" y="90"/>
                </a:lnTo>
                <a:close/>
              </a:path>
            </a:pathLst>
          </a:custGeom>
          <a:solidFill>
            <a:srgbClr val="1F1D1B">
              <a:alpha val="7999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de-DE"/>
          </a:p>
        </p:txBody>
      </p:sp>
      <p:sp>
        <p:nvSpPr>
          <p:cNvPr id="3206" name="AutoShape 134">
            <a:extLst>
              <a:ext uri="{FF2B5EF4-FFF2-40B4-BE49-F238E27FC236}">
                <a16:creationId xmlns:a16="http://schemas.microsoft.com/office/drawing/2014/main" id="{1D624B9B-B480-AAD6-6B85-A057F040A34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65363" y="8286750"/>
            <a:ext cx="19050" cy="19050"/>
          </a:xfrm>
          <a:custGeom>
            <a:avLst/>
            <a:gdLst>
              <a:gd name="G0" fmla="*/ 53 1 2"/>
              <a:gd name="G1" fmla="*/ 1 48365 11520"/>
              <a:gd name="G2" fmla="*/ G1 32767 1"/>
              <a:gd name="G3" fmla="*/ G2 1 32767"/>
              <a:gd name="G4" fmla="cos G0 G3"/>
              <a:gd name="G5" fmla="*/ 53 1 2"/>
              <a:gd name="G6" fmla="*/ 1 48365 11520"/>
              <a:gd name="G7" fmla="*/ G6 32767 1"/>
              <a:gd name="G8" fmla="*/ G7 1 32767"/>
              <a:gd name="G9" fmla="sin G5 G8"/>
              <a:gd name="G10" fmla="*/ 53 1 2"/>
              <a:gd name="G11" fmla="+- G10 0 G4"/>
              <a:gd name="G12" fmla="+- G10 G4 0"/>
              <a:gd name="G13" fmla="+- G12 0 0"/>
              <a:gd name="G14" fmla="*/ 53 1 2"/>
              <a:gd name="G15" fmla="+- G14 0 G9"/>
              <a:gd name="G16" fmla="+- G14 G9 0"/>
              <a:gd name="G17" fmla="+- G16 0 0"/>
              <a:gd name="G18" fmla="+- 53 0 0"/>
              <a:gd name="G19" fmla="+- 53 0 0"/>
              <a:gd name="G20" fmla="+- 180 0 0"/>
              <a:gd name="G21" fmla="+- 90 0 0"/>
              <a:gd name="G22" fmla="+- 270 0 0"/>
              <a:gd name="G23" fmla="+- 90 0 0"/>
              <a:gd name="G24" fmla="+- 0 0 0"/>
              <a:gd name="G25" fmla="+- 90 0 0"/>
              <a:gd name="G26" fmla="+- 90 0 0"/>
              <a:gd name="G27" fmla="+- 90 0 0"/>
            </a:gdLst>
            <a:ahLst/>
            <a:cxnLst>
              <a:cxn ang="0">
                <a:pos x="r" y="vc"/>
              </a:cxn>
              <a:cxn ang="5400000">
                <a:pos x="hc" y="b"/>
              </a:cxn>
              <a:cxn ang="10800000">
                <a:pos x="l" y="vc"/>
              </a:cxn>
              <a:cxn ang="16200000">
                <a:pos x="hc" y="t"/>
              </a:cxn>
            </a:cxnLst>
            <a:rect l="0" t="0" r="0" b="0"/>
            <a:pathLst>
              <a:path>
                <a:moveTo>
                  <a:pt x="0" y="27"/>
                </a:moveTo>
                <a:lnTo>
                  <a:pt x="27" y="27"/>
                </a:lnTo>
                <a:lnTo>
                  <a:pt x="180" y="90"/>
                </a:lnTo>
                <a:lnTo>
                  <a:pt x="27" y="27"/>
                </a:lnTo>
                <a:lnTo>
                  <a:pt x="270" y="90"/>
                </a:lnTo>
                <a:close/>
              </a:path>
            </a:pathLst>
          </a:custGeom>
          <a:solidFill>
            <a:srgbClr val="1F1D1B">
              <a:alpha val="7999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de-DE"/>
          </a:p>
        </p:txBody>
      </p:sp>
      <p:sp>
        <p:nvSpPr>
          <p:cNvPr id="3207" name="AutoShape 135">
            <a:extLst>
              <a:ext uri="{FF2B5EF4-FFF2-40B4-BE49-F238E27FC236}">
                <a16:creationId xmlns:a16="http://schemas.microsoft.com/office/drawing/2014/main" id="{14B51780-6475-F5B8-92DF-32A8B53FA43E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48550" y="5132388"/>
            <a:ext cx="11113" cy="11112"/>
          </a:xfrm>
          <a:custGeom>
            <a:avLst/>
            <a:gdLst>
              <a:gd name="G0" fmla="*/ 31 1 2"/>
              <a:gd name="G1" fmla="*/ 1 48365 11520"/>
              <a:gd name="G2" fmla="*/ G1 32767 1"/>
              <a:gd name="G3" fmla="*/ G2 1 32767"/>
              <a:gd name="G4" fmla="cos G0 G3"/>
              <a:gd name="G5" fmla="*/ 31 1 2"/>
              <a:gd name="G6" fmla="*/ 1 48365 11520"/>
              <a:gd name="G7" fmla="*/ G6 32767 1"/>
              <a:gd name="G8" fmla="*/ G7 1 32767"/>
              <a:gd name="G9" fmla="sin G5 G8"/>
              <a:gd name="G10" fmla="*/ 31 1 2"/>
              <a:gd name="G11" fmla="+- G10 0 G4"/>
              <a:gd name="G12" fmla="+- G10 G4 0"/>
              <a:gd name="G13" fmla="+- G12 0 0"/>
              <a:gd name="G14" fmla="*/ 31 1 2"/>
              <a:gd name="G15" fmla="+- G14 0 G9"/>
              <a:gd name="G16" fmla="+- G14 G9 0"/>
              <a:gd name="G17" fmla="+- G16 0 0"/>
              <a:gd name="G18" fmla="+- 31 0 0"/>
              <a:gd name="G19" fmla="+- 31 0 0"/>
              <a:gd name="G20" fmla="+- 180 0 0"/>
              <a:gd name="G21" fmla="+- 90 0 0"/>
              <a:gd name="G22" fmla="+- 270 0 0"/>
              <a:gd name="G23" fmla="+- 90 0 0"/>
              <a:gd name="G24" fmla="+- 0 0 0"/>
              <a:gd name="G25" fmla="+- 90 0 0"/>
              <a:gd name="G26" fmla="+- 90 0 0"/>
              <a:gd name="G27" fmla="+- 90 0 0"/>
            </a:gdLst>
            <a:ahLst/>
            <a:cxnLst>
              <a:cxn ang="0">
                <a:pos x="r" y="vc"/>
              </a:cxn>
              <a:cxn ang="5400000">
                <a:pos x="hc" y="b"/>
              </a:cxn>
              <a:cxn ang="10800000">
                <a:pos x="l" y="vc"/>
              </a:cxn>
              <a:cxn ang="16200000">
                <a:pos x="hc" y="t"/>
              </a:cxn>
            </a:cxnLst>
            <a:rect l="0" t="0" r="0" b="0"/>
            <a:pathLst>
              <a:path>
                <a:moveTo>
                  <a:pt x="0" y="16"/>
                </a:moveTo>
                <a:lnTo>
                  <a:pt x="16" y="16"/>
                </a:lnTo>
                <a:lnTo>
                  <a:pt x="180" y="90"/>
                </a:lnTo>
                <a:lnTo>
                  <a:pt x="16" y="16"/>
                </a:lnTo>
                <a:lnTo>
                  <a:pt x="270" y="90"/>
                </a:lnTo>
                <a:close/>
              </a:path>
            </a:pathLst>
          </a:custGeom>
          <a:solidFill>
            <a:srgbClr val="1F1D1B">
              <a:alpha val="7999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de-DE"/>
          </a:p>
        </p:txBody>
      </p:sp>
      <p:sp>
        <p:nvSpPr>
          <p:cNvPr id="3208" name="AutoShape 136">
            <a:extLst>
              <a:ext uri="{FF2B5EF4-FFF2-40B4-BE49-F238E27FC236}">
                <a16:creationId xmlns:a16="http://schemas.microsoft.com/office/drawing/2014/main" id="{5509C6C4-FDFD-F67B-B44B-852B35DE69A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2413" y="3630613"/>
            <a:ext cx="12700" cy="12700"/>
          </a:xfrm>
          <a:custGeom>
            <a:avLst/>
            <a:gdLst>
              <a:gd name="G0" fmla="*/ 37 1 2"/>
              <a:gd name="G1" fmla="*/ 1 48365 11520"/>
              <a:gd name="G2" fmla="*/ G1 32767 1"/>
              <a:gd name="G3" fmla="*/ G2 1 32767"/>
              <a:gd name="G4" fmla="cos G0 G3"/>
              <a:gd name="G5" fmla="*/ 37 1 2"/>
              <a:gd name="G6" fmla="*/ 1 48365 11520"/>
              <a:gd name="G7" fmla="*/ G6 32767 1"/>
              <a:gd name="G8" fmla="*/ G7 1 32767"/>
              <a:gd name="G9" fmla="sin G5 G8"/>
              <a:gd name="G10" fmla="*/ 37 1 2"/>
              <a:gd name="G11" fmla="+- G10 0 G4"/>
              <a:gd name="G12" fmla="+- G10 G4 0"/>
              <a:gd name="G13" fmla="+- G12 0 0"/>
              <a:gd name="G14" fmla="*/ 37 1 2"/>
              <a:gd name="G15" fmla="+- G14 0 G9"/>
              <a:gd name="G16" fmla="+- G14 G9 0"/>
              <a:gd name="G17" fmla="+- G16 0 0"/>
              <a:gd name="G18" fmla="+- 37 0 0"/>
              <a:gd name="G19" fmla="+- 37 0 0"/>
              <a:gd name="G20" fmla="+- 180 0 0"/>
              <a:gd name="G21" fmla="+- 90 0 0"/>
              <a:gd name="G22" fmla="+- 270 0 0"/>
              <a:gd name="G23" fmla="+- 90 0 0"/>
              <a:gd name="G24" fmla="+- 0 0 0"/>
              <a:gd name="G25" fmla="+- 90 0 0"/>
              <a:gd name="G26" fmla="+- 90 0 0"/>
              <a:gd name="G27" fmla="+- 90 0 0"/>
            </a:gdLst>
            <a:ahLst/>
            <a:cxnLst>
              <a:cxn ang="0">
                <a:pos x="r" y="vc"/>
              </a:cxn>
              <a:cxn ang="5400000">
                <a:pos x="hc" y="b"/>
              </a:cxn>
              <a:cxn ang="10800000">
                <a:pos x="l" y="vc"/>
              </a:cxn>
              <a:cxn ang="16200000">
                <a:pos x="hc" y="t"/>
              </a:cxn>
            </a:cxnLst>
            <a:rect l="0" t="0" r="0" b="0"/>
            <a:pathLst>
              <a:path>
                <a:moveTo>
                  <a:pt x="0" y="19"/>
                </a:moveTo>
                <a:lnTo>
                  <a:pt x="19" y="19"/>
                </a:lnTo>
                <a:lnTo>
                  <a:pt x="180" y="90"/>
                </a:lnTo>
                <a:lnTo>
                  <a:pt x="19" y="19"/>
                </a:lnTo>
                <a:lnTo>
                  <a:pt x="270" y="90"/>
                </a:lnTo>
                <a:close/>
              </a:path>
            </a:pathLst>
          </a:custGeom>
          <a:solidFill>
            <a:srgbClr val="1F1D1B">
              <a:alpha val="7999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de-DE"/>
          </a:p>
        </p:txBody>
      </p:sp>
      <p:sp>
        <p:nvSpPr>
          <p:cNvPr id="3209" name="AutoShape 137">
            <a:extLst>
              <a:ext uri="{FF2B5EF4-FFF2-40B4-BE49-F238E27FC236}">
                <a16:creationId xmlns:a16="http://schemas.microsoft.com/office/drawing/2014/main" id="{6CC07E07-2061-794C-6837-DB7D2EC73BC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50013" y="7974013"/>
            <a:ext cx="15875" cy="15875"/>
          </a:xfrm>
          <a:custGeom>
            <a:avLst/>
            <a:gdLst>
              <a:gd name="G0" fmla="*/ 46 1 2"/>
              <a:gd name="G1" fmla="*/ 1 48365 11520"/>
              <a:gd name="G2" fmla="*/ G1 32767 1"/>
              <a:gd name="G3" fmla="*/ G2 1 32767"/>
              <a:gd name="G4" fmla="cos G0 G3"/>
              <a:gd name="G5" fmla="*/ 46 1 2"/>
              <a:gd name="G6" fmla="*/ 1 48365 11520"/>
              <a:gd name="G7" fmla="*/ G6 32767 1"/>
              <a:gd name="G8" fmla="*/ G7 1 32767"/>
              <a:gd name="G9" fmla="sin G5 G8"/>
              <a:gd name="G10" fmla="*/ 46 1 2"/>
              <a:gd name="G11" fmla="+- G10 0 G4"/>
              <a:gd name="G12" fmla="+- G10 G4 0"/>
              <a:gd name="G13" fmla="+- G12 0 0"/>
              <a:gd name="G14" fmla="*/ 46 1 2"/>
              <a:gd name="G15" fmla="+- G14 0 G9"/>
              <a:gd name="G16" fmla="+- G14 G9 0"/>
              <a:gd name="G17" fmla="+- G16 0 0"/>
              <a:gd name="G18" fmla="+- 46 0 0"/>
              <a:gd name="G19" fmla="+- 46 0 0"/>
              <a:gd name="G20" fmla="+- 180 0 0"/>
              <a:gd name="G21" fmla="+- 90 0 0"/>
              <a:gd name="G22" fmla="+- 270 0 0"/>
              <a:gd name="G23" fmla="+- 90 0 0"/>
              <a:gd name="G24" fmla="+- 0 0 0"/>
              <a:gd name="G25" fmla="+- 90 0 0"/>
              <a:gd name="G26" fmla="+- 90 0 0"/>
              <a:gd name="G27" fmla="+- 90 0 0"/>
            </a:gdLst>
            <a:ahLst/>
            <a:cxnLst>
              <a:cxn ang="0">
                <a:pos x="r" y="vc"/>
              </a:cxn>
              <a:cxn ang="5400000">
                <a:pos x="hc" y="b"/>
              </a:cxn>
              <a:cxn ang="10800000">
                <a:pos x="l" y="vc"/>
              </a:cxn>
              <a:cxn ang="16200000">
                <a:pos x="hc" y="t"/>
              </a:cxn>
            </a:cxnLst>
            <a:rect l="0" t="0" r="0" b="0"/>
            <a:pathLst>
              <a:path>
                <a:moveTo>
                  <a:pt x="0" y="23"/>
                </a:moveTo>
                <a:lnTo>
                  <a:pt x="23" y="23"/>
                </a:lnTo>
                <a:lnTo>
                  <a:pt x="180" y="90"/>
                </a:lnTo>
                <a:lnTo>
                  <a:pt x="23" y="23"/>
                </a:lnTo>
                <a:lnTo>
                  <a:pt x="270" y="90"/>
                </a:lnTo>
                <a:close/>
              </a:path>
            </a:pathLst>
          </a:custGeom>
          <a:solidFill>
            <a:srgbClr val="1F1D1B">
              <a:alpha val="7999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de-DE"/>
          </a:p>
        </p:txBody>
      </p:sp>
      <p:sp>
        <p:nvSpPr>
          <p:cNvPr id="3210" name="AutoShape 138">
            <a:extLst>
              <a:ext uri="{FF2B5EF4-FFF2-40B4-BE49-F238E27FC236}">
                <a16:creationId xmlns:a16="http://schemas.microsoft.com/office/drawing/2014/main" id="{214D4BC8-107E-CA5A-7B31-EF08C3EB294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51613" y="2236788"/>
            <a:ext cx="11112" cy="11112"/>
          </a:xfrm>
          <a:custGeom>
            <a:avLst/>
            <a:gdLst>
              <a:gd name="G0" fmla="*/ 31 1 2"/>
              <a:gd name="G1" fmla="*/ 1 48365 11520"/>
              <a:gd name="G2" fmla="*/ G1 32767 1"/>
              <a:gd name="G3" fmla="*/ G2 1 32767"/>
              <a:gd name="G4" fmla="cos G0 G3"/>
              <a:gd name="G5" fmla="*/ 31 1 2"/>
              <a:gd name="G6" fmla="*/ 1 48365 11520"/>
              <a:gd name="G7" fmla="*/ G6 32767 1"/>
              <a:gd name="G8" fmla="*/ G7 1 32767"/>
              <a:gd name="G9" fmla="sin G5 G8"/>
              <a:gd name="G10" fmla="*/ 31 1 2"/>
              <a:gd name="G11" fmla="+- G10 0 G4"/>
              <a:gd name="G12" fmla="+- G10 G4 0"/>
              <a:gd name="G13" fmla="+- G12 0 0"/>
              <a:gd name="G14" fmla="*/ 31 1 2"/>
              <a:gd name="G15" fmla="+- G14 0 G9"/>
              <a:gd name="G16" fmla="+- G14 G9 0"/>
              <a:gd name="G17" fmla="+- G16 0 0"/>
              <a:gd name="G18" fmla="+- 31 0 0"/>
              <a:gd name="G19" fmla="+- 31 0 0"/>
              <a:gd name="G20" fmla="+- 180 0 0"/>
              <a:gd name="G21" fmla="+- 90 0 0"/>
              <a:gd name="G22" fmla="+- 270 0 0"/>
              <a:gd name="G23" fmla="+- 90 0 0"/>
              <a:gd name="G24" fmla="+- 0 0 0"/>
              <a:gd name="G25" fmla="+- 90 0 0"/>
              <a:gd name="G26" fmla="+- 90 0 0"/>
              <a:gd name="G27" fmla="+- 90 0 0"/>
            </a:gdLst>
            <a:ahLst/>
            <a:cxnLst>
              <a:cxn ang="0">
                <a:pos x="r" y="vc"/>
              </a:cxn>
              <a:cxn ang="5400000">
                <a:pos x="hc" y="b"/>
              </a:cxn>
              <a:cxn ang="10800000">
                <a:pos x="l" y="vc"/>
              </a:cxn>
              <a:cxn ang="16200000">
                <a:pos x="hc" y="t"/>
              </a:cxn>
            </a:cxnLst>
            <a:rect l="0" t="0" r="0" b="0"/>
            <a:pathLst>
              <a:path>
                <a:moveTo>
                  <a:pt x="0" y="16"/>
                </a:moveTo>
                <a:lnTo>
                  <a:pt x="16" y="16"/>
                </a:lnTo>
                <a:lnTo>
                  <a:pt x="180" y="90"/>
                </a:lnTo>
                <a:lnTo>
                  <a:pt x="16" y="16"/>
                </a:lnTo>
                <a:lnTo>
                  <a:pt x="270" y="90"/>
                </a:lnTo>
                <a:close/>
              </a:path>
            </a:pathLst>
          </a:custGeom>
          <a:solidFill>
            <a:srgbClr val="1F1D1B">
              <a:alpha val="7999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de-DE"/>
          </a:p>
        </p:txBody>
      </p:sp>
      <p:sp>
        <p:nvSpPr>
          <p:cNvPr id="3211" name="AutoShape 139">
            <a:extLst>
              <a:ext uri="{FF2B5EF4-FFF2-40B4-BE49-F238E27FC236}">
                <a16:creationId xmlns:a16="http://schemas.microsoft.com/office/drawing/2014/main" id="{3EF45087-F5E2-6B44-9B6A-5312286DD04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03638" y="665163"/>
            <a:ext cx="20637" cy="20637"/>
          </a:xfrm>
          <a:custGeom>
            <a:avLst/>
            <a:gdLst>
              <a:gd name="G0" fmla="*/ 57 1 2"/>
              <a:gd name="G1" fmla="*/ 1 48365 11520"/>
              <a:gd name="G2" fmla="*/ G1 32767 1"/>
              <a:gd name="G3" fmla="*/ G2 1 32767"/>
              <a:gd name="G4" fmla="cos G0 G3"/>
              <a:gd name="G5" fmla="*/ 57 1 2"/>
              <a:gd name="G6" fmla="*/ 1 48365 11520"/>
              <a:gd name="G7" fmla="*/ G6 32767 1"/>
              <a:gd name="G8" fmla="*/ G7 1 32767"/>
              <a:gd name="G9" fmla="sin G5 G8"/>
              <a:gd name="G10" fmla="*/ 57 1 2"/>
              <a:gd name="G11" fmla="+- G10 0 G4"/>
              <a:gd name="G12" fmla="+- G10 G4 0"/>
              <a:gd name="G13" fmla="+- G12 0 0"/>
              <a:gd name="G14" fmla="*/ 57 1 2"/>
              <a:gd name="G15" fmla="+- G14 0 G9"/>
              <a:gd name="G16" fmla="+- G14 G9 0"/>
              <a:gd name="G17" fmla="+- G16 0 0"/>
              <a:gd name="G18" fmla="+- 57 0 0"/>
              <a:gd name="G19" fmla="+- 57 0 0"/>
              <a:gd name="G20" fmla="+- 180 0 0"/>
              <a:gd name="G21" fmla="+- 90 0 0"/>
              <a:gd name="G22" fmla="+- 270 0 0"/>
              <a:gd name="G23" fmla="+- 90 0 0"/>
              <a:gd name="G24" fmla="+- 0 0 0"/>
              <a:gd name="G25" fmla="+- 90 0 0"/>
              <a:gd name="G26" fmla="+- 90 0 0"/>
              <a:gd name="G27" fmla="+- 90 0 0"/>
            </a:gdLst>
            <a:ahLst/>
            <a:cxnLst>
              <a:cxn ang="0">
                <a:pos x="r" y="vc"/>
              </a:cxn>
              <a:cxn ang="5400000">
                <a:pos x="hc" y="b"/>
              </a:cxn>
              <a:cxn ang="10800000">
                <a:pos x="l" y="vc"/>
              </a:cxn>
              <a:cxn ang="16200000">
                <a:pos x="hc" y="t"/>
              </a:cxn>
            </a:cxnLst>
            <a:rect l="0" t="0" r="0" b="0"/>
            <a:pathLst>
              <a:path>
                <a:moveTo>
                  <a:pt x="0" y="29"/>
                </a:moveTo>
                <a:lnTo>
                  <a:pt x="29" y="29"/>
                </a:lnTo>
                <a:lnTo>
                  <a:pt x="180" y="90"/>
                </a:lnTo>
                <a:lnTo>
                  <a:pt x="29" y="29"/>
                </a:lnTo>
                <a:lnTo>
                  <a:pt x="270" y="90"/>
                </a:lnTo>
                <a:close/>
              </a:path>
            </a:pathLst>
          </a:custGeom>
          <a:solidFill>
            <a:srgbClr val="1F1D1B">
              <a:alpha val="7999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de-DE"/>
          </a:p>
        </p:txBody>
      </p:sp>
      <p:sp>
        <p:nvSpPr>
          <p:cNvPr id="3212" name="AutoShape 140">
            <a:extLst>
              <a:ext uri="{FF2B5EF4-FFF2-40B4-BE49-F238E27FC236}">
                <a16:creationId xmlns:a16="http://schemas.microsoft.com/office/drawing/2014/main" id="{19C8E1AF-A9E1-7A5F-794B-1DE60D33707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46163" y="7453313"/>
            <a:ext cx="17462" cy="17462"/>
          </a:xfrm>
          <a:custGeom>
            <a:avLst/>
            <a:gdLst>
              <a:gd name="G0" fmla="*/ 50 1 2"/>
              <a:gd name="G1" fmla="*/ 1 48365 11520"/>
              <a:gd name="G2" fmla="*/ G1 32767 1"/>
              <a:gd name="G3" fmla="*/ G2 1 32767"/>
              <a:gd name="G4" fmla="cos G0 G3"/>
              <a:gd name="G5" fmla="*/ 50 1 2"/>
              <a:gd name="G6" fmla="*/ 1 48365 11520"/>
              <a:gd name="G7" fmla="*/ G6 32767 1"/>
              <a:gd name="G8" fmla="*/ G7 1 32767"/>
              <a:gd name="G9" fmla="sin G5 G8"/>
              <a:gd name="G10" fmla="*/ 50 1 2"/>
              <a:gd name="G11" fmla="+- G10 0 G4"/>
              <a:gd name="G12" fmla="+- G10 G4 0"/>
              <a:gd name="G13" fmla="+- G12 0 0"/>
              <a:gd name="G14" fmla="*/ 50 1 2"/>
              <a:gd name="G15" fmla="+- G14 0 G9"/>
              <a:gd name="G16" fmla="+- G14 G9 0"/>
              <a:gd name="G17" fmla="+- G16 0 0"/>
              <a:gd name="G18" fmla="+- 50 0 0"/>
              <a:gd name="G19" fmla="+- 50 0 0"/>
              <a:gd name="G20" fmla="+- 180 0 0"/>
              <a:gd name="G21" fmla="+- 90 0 0"/>
              <a:gd name="G22" fmla="+- 270 0 0"/>
              <a:gd name="G23" fmla="+- 90 0 0"/>
              <a:gd name="G24" fmla="+- 0 0 0"/>
              <a:gd name="G25" fmla="+- 90 0 0"/>
              <a:gd name="G26" fmla="+- 90 0 0"/>
              <a:gd name="G27" fmla="+- 90 0 0"/>
            </a:gdLst>
            <a:ahLst/>
            <a:cxnLst>
              <a:cxn ang="0">
                <a:pos x="r" y="vc"/>
              </a:cxn>
              <a:cxn ang="5400000">
                <a:pos x="hc" y="b"/>
              </a:cxn>
              <a:cxn ang="10800000">
                <a:pos x="l" y="vc"/>
              </a:cxn>
              <a:cxn ang="16200000">
                <a:pos x="hc" y="t"/>
              </a:cxn>
            </a:cxnLst>
            <a:rect l="0" t="0" r="0" b="0"/>
            <a:pathLst>
              <a:path>
                <a:moveTo>
                  <a:pt x="0" y="25"/>
                </a:moveTo>
                <a:lnTo>
                  <a:pt x="25" y="25"/>
                </a:lnTo>
                <a:lnTo>
                  <a:pt x="180" y="90"/>
                </a:lnTo>
                <a:lnTo>
                  <a:pt x="25" y="25"/>
                </a:lnTo>
                <a:lnTo>
                  <a:pt x="270" y="90"/>
                </a:lnTo>
                <a:close/>
              </a:path>
            </a:pathLst>
          </a:custGeom>
          <a:solidFill>
            <a:srgbClr val="1F1D1B">
              <a:alpha val="7999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de-DE"/>
          </a:p>
        </p:txBody>
      </p:sp>
      <p:sp>
        <p:nvSpPr>
          <p:cNvPr id="3213" name="AutoShape 141">
            <a:extLst>
              <a:ext uri="{FF2B5EF4-FFF2-40B4-BE49-F238E27FC236}">
                <a16:creationId xmlns:a16="http://schemas.microsoft.com/office/drawing/2014/main" id="{B70A51F6-DA88-DDB5-84B3-47A6EA70C7B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25613" y="6673850"/>
            <a:ext cx="11112" cy="11113"/>
          </a:xfrm>
          <a:custGeom>
            <a:avLst/>
            <a:gdLst>
              <a:gd name="G0" fmla="*/ 31 1 2"/>
              <a:gd name="G1" fmla="*/ 1 48365 11520"/>
              <a:gd name="G2" fmla="*/ G1 32767 1"/>
              <a:gd name="G3" fmla="*/ G2 1 32767"/>
              <a:gd name="G4" fmla="cos G0 G3"/>
              <a:gd name="G5" fmla="*/ 31 1 2"/>
              <a:gd name="G6" fmla="*/ 1 48365 11520"/>
              <a:gd name="G7" fmla="*/ G6 32767 1"/>
              <a:gd name="G8" fmla="*/ G7 1 32767"/>
              <a:gd name="G9" fmla="sin G5 G8"/>
              <a:gd name="G10" fmla="*/ 31 1 2"/>
              <a:gd name="G11" fmla="+- G10 0 G4"/>
              <a:gd name="G12" fmla="+- G10 G4 0"/>
              <a:gd name="G13" fmla="+- G12 0 0"/>
              <a:gd name="G14" fmla="*/ 31 1 2"/>
              <a:gd name="G15" fmla="+- G14 0 G9"/>
              <a:gd name="G16" fmla="+- G14 G9 0"/>
              <a:gd name="G17" fmla="+- G16 0 0"/>
              <a:gd name="G18" fmla="+- 31 0 0"/>
              <a:gd name="G19" fmla="+- 31 0 0"/>
              <a:gd name="G20" fmla="+- 180 0 0"/>
              <a:gd name="G21" fmla="+- 90 0 0"/>
              <a:gd name="G22" fmla="+- 270 0 0"/>
              <a:gd name="G23" fmla="+- 90 0 0"/>
              <a:gd name="G24" fmla="+- 0 0 0"/>
              <a:gd name="G25" fmla="+- 90 0 0"/>
              <a:gd name="G26" fmla="+- 90 0 0"/>
              <a:gd name="G27" fmla="+- 90 0 0"/>
            </a:gdLst>
            <a:ahLst/>
            <a:cxnLst>
              <a:cxn ang="0">
                <a:pos x="r" y="vc"/>
              </a:cxn>
              <a:cxn ang="5400000">
                <a:pos x="hc" y="b"/>
              </a:cxn>
              <a:cxn ang="10800000">
                <a:pos x="l" y="vc"/>
              </a:cxn>
              <a:cxn ang="16200000">
                <a:pos x="hc" y="t"/>
              </a:cxn>
            </a:cxnLst>
            <a:rect l="0" t="0" r="0" b="0"/>
            <a:pathLst>
              <a:path>
                <a:moveTo>
                  <a:pt x="0" y="16"/>
                </a:moveTo>
                <a:lnTo>
                  <a:pt x="16" y="16"/>
                </a:lnTo>
                <a:lnTo>
                  <a:pt x="180" y="90"/>
                </a:lnTo>
                <a:lnTo>
                  <a:pt x="16" y="16"/>
                </a:lnTo>
                <a:lnTo>
                  <a:pt x="270" y="90"/>
                </a:lnTo>
                <a:close/>
              </a:path>
            </a:pathLst>
          </a:custGeom>
          <a:solidFill>
            <a:srgbClr val="1F1D1B">
              <a:alpha val="7999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de-DE"/>
          </a:p>
        </p:txBody>
      </p:sp>
      <p:sp>
        <p:nvSpPr>
          <p:cNvPr id="3214" name="AutoShape 142">
            <a:extLst>
              <a:ext uri="{FF2B5EF4-FFF2-40B4-BE49-F238E27FC236}">
                <a16:creationId xmlns:a16="http://schemas.microsoft.com/office/drawing/2014/main" id="{2AF1D965-1885-AE5D-0731-76999658514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39850" y="2519363"/>
            <a:ext cx="22225" cy="22225"/>
          </a:xfrm>
          <a:custGeom>
            <a:avLst/>
            <a:gdLst>
              <a:gd name="G0" fmla="*/ 64 1 2"/>
              <a:gd name="G1" fmla="*/ 1 48365 11520"/>
              <a:gd name="G2" fmla="*/ G1 32767 1"/>
              <a:gd name="G3" fmla="*/ G2 1 32767"/>
              <a:gd name="G4" fmla="cos G0 G3"/>
              <a:gd name="G5" fmla="*/ 64 1 2"/>
              <a:gd name="G6" fmla="*/ 1 48365 11520"/>
              <a:gd name="G7" fmla="*/ G6 32767 1"/>
              <a:gd name="G8" fmla="*/ G7 1 32767"/>
              <a:gd name="G9" fmla="sin G5 G8"/>
              <a:gd name="G10" fmla="*/ 64 1 2"/>
              <a:gd name="G11" fmla="+- G10 0 G4"/>
              <a:gd name="G12" fmla="+- G10 G4 0"/>
              <a:gd name="G13" fmla="+- G12 0 0"/>
              <a:gd name="G14" fmla="*/ 64 1 2"/>
              <a:gd name="G15" fmla="+- G14 0 G9"/>
              <a:gd name="G16" fmla="+- G14 G9 0"/>
              <a:gd name="G17" fmla="+- G16 0 0"/>
              <a:gd name="G18" fmla="+- 64 0 0"/>
              <a:gd name="G19" fmla="+- 64 0 0"/>
              <a:gd name="G20" fmla="+- 180 0 0"/>
              <a:gd name="G21" fmla="+- 90 0 0"/>
              <a:gd name="G22" fmla="+- 270 0 0"/>
              <a:gd name="G23" fmla="+- 90 0 0"/>
              <a:gd name="G24" fmla="+- 0 0 0"/>
              <a:gd name="G25" fmla="+- 90 0 0"/>
              <a:gd name="G26" fmla="+- 90 0 0"/>
              <a:gd name="G27" fmla="+- 90 0 0"/>
            </a:gdLst>
            <a:ahLst/>
            <a:cxnLst>
              <a:cxn ang="0">
                <a:pos x="r" y="vc"/>
              </a:cxn>
              <a:cxn ang="5400000">
                <a:pos x="hc" y="b"/>
              </a:cxn>
              <a:cxn ang="10800000">
                <a:pos x="l" y="vc"/>
              </a:cxn>
              <a:cxn ang="16200000">
                <a:pos x="hc" y="t"/>
              </a:cxn>
            </a:cxnLst>
            <a:rect l="0" t="0" r="0" b="0"/>
            <a:pathLst>
              <a:path>
                <a:moveTo>
                  <a:pt x="0" y="32"/>
                </a:moveTo>
                <a:lnTo>
                  <a:pt x="32" y="32"/>
                </a:lnTo>
                <a:lnTo>
                  <a:pt x="180" y="90"/>
                </a:lnTo>
                <a:lnTo>
                  <a:pt x="32" y="32"/>
                </a:lnTo>
                <a:lnTo>
                  <a:pt x="270" y="90"/>
                </a:lnTo>
                <a:close/>
              </a:path>
            </a:pathLst>
          </a:custGeom>
          <a:solidFill>
            <a:srgbClr val="1F1D1B">
              <a:alpha val="7999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de-DE"/>
          </a:p>
        </p:txBody>
      </p:sp>
      <p:sp>
        <p:nvSpPr>
          <p:cNvPr id="3215" name="AutoShape 143">
            <a:extLst>
              <a:ext uri="{FF2B5EF4-FFF2-40B4-BE49-F238E27FC236}">
                <a16:creationId xmlns:a16="http://schemas.microsoft.com/office/drawing/2014/main" id="{18DAF598-0475-FFAA-1A21-CC7A1105D14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30538" y="9237663"/>
            <a:ext cx="26987" cy="26987"/>
          </a:xfrm>
          <a:custGeom>
            <a:avLst/>
            <a:gdLst>
              <a:gd name="G0" fmla="*/ 76 1 2"/>
              <a:gd name="G1" fmla="*/ 1 48365 11520"/>
              <a:gd name="G2" fmla="*/ G1 32767 1"/>
              <a:gd name="G3" fmla="*/ G2 1 32767"/>
              <a:gd name="G4" fmla="cos G0 G3"/>
              <a:gd name="G5" fmla="*/ 76 1 2"/>
              <a:gd name="G6" fmla="*/ 1 48365 11520"/>
              <a:gd name="G7" fmla="*/ G6 32767 1"/>
              <a:gd name="G8" fmla="*/ G7 1 32767"/>
              <a:gd name="G9" fmla="sin G5 G8"/>
              <a:gd name="G10" fmla="*/ 76 1 2"/>
              <a:gd name="G11" fmla="+- G10 0 G4"/>
              <a:gd name="G12" fmla="+- G10 G4 0"/>
              <a:gd name="G13" fmla="+- G12 0 0"/>
              <a:gd name="G14" fmla="*/ 76 1 2"/>
              <a:gd name="G15" fmla="+- G14 0 G9"/>
              <a:gd name="G16" fmla="+- G14 G9 0"/>
              <a:gd name="G17" fmla="+- G16 0 0"/>
              <a:gd name="G18" fmla="+- 76 0 0"/>
              <a:gd name="G19" fmla="+- 76 0 0"/>
              <a:gd name="G20" fmla="+- 180 0 0"/>
              <a:gd name="G21" fmla="+- 90 0 0"/>
              <a:gd name="G22" fmla="+- 270 0 0"/>
              <a:gd name="G23" fmla="+- 90 0 0"/>
              <a:gd name="G24" fmla="+- 0 0 0"/>
              <a:gd name="G25" fmla="+- 90 0 0"/>
              <a:gd name="G26" fmla="+- 90 0 0"/>
              <a:gd name="G27" fmla="+- 90 0 0"/>
            </a:gdLst>
            <a:ahLst/>
            <a:cxnLst>
              <a:cxn ang="0">
                <a:pos x="r" y="vc"/>
              </a:cxn>
              <a:cxn ang="5400000">
                <a:pos x="hc" y="b"/>
              </a:cxn>
              <a:cxn ang="10800000">
                <a:pos x="l" y="vc"/>
              </a:cxn>
              <a:cxn ang="16200000">
                <a:pos x="hc" y="t"/>
              </a:cxn>
            </a:cxnLst>
            <a:rect l="0" t="0" r="0" b="0"/>
            <a:pathLst>
              <a:path>
                <a:moveTo>
                  <a:pt x="0" y="38"/>
                </a:moveTo>
                <a:lnTo>
                  <a:pt x="38" y="38"/>
                </a:lnTo>
                <a:lnTo>
                  <a:pt x="180" y="90"/>
                </a:lnTo>
                <a:lnTo>
                  <a:pt x="38" y="38"/>
                </a:lnTo>
                <a:lnTo>
                  <a:pt x="270" y="90"/>
                </a:lnTo>
                <a:close/>
              </a:path>
            </a:pathLst>
          </a:custGeom>
          <a:solidFill>
            <a:srgbClr val="1F1D1B">
              <a:alpha val="7999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de-DE"/>
          </a:p>
        </p:txBody>
      </p:sp>
      <p:sp>
        <p:nvSpPr>
          <p:cNvPr id="3216" name="AutoShape 144">
            <a:extLst>
              <a:ext uri="{FF2B5EF4-FFF2-40B4-BE49-F238E27FC236}">
                <a16:creationId xmlns:a16="http://schemas.microsoft.com/office/drawing/2014/main" id="{01626E8B-205B-D74F-4C6E-172CD6E6EB3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00300" y="844550"/>
            <a:ext cx="14288" cy="14288"/>
          </a:xfrm>
          <a:custGeom>
            <a:avLst/>
            <a:gdLst>
              <a:gd name="G0" fmla="*/ 41 1 2"/>
              <a:gd name="G1" fmla="*/ 1 48365 11520"/>
              <a:gd name="G2" fmla="*/ G1 32767 1"/>
              <a:gd name="G3" fmla="*/ G2 1 32767"/>
              <a:gd name="G4" fmla="cos G0 G3"/>
              <a:gd name="G5" fmla="*/ 41 1 2"/>
              <a:gd name="G6" fmla="*/ 1 48365 11520"/>
              <a:gd name="G7" fmla="*/ G6 32767 1"/>
              <a:gd name="G8" fmla="*/ G7 1 32767"/>
              <a:gd name="G9" fmla="sin G5 G8"/>
              <a:gd name="G10" fmla="*/ 41 1 2"/>
              <a:gd name="G11" fmla="+- G10 0 G4"/>
              <a:gd name="G12" fmla="+- G10 G4 0"/>
              <a:gd name="G13" fmla="+- G12 0 0"/>
              <a:gd name="G14" fmla="*/ 41 1 2"/>
              <a:gd name="G15" fmla="+- G14 0 G9"/>
              <a:gd name="G16" fmla="+- G14 G9 0"/>
              <a:gd name="G17" fmla="+- G16 0 0"/>
              <a:gd name="G18" fmla="+- 41 0 0"/>
              <a:gd name="G19" fmla="+- 41 0 0"/>
              <a:gd name="G20" fmla="+- 180 0 0"/>
              <a:gd name="G21" fmla="+- 90 0 0"/>
              <a:gd name="G22" fmla="+- 270 0 0"/>
              <a:gd name="G23" fmla="+- 90 0 0"/>
              <a:gd name="G24" fmla="+- 0 0 0"/>
              <a:gd name="G25" fmla="+- 90 0 0"/>
              <a:gd name="G26" fmla="+- 90 0 0"/>
              <a:gd name="G27" fmla="+- 90 0 0"/>
            </a:gdLst>
            <a:ahLst/>
            <a:cxnLst>
              <a:cxn ang="0">
                <a:pos x="r" y="vc"/>
              </a:cxn>
              <a:cxn ang="5400000">
                <a:pos x="hc" y="b"/>
              </a:cxn>
              <a:cxn ang="10800000">
                <a:pos x="l" y="vc"/>
              </a:cxn>
              <a:cxn ang="16200000">
                <a:pos x="hc" y="t"/>
              </a:cxn>
            </a:cxnLst>
            <a:rect l="0" t="0" r="0" b="0"/>
            <a:pathLst>
              <a:path>
                <a:moveTo>
                  <a:pt x="0" y="21"/>
                </a:moveTo>
                <a:lnTo>
                  <a:pt x="21" y="21"/>
                </a:lnTo>
                <a:lnTo>
                  <a:pt x="180" y="90"/>
                </a:lnTo>
                <a:lnTo>
                  <a:pt x="21" y="21"/>
                </a:lnTo>
                <a:lnTo>
                  <a:pt x="270" y="90"/>
                </a:lnTo>
                <a:close/>
              </a:path>
            </a:pathLst>
          </a:custGeom>
          <a:solidFill>
            <a:srgbClr val="1F1D1B">
              <a:alpha val="7999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de-DE"/>
          </a:p>
        </p:txBody>
      </p:sp>
      <p:sp>
        <p:nvSpPr>
          <p:cNvPr id="3217" name="AutoShape 145">
            <a:extLst>
              <a:ext uri="{FF2B5EF4-FFF2-40B4-BE49-F238E27FC236}">
                <a16:creationId xmlns:a16="http://schemas.microsoft.com/office/drawing/2014/main" id="{B19100EB-3E49-A5AA-BD53-1718EEE1061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89213" y="1649413"/>
            <a:ext cx="25400" cy="25400"/>
          </a:xfrm>
          <a:custGeom>
            <a:avLst/>
            <a:gdLst>
              <a:gd name="G0" fmla="*/ 70 1 2"/>
              <a:gd name="G1" fmla="*/ 1 48365 11520"/>
              <a:gd name="G2" fmla="*/ G1 32767 1"/>
              <a:gd name="G3" fmla="*/ G2 1 32767"/>
              <a:gd name="G4" fmla="cos G0 G3"/>
              <a:gd name="G5" fmla="*/ 70 1 2"/>
              <a:gd name="G6" fmla="*/ 1 48365 11520"/>
              <a:gd name="G7" fmla="*/ G6 32767 1"/>
              <a:gd name="G8" fmla="*/ G7 1 32767"/>
              <a:gd name="G9" fmla="sin G5 G8"/>
              <a:gd name="G10" fmla="*/ 70 1 2"/>
              <a:gd name="G11" fmla="+- G10 0 G4"/>
              <a:gd name="G12" fmla="+- G10 G4 0"/>
              <a:gd name="G13" fmla="+- G12 0 0"/>
              <a:gd name="G14" fmla="*/ 70 1 2"/>
              <a:gd name="G15" fmla="+- G14 0 G9"/>
              <a:gd name="G16" fmla="+- G14 G9 0"/>
              <a:gd name="G17" fmla="+- G16 0 0"/>
              <a:gd name="G18" fmla="+- 70 0 0"/>
              <a:gd name="G19" fmla="+- 70 0 0"/>
              <a:gd name="G20" fmla="+- 180 0 0"/>
              <a:gd name="G21" fmla="+- 90 0 0"/>
              <a:gd name="G22" fmla="+- 270 0 0"/>
              <a:gd name="G23" fmla="+- 90 0 0"/>
              <a:gd name="G24" fmla="+- 0 0 0"/>
              <a:gd name="G25" fmla="+- 90 0 0"/>
              <a:gd name="G26" fmla="+- 90 0 0"/>
              <a:gd name="G27" fmla="+- 90 0 0"/>
            </a:gdLst>
            <a:ahLst/>
            <a:cxnLst>
              <a:cxn ang="0">
                <a:pos x="r" y="vc"/>
              </a:cxn>
              <a:cxn ang="5400000">
                <a:pos x="hc" y="b"/>
              </a:cxn>
              <a:cxn ang="10800000">
                <a:pos x="l" y="vc"/>
              </a:cxn>
              <a:cxn ang="16200000">
                <a:pos x="hc" y="t"/>
              </a:cxn>
            </a:cxnLst>
            <a:rect l="0" t="0" r="0" b="0"/>
            <a:pathLst>
              <a:path>
                <a:moveTo>
                  <a:pt x="0" y="35"/>
                </a:moveTo>
                <a:lnTo>
                  <a:pt x="35" y="35"/>
                </a:lnTo>
                <a:lnTo>
                  <a:pt x="180" y="90"/>
                </a:lnTo>
                <a:lnTo>
                  <a:pt x="35" y="35"/>
                </a:lnTo>
                <a:lnTo>
                  <a:pt x="270" y="90"/>
                </a:lnTo>
                <a:close/>
              </a:path>
            </a:pathLst>
          </a:custGeom>
          <a:solidFill>
            <a:srgbClr val="1F1D1B">
              <a:alpha val="7999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de-DE"/>
          </a:p>
        </p:txBody>
      </p:sp>
      <p:sp>
        <p:nvSpPr>
          <p:cNvPr id="3218" name="AutoShape 146">
            <a:extLst>
              <a:ext uri="{FF2B5EF4-FFF2-40B4-BE49-F238E27FC236}">
                <a16:creationId xmlns:a16="http://schemas.microsoft.com/office/drawing/2014/main" id="{C92B61AB-82D0-85EE-4763-E4B305C1AFD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43700" y="5783263"/>
            <a:ext cx="15875" cy="15875"/>
          </a:xfrm>
          <a:custGeom>
            <a:avLst/>
            <a:gdLst>
              <a:gd name="G0" fmla="*/ 44 1 2"/>
              <a:gd name="G1" fmla="*/ 1 48365 11520"/>
              <a:gd name="G2" fmla="*/ G1 32767 1"/>
              <a:gd name="G3" fmla="*/ G2 1 32767"/>
              <a:gd name="G4" fmla="cos G0 G3"/>
              <a:gd name="G5" fmla="*/ 44 1 2"/>
              <a:gd name="G6" fmla="*/ 1 48365 11520"/>
              <a:gd name="G7" fmla="*/ G6 32767 1"/>
              <a:gd name="G8" fmla="*/ G7 1 32767"/>
              <a:gd name="G9" fmla="sin G5 G8"/>
              <a:gd name="G10" fmla="*/ 44 1 2"/>
              <a:gd name="G11" fmla="+- G10 0 G4"/>
              <a:gd name="G12" fmla="+- G10 G4 0"/>
              <a:gd name="G13" fmla="+- G12 0 0"/>
              <a:gd name="G14" fmla="*/ 44 1 2"/>
              <a:gd name="G15" fmla="+- G14 0 G9"/>
              <a:gd name="G16" fmla="+- G14 G9 0"/>
              <a:gd name="G17" fmla="+- G16 0 0"/>
              <a:gd name="G18" fmla="+- 44 0 0"/>
              <a:gd name="G19" fmla="+- 44 0 0"/>
              <a:gd name="G20" fmla="+- 180 0 0"/>
              <a:gd name="G21" fmla="+- 90 0 0"/>
              <a:gd name="G22" fmla="+- 270 0 0"/>
              <a:gd name="G23" fmla="+- 90 0 0"/>
              <a:gd name="G24" fmla="+- 0 0 0"/>
              <a:gd name="G25" fmla="+- 90 0 0"/>
              <a:gd name="G26" fmla="+- 90 0 0"/>
              <a:gd name="G27" fmla="+- 90 0 0"/>
            </a:gdLst>
            <a:ahLst/>
            <a:cxnLst>
              <a:cxn ang="0">
                <a:pos x="r" y="vc"/>
              </a:cxn>
              <a:cxn ang="5400000">
                <a:pos x="hc" y="b"/>
              </a:cxn>
              <a:cxn ang="10800000">
                <a:pos x="l" y="vc"/>
              </a:cxn>
              <a:cxn ang="16200000">
                <a:pos x="hc" y="t"/>
              </a:cxn>
            </a:cxnLst>
            <a:rect l="0" t="0" r="0" b="0"/>
            <a:pathLst>
              <a:path>
                <a:moveTo>
                  <a:pt x="0" y="22"/>
                </a:moveTo>
                <a:lnTo>
                  <a:pt x="22" y="22"/>
                </a:lnTo>
                <a:lnTo>
                  <a:pt x="180" y="90"/>
                </a:lnTo>
                <a:lnTo>
                  <a:pt x="22" y="22"/>
                </a:lnTo>
                <a:lnTo>
                  <a:pt x="270" y="90"/>
                </a:lnTo>
                <a:close/>
              </a:path>
            </a:pathLst>
          </a:custGeom>
          <a:solidFill>
            <a:srgbClr val="1F1D1B">
              <a:alpha val="7999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de-DE"/>
          </a:p>
        </p:txBody>
      </p:sp>
      <p:sp>
        <p:nvSpPr>
          <p:cNvPr id="3219" name="AutoShape 147">
            <a:extLst>
              <a:ext uri="{FF2B5EF4-FFF2-40B4-BE49-F238E27FC236}">
                <a16:creationId xmlns:a16="http://schemas.microsoft.com/office/drawing/2014/main" id="{D8BB8779-7133-89A2-43CE-9EA102EAEF0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17825" y="7378700"/>
            <a:ext cx="25400" cy="25400"/>
          </a:xfrm>
          <a:custGeom>
            <a:avLst/>
            <a:gdLst>
              <a:gd name="G0" fmla="*/ 73 1 2"/>
              <a:gd name="G1" fmla="*/ 1 48365 11520"/>
              <a:gd name="G2" fmla="*/ G1 32767 1"/>
              <a:gd name="G3" fmla="*/ G2 1 32767"/>
              <a:gd name="G4" fmla="cos G0 G3"/>
              <a:gd name="G5" fmla="*/ 73 1 2"/>
              <a:gd name="G6" fmla="*/ 1 48365 11520"/>
              <a:gd name="G7" fmla="*/ G6 32767 1"/>
              <a:gd name="G8" fmla="*/ G7 1 32767"/>
              <a:gd name="G9" fmla="sin G5 G8"/>
              <a:gd name="G10" fmla="*/ 73 1 2"/>
              <a:gd name="G11" fmla="+- G10 0 G4"/>
              <a:gd name="G12" fmla="+- G10 G4 0"/>
              <a:gd name="G13" fmla="+- G12 0 0"/>
              <a:gd name="G14" fmla="*/ 73 1 2"/>
              <a:gd name="G15" fmla="+- G14 0 G9"/>
              <a:gd name="G16" fmla="+- G14 G9 0"/>
              <a:gd name="G17" fmla="+- G16 0 0"/>
              <a:gd name="G18" fmla="+- 73 0 0"/>
              <a:gd name="G19" fmla="+- 73 0 0"/>
              <a:gd name="G20" fmla="+- 180 0 0"/>
              <a:gd name="G21" fmla="+- 90 0 0"/>
              <a:gd name="G22" fmla="+- 270 0 0"/>
              <a:gd name="G23" fmla="+- 90 0 0"/>
              <a:gd name="G24" fmla="+- 0 0 0"/>
              <a:gd name="G25" fmla="+- 90 0 0"/>
              <a:gd name="G26" fmla="+- 90 0 0"/>
              <a:gd name="G27" fmla="+- 90 0 0"/>
            </a:gdLst>
            <a:ahLst/>
            <a:cxnLst>
              <a:cxn ang="0">
                <a:pos x="r" y="vc"/>
              </a:cxn>
              <a:cxn ang="5400000">
                <a:pos x="hc" y="b"/>
              </a:cxn>
              <a:cxn ang="10800000">
                <a:pos x="l" y="vc"/>
              </a:cxn>
              <a:cxn ang="16200000">
                <a:pos x="hc" y="t"/>
              </a:cxn>
            </a:cxnLst>
            <a:rect l="0" t="0" r="0" b="0"/>
            <a:pathLst>
              <a:path>
                <a:moveTo>
                  <a:pt x="0" y="37"/>
                </a:moveTo>
                <a:lnTo>
                  <a:pt x="37" y="37"/>
                </a:lnTo>
                <a:lnTo>
                  <a:pt x="180" y="90"/>
                </a:lnTo>
                <a:lnTo>
                  <a:pt x="37" y="37"/>
                </a:lnTo>
                <a:lnTo>
                  <a:pt x="270" y="90"/>
                </a:lnTo>
                <a:close/>
              </a:path>
            </a:pathLst>
          </a:custGeom>
          <a:solidFill>
            <a:srgbClr val="1F1D1B">
              <a:alpha val="7999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de-DE"/>
          </a:p>
        </p:txBody>
      </p:sp>
      <p:sp>
        <p:nvSpPr>
          <p:cNvPr id="3220" name="AutoShape 148">
            <a:extLst>
              <a:ext uri="{FF2B5EF4-FFF2-40B4-BE49-F238E27FC236}">
                <a16:creationId xmlns:a16="http://schemas.microsoft.com/office/drawing/2014/main" id="{91A0BC39-5E75-133C-BFD7-2302E2A8400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7050" y="568325"/>
            <a:ext cx="14288" cy="14288"/>
          </a:xfrm>
          <a:custGeom>
            <a:avLst/>
            <a:gdLst>
              <a:gd name="G0" fmla="*/ 41 1 2"/>
              <a:gd name="G1" fmla="*/ 1 48365 11520"/>
              <a:gd name="G2" fmla="*/ G1 32767 1"/>
              <a:gd name="G3" fmla="*/ G2 1 32767"/>
              <a:gd name="G4" fmla="cos G0 G3"/>
              <a:gd name="G5" fmla="*/ 41 1 2"/>
              <a:gd name="G6" fmla="*/ 1 48365 11520"/>
              <a:gd name="G7" fmla="*/ G6 32767 1"/>
              <a:gd name="G8" fmla="*/ G7 1 32767"/>
              <a:gd name="G9" fmla="sin G5 G8"/>
              <a:gd name="G10" fmla="*/ 41 1 2"/>
              <a:gd name="G11" fmla="+- G10 0 G4"/>
              <a:gd name="G12" fmla="+- G10 G4 0"/>
              <a:gd name="G13" fmla="+- G12 0 0"/>
              <a:gd name="G14" fmla="*/ 41 1 2"/>
              <a:gd name="G15" fmla="+- G14 0 G9"/>
              <a:gd name="G16" fmla="+- G14 G9 0"/>
              <a:gd name="G17" fmla="+- G16 0 0"/>
              <a:gd name="G18" fmla="+- 41 0 0"/>
              <a:gd name="G19" fmla="+- 41 0 0"/>
              <a:gd name="G20" fmla="+- 180 0 0"/>
              <a:gd name="G21" fmla="+- 90 0 0"/>
              <a:gd name="G22" fmla="+- 270 0 0"/>
              <a:gd name="G23" fmla="+- 90 0 0"/>
              <a:gd name="G24" fmla="+- 0 0 0"/>
              <a:gd name="G25" fmla="+- 90 0 0"/>
              <a:gd name="G26" fmla="+- 90 0 0"/>
              <a:gd name="G27" fmla="+- 90 0 0"/>
            </a:gdLst>
            <a:ahLst/>
            <a:cxnLst>
              <a:cxn ang="0">
                <a:pos x="r" y="vc"/>
              </a:cxn>
              <a:cxn ang="5400000">
                <a:pos x="hc" y="b"/>
              </a:cxn>
              <a:cxn ang="10800000">
                <a:pos x="l" y="vc"/>
              </a:cxn>
              <a:cxn ang="16200000">
                <a:pos x="hc" y="t"/>
              </a:cxn>
            </a:cxnLst>
            <a:rect l="0" t="0" r="0" b="0"/>
            <a:pathLst>
              <a:path>
                <a:moveTo>
                  <a:pt x="0" y="21"/>
                </a:moveTo>
                <a:lnTo>
                  <a:pt x="21" y="21"/>
                </a:lnTo>
                <a:lnTo>
                  <a:pt x="180" y="90"/>
                </a:lnTo>
                <a:lnTo>
                  <a:pt x="21" y="21"/>
                </a:lnTo>
                <a:lnTo>
                  <a:pt x="270" y="90"/>
                </a:lnTo>
                <a:close/>
              </a:path>
            </a:pathLst>
          </a:custGeom>
          <a:solidFill>
            <a:srgbClr val="1F1D1B">
              <a:alpha val="7999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de-DE"/>
          </a:p>
        </p:txBody>
      </p:sp>
      <p:sp>
        <p:nvSpPr>
          <p:cNvPr id="3221" name="AutoShape 149">
            <a:extLst>
              <a:ext uri="{FF2B5EF4-FFF2-40B4-BE49-F238E27FC236}">
                <a16:creationId xmlns:a16="http://schemas.microsoft.com/office/drawing/2014/main" id="{4788E3F0-2FAB-0786-B53B-63C6AB68B2D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27800" y="9661525"/>
            <a:ext cx="19050" cy="19050"/>
          </a:xfrm>
          <a:custGeom>
            <a:avLst/>
            <a:gdLst>
              <a:gd name="G0" fmla="*/ 56 1 2"/>
              <a:gd name="G1" fmla="*/ 1 48365 11520"/>
              <a:gd name="G2" fmla="*/ G1 32767 1"/>
              <a:gd name="G3" fmla="*/ G2 1 32767"/>
              <a:gd name="G4" fmla="cos G0 G3"/>
              <a:gd name="G5" fmla="*/ 56 1 2"/>
              <a:gd name="G6" fmla="*/ 1 48365 11520"/>
              <a:gd name="G7" fmla="*/ G6 32767 1"/>
              <a:gd name="G8" fmla="*/ G7 1 32767"/>
              <a:gd name="G9" fmla="sin G5 G8"/>
              <a:gd name="G10" fmla="*/ 56 1 2"/>
              <a:gd name="G11" fmla="+- G10 0 G4"/>
              <a:gd name="G12" fmla="+- G10 G4 0"/>
              <a:gd name="G13" fmla="+- G12 0 0"/>
              <a:gd name="G14" fmla="*/ 56 1 2"/>
              <a:gd name="G15" fmla="+- G14 0 G9"/>
              <a:gd name="G16" fmla="+- G14 G9 0"/>
              <a:gd name="G17" fmla="+- G16 0 0"/>
              <a:gd name="G18" fmla="+- 56 0 0"/>
              <a:gd name="G19" fmla="+- 56 0 0"/>
              <a:gd name="G20" fmla="+- 180 0 0"/>
              <a:gd name="G21" fmla="+- 90 0 0"/>
              <a:gd name="G22" fmla="+- 270 0 0"/>
              <a:gd name="G23" fmla="+- 90 0 0"/>
              <a:gd name="G24" fmla="+- 0 0 0"/>
              <a:gd name="G25" fmla="+- 90 0 0"/>
              <a:gd name="G26" fmla="+- 90 0 0"/>
              <a:gd name="G27" fmla="+- 90 0 0"/>
            </a:gdLst>
            <a:ahLst/>
            <a:cxnLst>
              <a:cxn ang="0">
                <a:pos x="r" y="vc"/>
              </a:cxn>
              <a:cxn ang="5400000">
                <a:pos x="hc" y="b"/>
              </a:cxn>
              <a:cxn ang="10800000">
                <a:pos x="l" y="vc"/>
              </a:cxn>
              <a:cxn ang="16200000">
                <a:pos x="hc" y="t"/>
              </a:cxn>
            </a:cxnLst>
            <a:rect l="0" t="0" r="0" b="0"/>
            <a:pathLst>
              <a:path>
                <a:moveTo>
                  <a:pt x="0" y="28"/>
                </a:moveTo>
                <a:lnTo>
                  <a:pt x="28" y="28"/>
                </a:lnTo>
                <a:lnTo>
                  <a:pt x="180" y="90"/>
                </a:lnTo>
                <a:lnTo>
                  <a:pt x="28" y="28"/>
                </a:lnTo>
                <a:lnTo>
                  <a:pt x="270" y="90"/>
                </a:lnTo>
                <a:close/>
              </a:path>
            </a:pathLst>
          </a:custGeom>
          <a:solidFill>
            <a:srgbClr val="1F1D1B">
              <a:alpha val="7999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de-DE"/>
          </a:p>
        </p:txBody>
      </p:sp>
      <p:sp>
        <p:nvSpPr>
          <p:cNvPr id="3222" name="AutoShape 150">
            <a:extLst>
              <a:ext uri="{FF2B5EF4-FFF2-40B4-BE49-F238E27FC236}">
                <a16:creationId xmlns:a16="http://schemas.microsoft.com/office/drawing/2014/main" id="{3D59B9A2-A2F5-09C2-4CC3-DC5F4D1BE6F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62550" y="8672513"/>
            <a:ext cx="15875" cy="15875"/>
          </a:xfrm>
          <a:custGeom>
            <a:avLst/>
            <a:gdLst>
              <a:gd name="G0" fmla="*/ 47 1 2"/>
              <a:gd name="G1" fmla="*/ 1 48365 11520"/>
              <a:gd name="G2" fmla="*/ G1 32767 1"/>
              <a:gd name="G3" fmla="*/ G2 1 32767"/>
              <a:gd name="G4" fmla="cos G0 G3"/>
              <a:gd name="G5" fmla="*/ 47 1 2"/>
              <a:gd name="G6" fmla="*/ 1 48365 11520"/>
              <a:gd name="G7" fmla="*/ G6 32767 1"/>
              <a:gd name="G8" fmla="*/ G7 1 32767"/>
              <a:gd name="G9" fmla="sin G5 G8"/>
              <a:gd name="G10" fmla="*/ 47 1 2"/>
              <a:gd name="G11" fmla="+- G10 0 G4"/>
              <a:gd name="G12" fmla="+- G10 G4 0"/>
              <a:gd name="G13" fmla="+- G12 0 0"/>
              <a:gd name="G14" fmla="*/ 47 1 2"/>
              <a:gd name="G15" fmla="+- G14 0 G9"/>
              <a:gd name="G16" fmla="+- G14 G9 0"/>
              <a:gd name="G17" fmla="+- G16 0 0"/>
              <a:gd name="G18" fmla="+- 47 0 0"/>
              <a:gd name="G19" fmla="+- 47 0 0"/>
              <a:gd name="G20" fmla="+- 180 0 0"/>
              <a:gd name="G21" fmla="+- 90 0 0"/>
              <a:gd name="G22" fmla="+- 270 0 0"/>
              <a:gd name="G23" fmla="+- 90 0 0"/>
              <a:gd name="G24" fmla="+- 0 0 0"/>
              <a:gd name="G25" fmla="+- 90 0 0"/>
              <a:gd name="G26" fmla="+- 90 0 0"/>
              <a:gd name="G27" fmla="+- 90 0 0"/>
            </a:gdLst>
            <a:ahLst/>
            <a:cxnLst>
              <a:cxn ang="0">
                <a:pos x="r" y="vc"/>
              </a:cxn>
              <a:cxn ang="5400000">
                <a:pos x="hc" y="b"/>
              </a:cxn>
              <a:cxn ang="10800000">
                <a:pos x="l" y="vc"/>
              </a:cxn>
              <a:cxn ang="16200000">
                <a:pos x="hc" y="t"/>
              </a:cxn>
            </a:cxnLst>
            <a:rect l="0" t="0" r="0" b="0"/>
            <a:pathLst>
              <a:path>
                <a:moveTo>
                  <a:pt x="0" y="24"/>
                </a:moveTo>
                <a:lnTo>
                  <a:pt x="24" y="24"/>
                </a:lnTo>
                <a:lnTo>
                  <a:pt x="180" y="90"/>
                </a:lnTo>
                <a:lnTo>
                  <a:pt x="24" y="24"/>
                </a:lnTo>
                <a:lnTo>
                  <a:pt x="270" y="90"/>
                </a:lnTo>
                <a:close/>
              </a:path>
            </a:pathLst>
          </a:custGeom>
          <a:solidFill>
            <a:srgbClr val="1F1D1B">
              <a:alpha val="7999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de-DE"/>
          </a:p>
        </p:txBody>
      </p:sp>
      <p:sp>
        <p:nvSpPr>
          <p:cNvPr id="3223" name="AutoShape 151">
            <a:extLst>
              <a:ext uri="{FF2B5EF4-FFF2-40B4-BE49-F238E27FC236}">
                <a16:creationId xmlns:a16="http://schemas.microsoft.com/office/drawing/2014/main" id="{7FAF4418-1E7C-9DB9-E993-15558F3393F4}"/>
              </a:ext>
            </a:extLst>
          </p:cNvPr>
          <p:cNvSpPr>
            <a:spLocks noChangeArrowheads="1"/>
          </p:cNvSpPr>
          <p:nvPr/>
        </p:nvSpPr>
        <p:spPr bwMode="auto">
          <a:xfrm>
            <a:off x="847725" y="1793875"/>
            <a:ext cx="11113" cy="11113"/>
          </a:xfrm>
          <a:custGeom>
            <a:avLst/>
            <a:gdLst>
              <a:gd name="G0" fmla="*/ 33 1 2"/>
              <a:gd name="G1" fmla="*/ 1 48365 11520"/>
              <a:gd name="G2" fmla="*/ G1 32767 1"/>
              <a:gd name="G3" fmla="*/ G2 1 32767"/>
              <a:gd name="G4" fmla="cos G0 G3"/>
              <a:gd name="G5" fmla="*/ 33 1 2"/>
              <a:gd name="G6" fmla="*/ 1 48365 11520"/>
              <a:gd name="G7" fmla="*/ G6 32767 1"/>
              <a:gd name="G8" fmla="*/ G7 1 32767"/>
              <a:gd name="G9" fmla="sin G5 G8"/>
              <a:gd name="G10" fmla="*/ 33 1 2"/>
              <a:gd name="G11" fmla="+- G10 0 G4"/>
              <a:gd name="G12" fmla="+- G10 G4 0"/>
              <a:gd name="G13" fmla="+- G12 0 0"/>
              <a:gd name="G14" fmla="*/ 33 1 2"/>
              <a:gd name="G15" fmla="+- G14 0 G9"/>
              <a:gd name="G16" fmla="+- G14 G9 0"/>
              <a:gd name="G17" fmla="+- G16 0 0"/>
              <a:gd name="G18" fmla="+- 33 0 0"/>
              <a:gd name="G19" fmla="+- 33 0 0"/>
              <a:gd name="G20" fmla="+- 180 0 0"/>
              <a:gd name="G21" fmla="+- 90 0 0"/>
              <a:gd name="G22" fmla="+- 270 0 0"/>
              <a:gd name="G23" fmla="+- 90 0 0"/>
              <a:gd name="G24" fmla="+- 0 0 0"/>
              <a:gd name="G25" fmla="+- 90 0 0"/>
              <a:gd name="G26" fmla="+- 90 0 0"/>
              <a:gd name="G27" fmla="+- 90 0 0"/>
            </a:gdLst>
            <a:ahLst/>
            <a:cxnLst>
              <a:cxn ang="0">
                <a:pos x="r" y="vc"/>
              </a:cxn>
              <a:cxn ang="5400000">
                <a:pos x="hc" y="b"/>
              </a:cxn>
              <a:cxn ang="10800000">
                <a:pos x="l" y="vc"/>
              </a:cxn>
              <a:cxn ang="16200000">
                <a:pos x="hc" y="t"/>
              </a:cxn>
            </a:cxnLst>
            <a:rect l="0" t="0" r="0" b="0"/>
            <a:pathLst>
              <a:path>
                <a:moveTo>
                  <a:pt x="0" y="17"/>
                </a:moveTo>
                <a:lnTo>
                  <a:pt x="17" y="17"/>
                </a:lnTo>
                <a:lnTo>
                  <a:pt x="180" y="90"/>
                </a:lnTo>
                <a:lnTo>
                  <a:pt x="17" y="17"/>
                </a:lnTo>
                <a:lnTo>
                  <a:pt x="270" y="90"/>
                </a:lnTo>
                <a:close/>
              </a:path>
            </a:pathLst>
          </a:custGeom>
          <a:solidFill>
            <a:srgbClr val="1F1D1B">
              <a:alpha val="7999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de-DE"/>
          </a:p>
        </p:txBody>
      </p:sp>
      <p:sp>
        <p:nvSpPr>
          <p:cNvPr id="3224" name="AutoShape 152">
            <a:extLst>
              <a:ext uri="{FF2B5EF4-FFF2-40B4-BE49-F238E27FC236}">
                <a16:creationId xmlns:a16="http://schemas.microsoft.com/office/drawing/2014/main" id="{63630076-A49D-EEB1-8D76-8315B441B80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67200" y="3273425"/>
            <a:ext cx="11113" cy="11113"/>
          </a:xfrm>
          <a:custGeom>
            <a:avLst/>
            <a:gdLst>
              <a:gd name="G0" fmla="*/ 33 1 2"/>
              <a:gd name="G1" fmla="*/ 1 48365 11520"/>
              <a:gd name="G2" fmla="*/ G1 32767 1"/>
              <a:gd name="G3" fmla="*/ G2 1 32767"/>
              <a:gd name="G4" fmla="cos G0 G3"/>
              <a:gd name="G5" fmla="*/ 33 1 2"/>
              <a:gd name="G6" fmla="*/ 1 48365 11520"/>
              <a:gd name="G7" fmla="*/ G6 32767 1"/>
              <a:gd name="G8" fmla="*/ G7 1 32767"/>
              <a:gd name="G9" fmla="sin G5 G8"/>
              <a:gd name="G10" fmla="*/ 33 1 2"/>
              <a:gd name="G11" fmla="+- G10 0 G4"/>
              <a:gd name="G12" fmla="+- G10 G4 0"/>
              <a:gd name="G13" fmla="+- G12 0 0"/>
              <a:gd name="G14" fmla="*/ 33 1 2"/>
              <a:gd name="G15" fmla="+- G14 0 G9"/>
              <a:gd name="G16" fmla="+- G14 G9 0"/>
              <a:gd name="G17" fmla="+- G16 0 0"/>
              <a:gd name="G18" fmla="+- 33 0 0"/>
              <a:gd name="G19" fmla="+- 33 0 0"/>
              <a:gd name="G20" fmla="+- 180 0 0"/>
              <a:gd name="G21" fmla="+- 90 0 0"/>
              <a:gd name="G22" fmla="+- 270 0 0"/>
              <a:gd name="G23" fmla="+- 90 0 0"/>
              <a:gd name="G24" fmla="+- 0 0 0"/>
              <a:gd name="G25" fmla="+- 90 0 0"/>
              <a:gd name="G26" fmla="+- 90 0 0"/>
              <a:gd name="G27" fmla="+- 90 0 0"/>
            </a:gdLst>
            <a:ahLst/>
            <a:cxnLst>
              <a:cxn ang="0">
                <a:pos x="r" y="vc"/>
              </a:cxn>
              <a:cxn ang="5400000">
                <a:pos x="hc" y="b"/>
              </a:cxn>
              <a:cxn ang="10800000">
                <a:pos x="l" y="vc"/>
              </a:cxn>
              <a:cxn ang="16200000">
                <a:pos x="hc" y="t"/>
              </a:cxn>
            </a:cxnLst>
            <a:rect l="0" t="0" r="0" b="0"/>
            <a:pathLst>
              <a:path>
                <a:moveTo>
                  <a:pt x="0" y="17"/>
                </a:moveTo>
                <a:lnTo>
                  <a:pt x="17" y="17"/>
                </a:lnTo>
                <a:lnTo>
                  <a:pt x="180" y="90"/>
                </a:lnTo>
                <a:lnTo>
                  <a:pt x="17" y="17"/>
                </a:lnTo>
                <a:lnTo>
                  <a:pt x="270" y="90"/>
                </a:lnTo>
                <a:close/>
              </a:path>
            </a:pathLst>
          </a:custGeom>
          <a:solidFill>
            <a:srgbClr val="1F1D1B">
              <a:alpha val="7999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de-DE"/>
          </a:p>
        </p:txBody>
      </p:sp>
      <p:sp>
        <p:nvSpPr>
          <p:cNvPr id="3225" name="AutoShape 153">
            <a:extLst>
              <a:ext uri="{FF2B5EF4-FFF2-40B4-BE49-F238E27FC236}">
                <a16:creationId xmlns:a16="http://schemas.microsoft.com/office/drawing/2014/main" id="{3A952B74-9005-589A-BBA6-6E669AA5859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79800" y="7243763"/>
            <a:ext cx="23813" cy="23812"/>
          </a:xfrm>
          <a:custGeom>
            <a:avLst/>
            <a:gdLst>
              <a:gd name="G0" fmla="*/ 66 1 2"/>
              <a:gd name="G1" fmla="*/ 1 48365 11520"/>
              <a:gd name="G2" fmla="*/ G1 32767 1"/>
              <a:gd name="G3" fmla="*/ G2 1 32767"/>
              <a:gd name="G4" fmla="cos G0 G3"/>
              <a:gd name="G5" fmla="*/ 66 1 2"/>
              <a:gd name="G6" fmla="*/ 1 48365 11520"/>
              <a:gd name="G7" fmla="*/ G6 32767 1"/>
              <a:gd name="G8" fmla="*/ G7 1 32767"/>
              <a:gd name="G9" fmla="sin G5 G8"/>
              <a:gd name="G10" fmla="*/ 66 1 2"/>
              <a:gd name="G11" fmla="+- G10 0 G4"/>
              <a:gd name="G12" fmla="+- G10 G4 0"/>
              <a:gd name="G13" fmla="+- G12 0 0"/>
              <a:gd name="G14" fmla="*/ 66 1 2"/>
              <a:gd name="G15" fmla="+- G14 0 G9"/>
              <a:gd name="G16" fmla="+- G14 G9 0"/>
              <a:gd name="G17" fmla="+- G16 0 0"/>
              <a:gd name="G18" fmla="+- 66 0 0"/>
              <a:gd name="G19" fmla="+- 66 0 0"/>
              <a:gd name="G20" fmla="+- 180 0 0"/>
              <a:gd name="G21" fmla="+- 90 0 0"/>
              <a:gd name="G22" fmla="+- 270 0 0"/>
              <a:gd name="G23" fmla="+- 90 0 0"/>
              <a:gd name="G24" fmla="+- 0 0 0"/>
              <a:gd name="G25" fmla="+- 90 0 0"/>
              <a:gd name="G26" fmla="+- 90 0 0"/>
              <a:gd name="G27" fmla="+- 90 0 0"/>
            </a:gdLst>
            <a:ahLst/>
            <a:cxnLst>
              <a:cxn ang="0">
                <a:pos x="r" y="vc"/>
              </a:cxn>
              <a:cxn ang="5400000">
                <a:pos x="hc" y="b"/>
              </a:cxn>
              <a:cxn ang="10800000">
                <a:pos x="l" y="vc"/>
              </a:cxn>
              <a:cxn ang="16200000">
                <a:pos x="hc" y="t"/>
              </a:cxn>
            </a:cxnLst>
            <a:rect l="0" t="0" r="0" b="0"/>
            <a:pathLst>
              <a:path>
                <a:moveTo>
                  <a:pt x="0" y="33"/>
                </a:moveTo>
                <a:lnTo>
                  <a:pt x="33" y="33"/>
                </a:lnTo>
                <a:lnTo>
                  <a:pt x="180" y="90"/>
                </a:lnTo>
                <a:lnTo>
                  <a:pt x="33" y="33"/>
                </a:lnTo>
                <a:lnTo>
                  <a:pt x="270" y="90"/>
                </a:lnTo>
                <a:close/>
              </a:path>
            </a:pathLst>
          </a:custGeom>
          <a:solidFill>
            <a:srgbClr val="1F1D1B">
              <a:alpha val="7999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de-DE"/>
          </a:p>
        </p:txBody>
      </p:sp>
      <p:sp>
        <p:nvSpPr>
          <p:cNvPr id="3226" name="AutoShape 154">
            <a:extLst>
              <a:ext uri="{FF2B5EF4-FFF2-40B4-BE49-F238E27FC236}">
                <a16:creationId xmlns:a16="http://schemas.microsoft.com/office/drawing/2014/main" id="{0D07C205-CD70-E4DF-6B8E-BD740885396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27188" y="7839075"/>
            <a:ext cx="20637" cy="20638"/>
          </a:xfrm>
          <a:custGeom>
            <a:avLst/>
            <a:gdLst>
              <a:gd name="G0" fmla="*/ 60 1 2"/>
              <a:gd name="G1" fmla="*/ 1 48365 11520"/>
              <a:gd name="G2" fmla="*/ G1 32767 1"/>
              <a:gd name="G3" fmla="*/ G2 1 32767"/>
              <a:gd name="G4" fmla="cos G0 G3"/>
              <a:gd name="G5" fmla="*/ 60 1 2"/>
              <a:gd name="G6" fmla="*/ 1 48365 11520"/>
              <a:gd name="G7" fmla="*/ G6 32767 1"/>
              <a:gd name="G8" fmla="*/ G7 1 32767"/>
              <a:gd name="G9" fmla="sin G5 G8"/>
              <a:gd name="G10" fmla="*/ 60 1 2"/>
              <a:gd name="G11" fmla="+- G10 0 G4"/>
              <a:gd name="G12" fmla="+- G10 G4 0"/>
              <a:gd name="G13" fmla="+- G12 0 0"/>
              <a:gd name="G14" fmla="*/ 60 1 2"/>
              <a:gd name="G15" fmla="+- G14 0 G9"/>
              <a:gd name="G16" fmla="+- G14 G9 0"/>
              <a:gd name="G17" fmla="+- G16 0 0"/>
              <a:gd name="G18" fmla="+- 60 0 0"/>
              <a:gd name="G19" fmla="+- 60 0 0"/>
              <a:gd name="G20" fmla="+- 180 0 0"/>
              <a:gd name="G21" fmla="+- 90 0 0"/>
              <a:gd name="G22" fmla="+- 270 0 0"/>
              <a:gd name="G23" fmla="+- 90 0 0"/>
              <a:gd name="G24" fmla="+- 0 0 0"/>
              <a:gd name="G25" fmla="+- 90 0 0"/>
              <a:gd name="G26" fmla="+- 90 0 0"/>
              <a:gd name="G27" fmla="+- 90 0 0"/>
            </a:gdLst>
            <a:ahLst/>
            <a:cxnLst>
              <a:cxn ang="0">
                <a:pos x="r" y="vc"/>
              </a:cxn>
              <a:cxn ang="5400000">
                <a:pos x="hc" y="b"/>
              </a:cxn>
              <a:cxn ang="10800000">
                <a:pos x="l" y="vc"/>
              </a:cxn>
              <a:cxn ang="16200000">
                <a:pos x="hc" y="t"/>
              </a:cxn>
            </a:cxnLst>
            <a:rect l="0" t="0" r="0" b="0"/>
            <a:pathLst>
              <a:path>
                <a:moveTo>
                  <a:pt x="0" y="30"/>
                </a:moveTo>
                <a:lnTo>
                  <a:pt x="30" y="30"/>
                </a:lnTo>
                <a:lnTo>
                  <a:pt x="180" y="90"/>
                </a:lnTo>
                <a:lnTo>
                  <a:pt x="30" y="30"/>
                </a:lnTo>
                <a:lnTo>
                  <a:pt x="270" y="90"/>
                </a:lnTo>
                <a:close/>
              </a:path>
            </a:pathLst>
          </a:custGeom>
          <a:solidFill>
            <a:srgbClr val="1F1D1B">
              <a:alpha val="7999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de-DE"/>
          </a:p>
        </p:txBody>
      </p:sp>
      <p:sp>
        <p:nvSpPr>
          <p:cNvPr id="3227" name="AutoShape 155">
            <a:extLst>
              <a:ext uri="{FF2B5EF4-FFF2-40B4-BE49-F238E27FC236}">
                <a16:creationId xmlns:a16="http://schemas.microsoft.com/office/drawing/2014/main" id="{C77C9D62-A3C5-8CAD-F15F-3942F0F2410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51025" y="9248775"/>
            <a:ext cx="11113" cy="11113"/>
          </a:xfrm>
          <a:custGeom>
            <a:avLst/>
            <a:gdLst>
              <a:gd name="G0" fmla="*/ 32 1 2"/>
              <a:gd name="G1" fmla="*/ 1 48365 11520"/>
              <a:gd name="G2" fmla="*/ G1 32767 1"/>
              <a:gd name="G3" fmla="*/ G2 1 32767"/>
              <a:gd name="G4" fmla="cos G0 G3"/>
              <a:gd name="G5" fmla="*/ 32 1 2"/>
              <a:gd name="G6" fmla="*/ 1 48365 11520"/>
              <a:gd name="G7" fmla="*/ G6 32767 1"/>
              <a:gd name="G8" fmla="*/ G7 1 32767"/>
              <a:gd name="G9" fmla="sin G5 G8"/>
              <a:gd name="G10" fmla="*/ 32 1 2"/>
              <a:gd name="G11" fmla="+- G10 0 G4"/>
              <a:gd name="G12" fmla="+- G10 G4 0"/>
              <a:gd name="G13" fmla="+- G12 0 0"/>
              <a:gd name="G14" fmla="*/ 32 1 2"/>
              <a:gd name="G15" fmla="+- G14 0 G9"/>
              <a:gd name="G16" fmla="+- G14 G9 0"/>
              <a:gd name="G17" fmla="+- G16 0 0"/>
              <a:gd name="G18" fmla="+- 32 0 0"/>
              <a:gd name="G19" fmla="+- 32 0 0"/>
              <a:gd name="G20" fmla="+- 180 0 0"/>
              <a:gd name="G21" fmla="+- 90 0 0"/>
              <a:gd name="G22" fmla="+- 270 0 0"/>
              <a:gd name="G23" fmla="+- 90 0 0"/>
              <a:gd name="G24" fmla="+- 0 0 0"/>
              <a:gd name="G25" fmla="+- 90 0 0"/>
              <a:gd name="G26" fmla="+- 90 0 0"/>
              <a:gd name="G27" fmla="+- 90 0 0"/>
            </a:gdLst>
            <a:ahLst/>
            <a:cxnLst>
              <a:cxn ang="0">
                <a:pos x="r" y="vc"/>
              </a:cxn>
              <a:cxn ang="5400000">
                <a:pos x="hc" y="b"/>
              </a:cxn>
              <a:cxn ang="10800000">
                <a:pos x="l" y="vc"/>
              </a:cxn>
              <a:cxn ang="16200000">
                <a:pos x="hc" y="t"/>
              </a:cxn>
            </a:cxnLst>
            <a:rect l="0" t="0" r="0" b="0"/>
            <a:pathLst>
              <a:path>
                <a:moveTo>
                  <a:pt x="0" y="16"/>
                </a:moveTo>
                <a:lnTo>
                  <a:pt x="16" y="16"/>
                </a:lnTo>
                <a:lnTo>
                  <a:pt x="180" y="90"/>
                </a:lnTo>
                <a:lnTo>
                  <a:pt x="16" y="16"/>
                </a:lnTo>
                <a:lnTo>
                  <a:pt x="270" y="90"/>
                </a:lnTo>
                <a:close/>
              </a:path>
            </a:pathLst>
          </a:custGeom>
          <a:solidFill>
            <a:srgbClr val="1F1D1B">
              <a:alpha val="7999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de-DE"/>
          </a:p>
        </p:txBody>
      </p:sp>
      <p:sp>
        <p:nvSpPr>
          <p:cNvPr id="3228" name="AutoShape 156">
            <a:extLst>
              <a:ext uri="{FF2B5EF4-FFF2-40B4-BE49-F238E27FC236}">
                <a16:creationId xmlns:a16="http://schemas.microsoft.com/office/drawing/2014/main" id="{D5DA6A0F-1DC4-E28E-0751-C56DEB7ADAE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97738" y="5605463"/>
            <a:ext cx="17462" cy="17462"/>
          </a:xfrm>
          <a:custGeom>
            <a:avLst/>
            <a:gdLst>
              <a:gd name="G0" fmla="*/ 50 1 2"/>
              <a:gd name="G1" fmla="*/ 1 48365 11520"/>
              <a:gd name="G2" fmla="*/ G1 32767 1"/>
              <a:gd name="G3" fmla="*/ G2 1 32767"/>
              <a:gd name="G4" fmla="cos G0 G3"/>
              <a:gd name="G5" fmla="*/ 50 1 2"/>
              <a:gd name="G6" fmla="*/ 1 48365 11520"/>
              <a:gd name="G7" fmla="*/ G6 32767 1"/>
              <a:gd name="G8" fmla="*/ G7 1 32767"/>
              <a:gd name="G9" fmla="sin G5 G8"/>
              <a:gd name="G10" fmla="*/ 50 1 2"/>
              <a:gd name="G11" fmla="+- G10 0 G4"/>
              <a:gd name="G12" fmla="+- G10 G4 0"/>
              <a:gd name="G13" fmla="+- G12 0 0"/>
              <a:gd name="G14" fmla="*/ 50 1 2"/>
              <a:gd name="G15" fmla="+- G14 0 G9"/>
              <a:gd name="G16" fmla="+- G14 G9 0"/>
              <a:gd name="G17" fmla="+- G16 0 0"/>
              <a:gd name="G18" fmla="+- 50 0 0"/>
              <a:gd name="G19" fmla="+- 50 0 0"/>
              <a:gd name="G20" fmla="+- 180 0 0"/>
              <a:gd name="G21" fmla="+- 90 0 0"/>
              <a:gd name="G22" fmla="+- 270 0 0"/>
              <a:gd name="G23" fmla="+- 90 0 0"/>
              <a:gd name="G24" fmla="+- 0 0 0"/>
              <a:gd name="G25" fmla="+- 90 0 0"/>
              <a:gd name="G26" fmla="+- 90 0 0"/>
              <a:gd name="G27" fmla="+- 90 0 0"/>
            </a:gdLst>
            <a:ahLst/>
            <a:cxnLst>
              <a:cxn ang="0">
                <a:pos x="r" y="vc"/>
              </a:cxn>
              <a:cxn ang="5400000">
                <a:pos x="hc" y="b"/>
              </a:cxn>
              <a:cxn ang="10800000">
                <a:pos x="l" y="vc"/>
              </a:cxn>
              <a:cxn ang="16200000">
                <a:pos x="hc" y="t"/>
              </a:cxn>
            </a:cxnLst>
            <a:rect l="0" t="0" r="0" b="0"/>
            <a:pathLst>
              <a:path>
                <a:moveTo>
                  <a:pt x="0" y="25"/>
                </a:moveTo>
                <a:lnTo>
                  <a:pt x="25" y="25"/>
                </a:lnTo>
                <a:lnTo>
                  <a:pt x="180" y="90"/>
                </a:lnTo>
                <a:lnTo>
                  <a:pt x="25" y="25"/>
                </a:lnTo>
                <a:lnTo>
                  <a:pt x="270" y="90"/>
                </a:lnTo>
                <a:close/>
              </a:path>
            </a:pathLst>
          </a:custGeom>
          <a:solidFill>
            <a:srgbClr val="1F1D1B">
              <a:alpha val="7999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de-DE"/>
          </a:p>
        </p:txBody>
      </p:sp>
      <p:sp>
        <p:nvSpPr>
          <p:cNvPr id="3229" name="AutoShape 157">
            <a:extLst>
              <a:ext uri="{FF2B5EF4-FFF2-40B4-BE49-F238E27FC236}">
                <a16:creationId xmlns:a16="http://schemas.microsoft.com/office/drawing/2014/main" id="{5E460EDF-3B7E-B7BA-30D3-9B1840FB0E0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21388" y="1100138"/>
            <a:ext cx="14287" cy="14287"/>
          </a:xfrm>
          <a:custGeom>
            <a:avLst/>
            <a:gdLst>
              <a:gd name="G0" fmla="*/ 39 1 2"/>
              <a:gd name="G1" fmla="*/ 1 48365 11520"/>
              <a:gd name="G2" fmla="*/ G1 32767 1"/>
              <a:gd name="G3" fmla="*/ G2 1 32767"/>
              <a:gd name="G4" fmla="cos G0 G3"/>
              <a:gd name="G5" fmla="*/ 39 1 2"/>
              <a:gd name="G6" fmla="*/ 1 48365 11520"/>
              <a:gd name="G7" fmla="*/ G6 32767 1"/>
              <a:gd name="G8" fmla="*/ G7 1 32767"/>
              <a:gd name="G9" fmla="sin G5 G8"/>
              <a:gd name="G10" fmla="*/ 39 1 2"/>
              <a:gd name="G11" fmla="+- G10 0 G4"/>
              <a:gd name="G12" fmla="+- G10 G4 0"/>
              <a:gd name="G13" fmla="+- G12 0 0"/>
              <a:gd name="G14" fmla="*/ 39 1 2"/>
              <a:gd name="G15" fmla="+- G14 0 G9"/>
              <a:gd name="G16" fmla="+- G14 G9 0"/>
              <a:gd name="G17" fmla="+- G16 0 0"/>
              <a:gd name="G18" fmla="+- 39 0 0"/>
              <a:gd name="G19" fmla="+- 39 0 0"/>
              <a:gd name="G20" fmla="+- 180 0 0"/>
              <a:gd name="G21" fmla="+- 90 0 0"/>
              <a:gd name="G22" fmla="+- 270 0 0"/>
              <a:gd name="G23" fmla="+- 90 0 0"/>
              <a:gd name="G24" fmla="+- 0 0 0"/>
              <a:gd name="G25" fmla="+- 90 0 0"/>
              <a:gd name="G26" fmla="+- 90 0 0"/>
              <a:gd name="G27" fmla="+- 90 0 0"/>
            </a:gdLst>
            <a:ahLst/>
            <a:cxnLst>
              <a:cxn ang="0">
                <a:pos x="r" y="vc"/>
              </a:cxn>
              <a:cxn ang="5400000">
                <a:pos x="hc" y="b"/>
              </a:cxn>
              <a:cxn ang="10800000">
                <a:pos x="l" y="vc"/>
              </a:cxn>
              <a:cxn ang="16200000">
                <a:pos x="hc" y="t"/>
              </a:cxn>
            </a:cxnLst>
            <a:rect l="0" t="0" r="0" b="0"/>
            <a:pathLst>
              <a:path>
                <a:moveTo>
                  <a:pt x="0" y="20"/>
                </a:moveTo>
                <a:lnTo>
                  <a:pt x="20" y="20"/>
                </a:lnTo>
                <a:lnTo>
                  <a:pt x="180" y="90"/>
                </a:lnTo>
                <a:lnTo>
                  <a:pt x="20" y="20"/>
                </a:lnTo>
                <a:lnTo>
                  <a:pt x="270" y="90"/>
                </a:lnTo>
                <a:close/>
              </a:path>
            </a:pathLst>
          </a:custGeom>
          <a:solidFill>
            <a:srgbClr val="1F1D1B">
              <a:alpha val="7999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de-DE"/>
          </a:p>
        </p:txBody>
      </p:sp>
      <p:sp>
        <p:nvSpPr>
          <p:cNvPr id="3230" name="AutoShape 158">
            <a:extLst>
              <a:ext uri="{FF2B5EF4-FFF2-40B4-BE49-F238E27FC236}">
                <a16:creationId xmlns:a16="http://schemas.microsoft.com/office/drawing/2014/main" id="{227F6D10-4DBB-6949-6933-42F40ACAFDE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63638" y="9983788"/>
            <a:ext cx="23812" cy="23812"/>
          </a:xfrm>
          <a:custGeom>
            <a:avLst/>
            <a:gdLst>
              <a:gd name="G0" fmla="*/ 65 1 2"/>
              <a:gd name="G1" fmla="*/ 1 48365 11520"/>
              <a:gd name="G2" fmla="*/ G1 32767 1"/>
              <a:gd name="G3" fmla="*/ G2 1 32767"/>
              <a:gd name="G4" fmla="cos G0 G3"/>
              <a:gd name="G5" fmla="*/ 65 1 2"/>
              <a:gd name="G6" fmla="*/ 1 48365 11520"/>
              <a:gd name="G7" fmla="*/ G6 32767 1"/>
              <a:gd name="G8" fmla="*/ G7 1 32767"/>
              <a:gd name="G9" fmla="sin G5 G8"/>
              <a:gd name="G10" fmla="*/ 65 1 2"/>
              <a:gd name="G11" fmla="+- G10 0 G4"/>
              <a:gd name="G12" fmla="+- G10 G4 0"/>
              <a:gd name="G13" fmla="+- G12 0 0"/>
              <a:gd name="G14" fmla="*/ 65 1 2"/>
              <a:gd name="G15" fmla="+- G14 0 G9"/>
              <a:gd name="G16" fmla="+- G14 G9 0"/>
              <a:gd name="G17" fmla="+- G16 0 0"/>
              <a:gd name="G18" fmla="+- 65 0 0"/>
              <a:gd name="G19" fmla="+- 65 0 0"/>
              <a:gd name="G20" fmla="+- 180 0 0"/>
              <a:gd name="G21" fmla="+- 90 0 0"/>
              <a:gd name="G22" fmla="+- 270 0 0"/>
              <a:gd name="G23" fmla="+- 90 0 0"/>
              <a:gd name="G24" fmla="+- 0 0 0"/>
              <a:gd name="G25" fmla="+- 90 0 0"/>
              <a:gd name="G26" fmla="+- 90 0 0"/>
              <a:gd name="G27" fmla="+- 90 0 0"/>
            </a:gdLst>
            <a:ahLst/>
            <a:cxnLst>
              <a:cxn ang="0">
                <a:pos x="r" y="vc"/>
              </a:cxn>
              <a:cxn ang="5400000">
                <a:pos x="hc" y="b"/>
              </a:cxn>
              <a:cxn ang="10800000">
                <a:pos x="l" y="vc"/>
              </a:cxn>
              <a:cxn ang="16200000">
                <a:pos x="hc" y="t"/>
              </a:cxn>
            </a:cxnLst>
            <a:rect l="0" t="0" r="0" b="0"/>
            <a:pathLst>
              <a:path>
                <a:moveTo>
                  <a:pt x="0" y="33"/>
                </a:moveTo>
                <a:lnTo>
                  <a:pt x="33" y="33"/>
                </a:lnTo>
                <a:lnTo>
                  <a:pt x="180" y="90"/>
                </a:lnTo>
                <a:lnTo>
                  <a:pt x="33" y="33"/>
                </a:lnTo>
                <a:lnTo>
                  <a:pt x="270" y="90"/>
                </a:lnTo>
                <a:close/>
              </a:path>
            </a:pathLst>
          </a:custGeom>
          <a:solidFill>
            <a:srgbClr val="1F1D1B">
              <a:alpha val="7999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de-DE"/>
          </a:p>
        </p:txBody>
      </p:sp>
      <p:sp>
        <p:nvSpPr>
          <p:cNvPr id="3231" name="AutoShape 159">
            <a:extLst>
              <a:ext uri="{FF2B5EF4-FFF2-40B4-BE49-F238E27FC236}">
                <a16:creationId xmlns:a16="http://schemas.microsoft.com/office/drawing/2014/main" id="{7C11F69A-1D31-BBDF-A1F2-86222FF2793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14713" y="6272213"/>
            <a:ext cx="19050" cy="19050"/>
          </a:xfrm>
          <a:custGeom>
            <a:avLst/>
            <a:gdLst>
              <a:gd name="G0" fmla="*/ 55 1 2"/>
              <a:gd name="G1" fmla="*/ 1 48365 11520"/>
              <a:gd name="G2" fmla="*/ G1 32767 1"/>
              <a:gd name="G3" fmla="*/ G2 1 32767"/>
              <a:gd name="G4" fmla="cos G0 G3"/>
              <a:gd name="G5" fmla="*/ 55 1 2"/>
              <a:gd name="G6" fmla="*/ 1 48365 11520"/>
              <a:gd name="G7" fmla="*/ G6 32767 1"/>
              <a:gd name="G8" fmla="*/ G7 1 32767"/>
              <a:gd name="G9" fmla="sin G5 G8"/>
              <a:gd name="G10" fmla="*/ 55 1 2"/>
              <a:gd name="G11" fmla="+- G10 0 G4"/>
              <a:gd name="G12" fmla="+- G10 G4 0"/>
              <a:gd name="G13" fmla="+- G12 0 0"/>
              <a:gd name="G14" fmla="*/ 55 1 2"/>
              <a:gd name="G15" fmla="+- G14 0 G9"/>
              <a:gd name="G16" fmla="+- G14 G9 0"/>
              <a:gd name="G17" fmla="+- G16 0 0"/>
              <a:gd name="G18" fmla="+- 55 0 0"/>
              <a:gd name="G19" fmla="+- 55 0 0"/>
              <a:gd name="G20" fmla="+- 180 0 0"/>
              <a:gd name="G21" fmla="+- 90 0 0"/>
              <a:gd name="G22" fmla="+- 270 0 0"/>
              <a:gd name="G23" fmla="+- 90 0 0"/>
              <a:gd name="G24" fmla="+- 0 0 0"/>
              <a:gd name="G25" fmla="+- 90 0 0"/>
              <a:gd name="G26" fmla="+- 90 0 0"/>
              <a:gd name="G27" fmla="+- 90 0 0"/>
            </a:gdLst>
            <a:ahLst/>
            <a:cxnLst>
              <a:cxn ang="0">
                <a:pos x="r" y="vc"/>
              </a:cxn>
              <a:cxn ang="5400000">
                <a:pos x="hc" y="b"/>
              </a:cxn>
              <a:cxn ang="10800000">
                <a:pos x="l" y="vc"/>
              </a:cxn>
              <a:cxn ang="16200000">
                <a:pos x="hc" y="t"/>
              </a:cxn>
            </a:cxnLst>
            <a:rect l="0" t="0" r="0" b="0"/>
            <a:pathLst>
              <a:path>
                <a:moveTo>
                  <a:pt x="0" y="28"/>
                </a:moveTo>
                <a:lnTo>
                  <a:pt x="28" y="28"/>
                </a:lnTo>
                <a:lnTo>
                  <a:pt x="180" y="90"/>
                </a:lnTo>
                <a:lnTo>
                  <a:pt x="28" y="28"/>
                </a:lnTo>
                <a:lnTo>
                  <a:pt x="270" y="90"/>
                </a:lnTo>
                <a:close/>
              </a:path>
            </a:pathLst>
          </a:custGeom>
          <a:solidFill>
            <a:srgbClr val="1F1D1B">
              <a:alpha val="7999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de-DE"/>
          </a:p>
        </p:txBody>
      </p:sp>
      <p:sp>
        <p:nvSpPr>
          <p:cNvPr id="3232" name="AutoShape 160">
            <a:extLst>
              <a:ext uri="{FF2B5EF4-FFF2-40B4-BE49-F238E27FC236}">
                <a16:creationId xmlns:a16="http://schemas.microsoft.com/office/drawing/2014/main" id="{CFB649E1-7924-0509-E0C1-95EC6A0D2F2C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7088" y="4211638"/>
            <a:ext cx="26987" cy="26987"/>
          </a:xfrm>
          <a:custGeom>
            <a:avLst/>
            <a:gdLst>
              <a:gd name="G0" fmla="*/ 75 1 2"/>
              <a:gd name="G1" fmla="*/ 1 48365 11520"/>
              <a:gd name="G2" fmla="*/ G1 32767 1"/>
              <a:gd name="G3" fmla="*/ G2 1 32767"/>
              <a:gd name="G4" fmla="cos G0 G3"/>
              <a:gd name="G5" fmla="*/ 75 1 2"/>
              <a:gd name="G6" fmla="*/ 1 48365 11520"/>
              <a:gd name="G7" fmla="*/ G6 32767 1"/>
              <a:gd name="G8" fmla="*/ G7 1 32767"/>
              <a:gd name="G9" fmla="sin G5 G8"/>
              <a:gd name="G10" fmla="*/ 75 1 2"/>
              <a:gd name="G11" fmla="+- G10 0 G4"/>
              <a:gd name="G12" fmla="+- G10 G4 0"/>
              <a:gd name="G13" fmla="+- G12 0 0"/>
              <a:gd name="G14" fmla="*/ 75 1 2"/>
              <a:gd name="G15" fmla="+- G14 0 G9"/>
              <a:gd name="G16" fmla="+- G14 G9 0"/>
              <a:gd name="G17" fmla="+- G16 0 0"/>
              <a:gd name="G18" fmla="+- 75 0 0"/>
              <a:gd name="G19" fmla="+- 75 0 0"/>
              <a:gd name="G20" fmla="+- 180 0 0"/>
              <a:gd name="G21" fmla="+- 90 0 0"/>
              <a:gd name="G22" fmla="+- 270 0 0"/>
              <a:gd name="G23" fmla="+- 90 0 0"/>
              <a:gd name="G24" fmla="+- 0 0 0"/>
              <a:gd name="G25" fmla="+- 90 0 0"/>
              <a:gd name="G26" fmla="+- 90 0 0"/>
              <a:gd name="G27" fmla="+- 90 0 0"/>
            </a:gdLst>
            <a:ahLst/>
            <a:cxnLst>
              <a:cxn ang="0">
                <a:pos x="r" y="vc"/>
              </a:cxn>
              <a:cxn ang="5400000">
                <a:pos x="hc" y="b"/>
              </a:cxn>
              <a:cxn ang="10800000">
                <a:pos x="l" y="vc"/>
              </a:cxn>
              <a:cxn ang="16200000">
                <a:pos x="hc" y="t"/>
              </a:cxn>
            </a:cxnLst>
            <a:rect l="0" t="0" r="0" b="0"/>
            <a:pathLst>
              <a:path>
                <a:moveTo>
                  <a:pt x="0" y="38"/>
                </a:moveTo>
                <a:lnTo>
                  <a:pt x="38" y="38"/>
                </a:lnTo>
                <a:lnTo>
                  <a:pt x="180" y="90"/>
                </a:lnTo>
                <a:lnTo>
                  <a:pt x="38" y="38"/>
                </a:lnTo>
                <a:lnTo>
                  <a:pt x="270" y="90"/>
                </a:lnTo>
                <a:close/>
              </a:path>
            </a:pathLst>
          </a:custGeom>
          <a:solidFill>
            <a:srgbClr val="1F1D1B">
              <a:alpha val="7999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de-DE"/>
          </a:p>
        </p:txBody>
      </p:sp>
      <p:sp>
        <p:nvSpPr>
          <p:cNvPr id="3233" name="AutoShape 161">
            <a:extLst>
              <a:ext uri="{FF2B5EF4-FFF2-40B4-BE49-F238E27FC236}">
                <a16:creationId xmlns:a16="http://schemas.microsoft.com/office/drawing/2014/main" id="{FB2C1FF2-4ACF-826D-A417-A1A733A6C90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90988" y="7996238"/>
            <a:ext cx="17462" cy="17462"/>
          </a:xfrm>
          <a:custGeom>
            <a:avLst/>
            <a:gdLst>
              <a:gd name="G0" fmla="*/ 51 1 2"/>
              <a:gd name="G1" fmla="*/ 1 48365 11520"/>
              <a:gd name="G2" fmla="*/ G1 32767 1"/>
              <a:gd name="G3" fmla="*/ G2 1 32767"/>
              <a:gd name="G4" fmla="cos G0 G3"/>
              <a:gd name="G5" fmla="*/ 51 1 2"/>
              <a:gd name="G6" fmla="*/ 1 48365 11520"/>
              <a:gd name="G7" fmla="*/ G6 32767 1"/>
              <a:gd name="G8" fmla="*/ G7 1 32767"/>
              <a:gd name="G9" fmla="sin G5 G8"/>
              <a:gd name="G10" fmla="*/ 51 1 2"/>
              <a:gd name="G11" fmla="+- G10 0 G4"/>
              <a:gd name="G12" fmla="+- G10 G4 0"/>
              <a:gd name="G13" fmla="+- G12 0 0"/>
              <a:gd name="G14" fmla="*/ 51 1 2"/>
              <a:gd name="G15" fmla="+- G14 0 G9"/>
              <a:gd name="G16" fmla="+- G14 G9 0"/>
              <a:gd name="G17" fmla="+- G16 0 0"/>
              <a:gd name="G18" fmla="+- 51 0 0"/>
              <a:gd name="G19" fmla="+- 51 0 0"/>
              <a:gd name="G20" fmla="+- 180 0 0"/>
              <a:gd name="G21" fmla="+- 90 0 0"/>
              <a:gd name="G22" fmla="+- 270 0 0"/>
              <a:gd name="G23" fmla="+- 90 0 0"/>
              <a:gd name="G24" fmla="+- 0 0 0"/>
              <a:gd name="G25" fmla="+- 90 0 0"/>
              <a:gd name="G26" fmla="+- 90 0 0"/>
              <a:gd name="G27" fmla="+- 90 0 0"/>
            </a:gdLst>
            <a:ahLst/>
            <a:cxnLst>
              <a:cxn ang="0">
                <a:pos x="r" y="vc"/>
              </a:cxn>
              <a:cxn ang="5400000">
                <a:pos x="hc" y="b"/>
              </a:cxn>
              <a:cxn ang="10800000">
                <a:pos x="l" y="vc"/>
              </a:cxn>
              <a:cxn ang="16200000">
                <a:pos x="hc" y="t"/>
              </a:cxn>
            </a:cxnLst>
            <a:rect l="0" t="0" r="0" b="0"/>
            <a:pathLst>
              <a:path>
                <a:moveTo>
                  <a:pt x="0" y="26"/>
                </a:moveTo>
                <a:lnTo>
                  <a:pt x="26" y="26"/>
                </a:lnTo>
                <a:lnTo>
                  <a:pt x="180" y="90"/>
                </a:lnTo>
                <a:lnTo>
                  <a:pt x="26" y="26"/>
                </a:lnTo>
                <a:lnTo>
                  <a:pt x="270" y="90"/>
                </a:lnTo>
                <a:close/>
              </a:path>
            </a:pathLst>
          </a:custGeom>
          <a:solidFill>
            <a:srgbClr val="1F1D1B">
              <a:alpha val="7999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de-DE"/>
          </a:p>
        </p:txBody>
      </p:sp>
      <p:sp>
        <p:nvSpPr>
          <p:cNvPr id="3234" name="AutoShape 162">
            <a:extLst>
              <a:ext uri="{FF2B5EF4-FFF2-40B4-BE49-F238E27FC236}">
                <a16:creationId xmlns:a16="http://schemas.microsoft.com/office/drawing/2014/main" id="{A6E00861-AAA7-C904-5532-E0287AE9859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58888" y="1698625"/>
            <a:ext cx="17462" cy="17463"/>
          </a:xfrm>
          <a:custGeom>
            <a:avLst/>
            <a:gdLst>
              <a:gd name="G0" fmla="*/ 48 1 2"/>
              <a:gd name="G1" fmla="*/ 1 48365 11520"/>
              <a:gd name="G2" fmla="*/ G1 32767 1"/>
              <a:gd name="G3" fmla="*/ G2 1 32767"/>
              <a:gd name="G4" fmla="cos G0 G3"/>
              <a:gd name="G5" fmla="*/ 48 1 2"/>
              <a:gd name="G6" fmla="*/ 1 48365 11520"/>
              <a:gd name="G7" fmla="*/ G6 32767 1"/>
              <a:gd name="G8" fmla="*/ G7 1 32767"/>
              <a:gd name="G9" fmla="sin G5 G8"/>
              <a:gd name="G10" fmla="*/ 48 1 2"/>
              <a:gd name="G11" fmla="+- G10 0 G4"/>
              <a:gd name="G12" fmla="+- G10 G4 0"/>
              <a:gd name="G13" fmla="+- G12 0 0"/>
              <a:gd name="G14" fmla="*/ 48 1 2"/>
              <a:gd name="G15" fmla="+- G14 0 G9"/>
              <a:gd name="G16" fmla="+- G14 G9 0"/>
              <a:gd name="G17" fmla="+- G16 0 0"/>
              <a:gd name="G18" fmla="+- 48 0 0"/>
              <a:gd name="G19" fmla="+- 48 0 0"/>
              <a:gd name="G20" fmla="+- 180 0 0"/>
              <a:gd name="G21" fmla="+- 90 0 0"/>
              <a:gd name="G22" fmla="+- 270 0 0"/>
              <a:gd name="G23" fmla="+- 90 0 0"/>
              <a:gd name="G24" fmla="+- 0 0 0"/>
              <a:gd name="G25" fmla="+- 90 0 0"/>
              <a:gd name="G26" fmla="+- 90 0 0"/>
              <a:gd name="G27" fmla="+- 90 0 0"/>
            </a:gdLst>
            <a:ahLst/>
            <a:cxnLst>
              <a:cxn ang="0">
                <a:pos x="r" y="vc"/>
              </a:cxn>
              <a:cxn ang="5400000">
                <a:pos x="hc" y="b"/>
              </a:cxn>
              <a:cxn ang="10800000">
                <a:pos x="l" y="vc"/>
              </a:cxn>
              <a:cxn ang="16200000">
                <a:pos x="hc" y="t"/>
              </a:cxn>
            </a:cxnLst>
            <a:rect l="0" t="0" r="0" b="0"/>
            <a:pathLst>
              <a:path>
                <a:moveTo>
                  <a:pt x="0" y="24"/>
                </a:moveTo>
                <a:lnTo>
                  <a:pt x="24" y="24"/>
                </a:lnTo>
                <a:lnTo>
                  <a:pt x="180" y="90"/>
                </a:lnTo>
                <a:lnTo>
                  <a:pt x="24" y="24"/>
                </a:lnTo>
                <a:lnTo>
                  <a:pt x="270" y="90"/>
                </a:lnTo>
                <a:close/>
              </a:path>
            </a:pathLst>
          </a:custGeom>
          <a:solidFill>
            <a:srgbClr val="1F1D1B">
              <a:alpha val="7999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de-DE"/>
          </a:p>
        </p:txBody>
      </p:sp>
      <p:sp>
        <p:nvSpPr>
          <p:cNvPr id="3235" name="AutoShape 163">
            <a:extLst>
              <a:ext uri="{FF2B5EF4-FFF2-40B4-BE49-F238E27FC236}">
                <a16:creationId xmlns:a16="http://schemas.microsoft.com/office/drawing/2014/main" id="{16572ECC-EB08-FA70-6474-7F50DFBFF95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21013" y="9628188"/>
            <a:ext cx="14287" cy="14287"/>
          </a:xfrm>
          <a:custGeom>
            <a:avLst/>
            <a:gdLst>
              <a:gd name="G0" fmla="*/ 41 1 2"/>
              <a:gd name="G1" fmla="*/ 1 48365 11520"/>
              <a:gd name="G2" fmla="*/ G1 32767 1"/>
              <a:gd name="G3" fmla="*/ G2 1 32767"/>
              <a:gd name="G4" fmla="cos G0 G3"/>
              <a:gd name="G5" fmla="*/ 41 1 2"/>
              <a:gd name="G6" fmla="*/ 1 48365 11520"/>
              <a:gd name="G7" fmla="*/ G6 32767 1"/>
              <a:gd name="G8" fmla="*/ G7 1 32767"/>
              <a:gd name="G9" fmla="sin G5 G8"/>
              <a:gd name="G10" fmla="*/ 41 1 2"/>
              <a:gd name="G11" fmla="+- G10 0 G4"/>
              <a:gd name="G12" fmla="+- G10 G4 0"/>
              <a:gd name="G13" fmla="+- G12 0 0"/>
              <a:gd name="G14" fmla="*/ 41 1 2"/>
              <a:gd name="G15" fmla="+- G14 0 G9"/>
              <a:gd name="G16" fmla="+- G14 G9 0"/>
              <a:gd name="G17" fmla="+- G16 0 0"/>
              <a:gd name="G18" fmla="+- 41 0 0"/>
              <a:gd name="G19" fmla="+- 41 0 0"/>
              <a:gd name="G20" fmla="+- 180 0 0"/>
              <a:gd name="G21" fmla="+- 90 0 0"/>
              <a:gd name="G22" fmla="+- 270 0 0"/>
              <a:gd name="G23" fmla="+- 90 0 0"/>
              <a:gd name="G24" fmla="+- 0 0 0"/>
              <a:gd name="G25" fmla="+- 90 0 0"/>
              <a:gd name="G26" fmla="+- 90 0 0"/>
              <a:gd name="G27" fmla="+- 90 0 0"/>
            </a:gdLst>
            <a:ahLst/>
            <a:cxnLst>
              <a:cxn ang="0">
                <a:pos x="r" y="vc"/>
              </a:cxn>
              <a:cxn ang="5400000">
                <a:pos x="hc" y="b"/>
              </a:cxn>
              <a:cxn ang="10800000">
                <a:pos x="l" y="vc"/>
              </a:cxn>
              <a:cxn ang="16200000">
                <a:pos x="hc" y="t"/>
              </a:cxn>
            </a:cxnLst>
            <a:rect l="0" t="0" r="0" b="0"/>
            <a:pathLst>
              <a:path>
                <a:moveTo>
                  <a:pt x="0" y="21"/>
                </a:moveTo>
                <a:lnTo>
                  <a:pt x="21" y="21"/>
                </a:lnTo>
                <a:lnTo>
                  <a:pt x="180" y="90"/>
                </a:lnTo>
                <a:lnTo>
                  <a:pt x="21" y="21"/>
                </a:lnTo>
                <a:lnTo>
                  <a:pt x="270" y="90"/>
                </a:lnTo>
                <a:close/>
              </a:path>
            </a:pathLst>
          </a:custGeom>
          <a:solidFill>
            <a:srgbClr val="1F1D1B">
              <a:alpha val="7999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de-DE"/>
          </a:p>
        </p:txBody>
      </p:sp>
      <p:sp>
        <p:nvSpPr>
          <p:cNvPr id="3236" name="AutoShape 164">
            <a:extLst>
              <a:ext uri="{FF2B5EF4-FFF2-40B4-BE49-F238E27FC236}">
                <a16:creationId xmlns:a16="http://schemas.microsoft.com/office/drawing/2014/main" id="{AF627736-73F5-2598-C483-51C0DB089E8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75225" y="5799138"/>
            <a:ext cx="15875" cy="15875"/>
          </a:xfrm>
          <a:custGeom>
            <a:avLst/>
            <a:gdLst>
              <a:gd name="G0" fmla="*/ 47 1 2"/>
              <a:gd name="G1" fmla="*/ 1 48365 11520"/>
              <a:gd name="G2" fmla="*/ G1 32767 1"/>
              <a:gd name="G3" fmla="*/ G2 1 32767"/>
              <a:gd name="G4" fmla="cos G0 G3"/>
              <a:gd name="G5" fmla="*/ 47 1 2"/>
              <a:gd name="G6" fmla="*/ 1 48365 11520"/>
              <a:gd name="G7" fmla="*/ G6 32767 1"/>
              <a:gd name="G8" fmla="*/ G7 1 32767"/>
              <a:gd name="G9" fmla="sin G5 G8"/>
              <a:gd name="G10" fmla="*/ 47 1 2"/>
              <a:gd name="G11" fmla="+- G10 0 G4"/>
              <a:gd name="G12" fmla="+- G10 G4 0"/>
              <a:gd name="G13" fmla="+- G12 0 0"/>
              <a:gd name="G14" fmla="*/ 47 1 2"/>
              <a:gd name="G15" fmla="+- G14 0 G9"/>
              <a:gd name="G16" fmla="+- G14 G9 0"/>
              <a:gd name="G17" fmla="+- G16 0 0"/>
              <a:gd name="G18" fmla="+- 47 0 0"/>
              <a:gd name="G19" fmla="+- 47 0 0"/>
              <a:gd name="G20" fmla="+- 180 0 0"/>
              <a:gd name="G21" fmla="+- 90 0 0"/>
              <a:gd name="G22" fmla="+- 270 0 0"/>
              <a:gd name="G23" fmla="+- 90 0 0"/>
              <a:gd name="G24" fmla="+- 0 0 0"/>
              <a:gd name="G25" fmla="+- 90 0 0"/>
              <a:gd name="G26" fmla="+- 90 0 0"/>
              <a:gd name="G27" fmla="+- 90 0 0"/>
            </a:gdLst>
            <a:ahLst/>
            <a:cxnLst>
              <a:cxn ang="0">
                <a:pos x="r" y="vc"/>
              </a:cxn>
              <a:cxn ang="5400000">
                <a:pos x="hc" y="b"/>
              </a:cxn>
              <a:cxn ang="10800000">
                <a:pos x="l" y="vc"/>
              </a:cxn>
              <a:cxn ang="16200000">
                <a:pos x="hc" y="t"/>
              </a:cxn>
            </a:cxnLst>
            <a:rect l="0" t="0" r="0" b="0"/>
            <a:pathLst>
              <a:path>
                <a:moveTo>
                  <a:pt x="0" y="24"/>
                </a:moveTo>
                <a:lnTo>
                  <a:pt x="24" y="24"/>
                </a:lnTo>
                <a:lnTo>
                  <a:pt x="180" y="90"/>
                </a:lnTo>
                <a:lnTo>
                  <a:pt x="24" y="24"/>
                </a:lnTo>
                <a:lnTo>
                  <a:pt x="270" y="90"/>
                </a:lnTo>
                <a:close/>
              </a:path>
            </a:pathLst>
          </a:custGeom>
          <a:solidFill>
            <a:srgbClr val="1F1D1B">
              <a:alpha val="7999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de-DE"/>
          </a:p>
        </p:txBody>
      </p:sp>
      <p:sp>
        <p:nvSpPr>
          <p:cNvPr id="3237" name="AutoShape 165">
            <a:extLst>
              <a:ext uri="{FF2B5EF4-FFF2-40B4-BE49-F238E27FC236}">
                <a16:creationId xmlns:a16="http://schemas.microsoft.com/office/drawing/2014/main" id="{C45934D4-A0F6-2C84-0B66-6061A1035EC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19388" y="4460875"/>
            <a:ext cx="14287" cy="14288"/>
          </a:xfrm>
          <a:custGeom>
            <a:avLst/>
            <a:gdLst>
              <a:gd name="G0" fmla="*/ 40 1 2"/>
              <a:gd name="G1" fmla="*/ 1 48365 11520"/>
              <a:gd name="G2" fmla="*/ G1 32767 1"/>
              <a:gd name="G3" fmla="*/ G2 1 32767"/>
              <a:gd name="G4" fmla="cos G0 G3"/>
              <a:gd name="G5" fmla="*/ 40 1 2"/>
              <a:gd name="G6" fmla="*/ 1 48365 11520"/>
              <a:gd name="G7" fmla="*/ G6 32767 1"/>
              <a:gd name="G8" fmla="*/ G7 1 32767"/>
              <a:gd name="G9" fmla="sin G5 G8"/>
              <a:gd name="G10" fmla="*/ 40 1 2"/>
              <a:gd name="G11" fmla="+- G10 0 G4"/>
              <a:gd name="G12" fmla="+- G10 G4 0"/>
              <a:gd name="G13" fmla="+- G12 0 0"/>
              <a:gd name="G14" fmla="*/ 40 1 2"/>
              <a:gd name="G15" fmla="+- G14 0 G9"/>
              <a:gd name="G16" fmla="+- G14 G9 0"/>
              <a:gd name="G17" fmla="+- G16 0 0"/>
              <a:gd name="G18" fmla="+- 40 0 0"/>
              <a:gd name="G19" fmla="+- 40 0 0"/>
              <a:gd name="G20" fmla="+- 180 0 0"/>
              <a:gd name="G21" fmla="+- 90 0 0"/>
              <a:gd name="G22" fmla="+- 270 0 0"/>
              <a:gd name="G23" fmla="+- 90 0 0"/>
              <a:gd name="G24" fmla="+- 0 0 0"/>
              <a:gd name="G25" fmla="+- 90 0 0"/>
              <a:gd name="G26" fmla="+- 90 0 0"/>
              <a:gd name="G27" fmla="+- 90 0 0"/>
            </a:gdLst>
            <a:ahLst/>
            <a:cxnLst>
              <a:cxn ang="0">
                <a:pos x="r" y="vc"/>
              </a:cxn>
              <a:cxn ang="5400000">
                <a:pos x="hc" y="b"/>
              </a:cxn>
              <a:cxn ang="10800000">
                <a:pos x="l" y="vc"/>
              </a:cxn>
              <a:cxn ang="16200000">
                <a:pos x="hc" y="t"/>
              </a:cxn>
            </a:cxnLst>
            <a:rect l="0" t="0" r="0" b="0"/>
            <a:pathLst>
              <a:path>
                <a:moveTo>
                  <a:pt x="0" y="20"/>
                </a:moveTo>
                <a:lnTo>
                  <a:pt x="20" y="20"/>
                </a:lnTo>
                <a:lnTo>
                  <a:pt x="180" y="90"/>
                </a:lnTo>
                <a:lnTo>
                  <a:pt x="20" y="20"/>
                </a:lnTo>
                <a:lnTo>
                  <a:pt x="270" y="90"/>
                </a:lnTo>
                <a:close/>
              </a:path>
            </a:pathLst>
          </a:custGeom>
          <a:solidFill>
            <a:srgbClr val="1F1D1B">
              <a:alpha val="7999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de-DE"/>
          </a:p>
        </p:txBody>
      </p:sp>
      <p:sp>
        <p:nvSpPr>
          <p:cNvPr id="3238" name="AutoShape 166">
            <a:extLst>
              <a:ext uri="{FF2B5EF4-FFF2-40B4-BE49-F238E27FC236}">
                <a16:creationId xmlns:a16="http://schemas.microsoft.com/office/drawing/2014/main" id="{B493F8F4-FFA9-BCD6-3F29-00995C25E29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43725" y="9805988"/>
            <a:ext cx="14288" cy="14287"/>
          </a:xfrm>
          <a:custGeom>
            <a:avLst/>
            <a:gdLst>
              <a:gd name="G0" fmla="*/ 40 1 2"/>
              <a:gd name="G1" fmla="*/ 1 48365 11520"/>
              <a:gd name="G2" fmla="*/ G1 32767 1"/>
              <a:gd name="G3" fmla="*/ G2 1 32767"/>
              <a:gd name="G4" fmla="cos G0 G3"/>
              <a:gd name="G5" fmla="*/ 40 1 2"/>
              <a:gd name="G6" fmla="*/ 1 48365 11520"/>
              <a:gd name="G7" fmla="*/ G6 32767 1"/>
              <a:gd name="G8" fmla="*/ G7 1 32767"/>
              <a:gd name="G9" fmla="sin G5 G8"/>
              <a:gd name="G10" fmla="*/ 40 1 2"/>
              <a:gd name="G11" fmla="+- G10 0 G4"/>
              <a:gd name="G12" fmla="+- G10 G4 0"/>
              <a:gd name="G13" fmla="+- G12 0 0"/>
              <a:gd name="G14" fmla="*/ 40 1 2"/>
              <a:gd name="G15" fmla="+- G14 0 G9"/>
              <a:gd name="G16" fmla="+- G14 G9 0"/>
              <a:gd name="G17" fmla="+- G16 0 0"/>
              <a:gd name="G18" fmla="+- 40 0 0"/>
              <a:gd name="G19" fmla="+- 40 0 0"/>
              <a:gd name="G20" fmla="+- 180 0 0"/>
              <a:gd name="G21" fmla="+- 90 0 0"/>
              <a:gd name="G22" fmla="+- 270 0 0"/>
              <a:gd name="G23" fmla="+- 90 0 0"/>
              <a:gd name="G24" fmla="+- 0 0 0"/>
              <a:gd name="G25" fmla="+- 90 0 0"/>
              <a:gd name="G26" fmla="+- 90 0 0"/>
              <a:gd name="G27" fmla="+- 90 0 0"/>
            </a:gdLst>
            <a:ahLst/>
            <a:cxnLst>
              <a:cxn ang="0">
                <a:pos x="r" y="vc"/>
              </a:cxn>
              <a:cxn ang="5400000">
                <a:pos x="hc" y="b"/>
              </a:cxn>
              <a:cxn ang="10800000">
                <a:pos x="l" y="vc"/>
              </a:cxn>
              <a:cxn ang="16200000">
                <a:pos x="hc" y="t"/>
              </a:cxn>
            </a:cxnLst>
            <a:rect l="0" t="0" r="0" b="0"/>
            <a:pathLst>
              <a:path>
                <a:moveTo>
                  <a:pt x="0" y="20"/>
                </a:moveTo>
                <a:lnTo>
                  <a:pt x="20" y="20"/>
                </a:lnTo>
                <a:lnTo>
                  <a:pt x="180" y="90"/>
                </a:lnTo>
                <a:lnTo>
                  <a:pt x="20" y="20"/>
                </a:lnTo>
                <a:lnTo>
                  <a:pt x="270" y="90"/>
                </a:lnTo>
                <a:close/>
              </a:path>
            </a:pathLst>
          </a:custGeom>
          <a:solidFill>
            <a:srgbClr val="1F1D1B">
              <a:alpha val="7999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de-DE"/>
          </a:p>
        </p:txBody>
      </p:sp>
      <p:sp>
        <p:nvSpPr>
          <p:cNvPr id="3239" name="AutoShape 167">
            <a:extLst>
              <a:ext uri="{FF2B5EF4-FFF2-40B4-BE49-F238E27FC236}">
                <a16:creationId xmlns:a16="http://schemas.microsoft.com/office/drawing/2014/main" id="{785B28BE-AF4A-291F-C97E-391DF7383C9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00713" y="5905500"/>
            <a:ext cx="23812" cy="23813"/>
          </a:xfrm>
          <a:custGeom>
            <a:avLst/>
            <a:gdLst>
              <a:gd name="G0" fmla="*/ 65 1 2"/>
              <a:gd name="G1" fmla="*/ 1 48365 11520"/>
              <a:gd name="G2" fmla="*/ G1 32767 1"/>
              <a:gd name="G3" fmla="*/ G2 1 32767"/>
              <a:gd name="G4" fmla="cos G0 G3"/>
              <a:gd name="G5" fmla="*/ 65 1 2"/>
              <a:gd name="G6" fmla="*/ 1 48365 11520"/>
              <a:gd name="G7" fmla="*/ G6 32767 1"/>
              <a:gd name="G8" fmla="*/ G7 1 32767"/>
              <a:gd name="G9" fmla="sin G5 G8"/>
              <a:gd name="G10" fmla="*/ 65 1 2"/>
              <a:gd name="G11" fmla="+- G10 0 G4"/>
              <a:gd name="G12" fmla="+- G10 G4 0"/>
              <a:gd name="G13" fmla="+- G12 0 0"/>
              <a:gd name="G14" fmla="*/ 65 1 2"/>
              <a:gd name="G15" fmla="+- G14 0 G9"/>
              <a:gd name="G16" fmla="+- G14 G9 0"/>
              <a:gd name="G17" fmla="+- G16 0 0"/>
              <a:gd name="G18" fmla="+- 65 0 0"/>
              <a:gd name="G19" fmla="+- 65 0 0"/>
              <a:gd name="G20" fmla="+- 180 0 0"/>
              <a:gd name="G21" fmla="+- 90 0 0"/>
              <a:gd name="G22" fmla="+- 270 0 0"/>
              <a:gd name="G23" fmla="+- 90 0 0"/>
              <a:gd name="G24" fmla="+- 0 0 0"/>
              <a:gd name="G25" fmla="+- 90 0 0"/>
              <a:gd name="G26" fmla="+- 90 0 0"/>
              <a:gd name="G27" fmla="+- 90 0 0"/>
            </a:gdLst>
            <a:ahLst/>
            <a:cxnLst>
              <a:cxn ang="0">
                <a:pos x="r" y="vc"/>
              </a:cxn>
              <a:cxn ang="5400000">
                <a:pos x="hc" y="b"/>
              </a:cxn>
              <a:cxn ang="10800000">
                <a:pos x="l" y="vc"/>
              </a:cxn>
              <a:cxn ang="16200000">
                <a:pos x="hc" y="t"/>
              </a:cxn>
            </a:cxnLst>
            <a:rect l="0" t="0" r="0" b="0"/>
            <a:pathLst>
              <a:path>
                <a:moveTo>
                  <a:pt x="0" y="33"/>
                </a:moveTo>
                <a:lnTo>
                  <a:pt x="33" y="33"/>
                </a:lnTo>
                <a:lnTo>
                  <a:pt x="180" y="90"/>
                </a:lnTo>
                <a:lnTo>
                  <a:pt x="33" y="33"/>
                </a:lnTo>
                <a:lnTo>
                  <a:pt x="270" y="90"/>
                </a:lnTo>
                <a:close/>
              </a:path>
            </a:pathLst>
          </a:custGeom>
          <a:solidFill>
            <a:srgbClr val="1F1D1B">
              <a:alpha val="7999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de-DE"/>
          </a:p>
        </p:txBody>
      </p:sp>
      <p:sp>
        <p:nvSpPr>
          <p:cNvPr id="3240" name="AutoShape 168">
            <a:extLst>
              <a:ext uri="{FF2B5EF4-FFF2-40B4-BE49-F238E27FC236}">
                <a16:creationId xmlns:a16="http://schemas.microsoft.com/office/drawing/2014/main" id="{A6ADC062-6018-AEB3-BEB3-BB02787FACE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36775" y="7013575"/>
            <a:ext cx="15875" cy="15875"/>
          </a:xfrm>
          <a:custGeom>
            <a:avLst/>
            <a:gdLst>
              <a:gd name="G0" fmla="*/ 43 1 2"/>
              <a:gd name="G1" fmla="*/ 1 48365 11520"/>
              <a:gd name="G2" fmla="*/ G1 32767 1"/>
              <a:gd name="G3" fmla="*/ G2 1 32767"/>
              <a:gd name="G4" fmla="cos G0 G3"/>
              <a:gd name="G5" fmla="*/ 43 1 2"/>
              <a:gd name="G6" fmla="*/ 1 48365 11520"/>
              <a:gd name="G7" fmla="*/ G6 32767 1"/>
              <a:gd name="G8" fmla="*/ G7 1 32767"/>
              <a:gd name="G9" fmla="sin G5 G8"/>
              <a:gd name="G10" fmla="*/ 43 1 2"/>
              <a:gd name="G11" fmla="+- G10 0 G4"/>
              <a:gd name="G12" fmla="+- G10 G4 0"/>
              <a:gd name="G13" fmla="+- G12 0 0"/>
              <a:gd name="G14" fmla="*/ 43 1 2"/>
              <a:gd name="G15" fmla="+- G14 0 G9"/>
              <a:gd name="G16" fmla="+- G14 G9 0"/>
              <a:gd name="G17" fmla="+- G16 0 0"/>
              <a:gd name="G18" fmla="+- 43 0 0"/>
              <a:gd name="G19" fmla="+- 43 0 0"/>
              <a:gd name="G20" fmla="+- 180 0 0"/>
              <a:gd name="G21" fmla="+- 90 0 0"/>
              <a:gd name="G22" fmla="+- 270 0 0"/>
              <a:gd name="G23" fmla="+- 90 0 0"/>
              <a:gd name="G24" fmla="+- 0 0 0"/>
              <a:gd name="G25" fmla="+- 90 0 0"/>
              <a:gd name="G26" fmla="+- 90 0 0"/>
              <a:gd name="G27" fmla="+- 90 0 0"/>
            </a:gdLst>
            <a:ahLst/>
            <a:cxnLst>
              <a:cxn ang="0">
                <a:pos x="r" y="vc"/>
              </a:cxn>
              <a:cxn ang="5400000">
                <a:pos x="hc" y="b"/>
              </a:cxn>
              <a:cxn ang="10800000">
                <a:pos x="l" y="vc"/>
              </a:cxn>
              <a:cxn ang="16200000">
                <a:pos x="hc" y="t"/>
              </a:cxn>
            </a:cxnLst>
            <a:rect l="0" t="0" r="0" b="0"/>
            <a:pathLst>
              <a:path>
                <a:moveTo>
                  <a:pt x="0" y="22"/>
                </a:moveTo>
                <a:lnTo>
                  <a:pt x="22" y="22"/>
                </a:lnTo>
                <a:lnTo>
                  <a:pt x="180" y="90"/>
                </a:lnTo>
                <a:lnTo>
                  <a:pt x="22" y="22"/>
                </a:lnTo>
                <a:lnTo>
                  <a:pt x="270" y="90"/>
                </a:lnTo>
                <a:close/>
              </a:path>
            </a:pathLst>
          </a:custGeom>
          <a:solidFill>
            <a:srgbClr val="1F1D1B">
              <a:alpha val="7999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de-DE"/>
          </a:p>
        </p:txBody>
      </p:sp>
      <p:sp>
        <p:nvSpPr>
          <p:cNvPr id="3241" name="AutoShape 169">
            <a:extLst>
              <a:ext uri="{FF2B5EF4-FFF2-40B4-BE49-F238E27FC236}">
                <a16:creationId xmlns:a16="http://schemas.microsoft.com/office/drawing/2014/main" id="{DE5812EB-DEB0-83AB-BEEF-98C0AF22994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37375" y="7258050"/>
            <a:ext cx="14288" cy="14288"/>
          </a:xfrm>
          <a:custGeom>
            <a:avLst/>
            <a:gdLst>
              <a:gd name="G0" fmla="*/ 39 1 2"/>
              <a:gd name="G1" fmla="*/ 1 48365 11520"/>
              <a:gd name="G2" fmla="*/ G1 32767 1"/>
              <a:gd name="G3" fmla="*/ G2 1 32767"/>
              <a:gd name="G4" fmla="cos G0 G3"/>
              <a:gd name="G5" fmla="*/ 39 1 2"/>
              <a:gd name="G6" fmla="*/ 1 48365 11520"/>
              <a:gd name="G7" fmla="*/ G6 32767 1"/>
              <a:gd name="G8" fmla="*/ G7 1 32767"/>
              <a:gd name="G9" fmla="sin G5 G8"/>
              <a:gd name="G10" fmla="*/ 39 1 2"/>
              <a:gd name="G11" fmla="+- G10 0 G4"/>
              <a:gd name="G12" fmla="+- G10 G4 0"/>
              <a:gd name="G13" fmla="+- G12 0 0"/>
              <a:gd name="G14" fmla="*/ 39 1 2"/>
              <a:gd name="G15" fmla="+- G14 0 G9"/>
              <a:gd name="G16" fmla="+- G14 G9 0"/>
              <a:gd name="G17" fmla="+- G16 0 0"/>
              <a:gd name="G18" fmla="+- 39 0 0"/>
              <a:gd name="G19" fmla="+- 39 0 0"/>
              <a:gd name="G20" fmla="+- 180 0 0"/>
              <a:gd name="G21" fmla="+- 90 0 0"/>
              <a:gd name="G22" fmla="+- 270 0 0"/>
              <a:gd name="G23" fmla="+- 90 0 0"/>
              <a:gd name="G24" fmla="+- 0 0 0"/>
              <a:gd name="G25" fmla="+- 90 0 0"/>
              <a:gd name="G26" fmla="+- 90 0 0"/>
              <a:gd name="G27" fmla="+- 90 0 0"/>
            </a:gdLst>
            <a:ahLst/>
            <a:cxnLst>
              <a:cxn ang="0">
                <a:pos x="r" y="vc"/>
              </a:cxn>
              <a:cxn ang="5400000">
                <a:pos x="hc" y="b"/>
              </a:cxn>
              <a:cxn ang="10800000">
                <a:pos x="l" y="vc"/>
              </a:cxn>
              <a:cxn ang="16200000">
                <a:pos x="hc" y="t"/>
              </a:cxn>
            </a:cxnLst>
            <a:rect l="0" t="0" r="0" b="0"/>
            <a:pathLst>
              <a:path>
                <a:moveTo>
                  <a:pt x="0" y="20"/>
                </a:moveTo>
                <a:lnTo>
                  <a:pt x="20" y="20"/>
                </a:lnTo>
                <a:lnTo>
                  <a:pt x="180" y="90"/>
                </a:lnTo>
                <a:lnTo>
                  <a:pt x="20" y="20"/>
                </a:lnTo>
                <a:lnTo>
                  <a:pt x="270" y="90"/>
                </a:lnTo>
                <a:close/>
              </a:path>
            </a:pathLst>
          </a:custGeom>
          <a:solidFill>
            <a:srgbClr val="1F1D1B">
              <a:alpha val="7999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de-DE"/>
          </a:p>
        </p:txBody>
      </p:sp>
      <p:sp>
        <p:nvSpPr>
          <p:cNvPr id="3242" name="AutoShape 170">
            <a:extLst>
              <a:ext uri="{FF2B5EF4-FFF2-40B4-BE49-F238E27FC236}">
                <a16:creationId xmlns:a16="http://schemas.microsoft.com/office/drawing/2014/main" id="{282A3193-D769-2D77-ACC6-B80ABB5C699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2775" y="774700"/>
            <a:ext cx="25400" cy="25400"/>
          </a:xfrm>
          <a:custGeom>
            <a:avLst/>
            <a:gdLst>
              <a:gd name="G0" fmla="*/ 71 1 2"/>
              <a:gd name="G1" fmla="*/ 1 48365 11520"/>
              <a:gd name="G2" fmla="*/ G1 32767 1"/>
              <a:gd name="G3" fmla="*/ G2 1 32767"/>
              <a:gd name="G4" fmla="cos G0 G3"/>
              <a:gd name="G5" fmla="*/ 71 1 2"/>
              <a:gd name="G6" fmla="*/ 1 48365 11520"/>
              <a:gd name="G7" fmla="*/ G6 32767 1"/>
              <a:gd name="G8" fmla="*/ G7 1 32767"/>
              <a:gd name="G9" fmla="sin G5 G8"/>
              <a:gd name="G10" fmla="*/ 71 1 2"/>
              <a:gd name="G11" fmla="+- G10 0 G4"/>
              <a:gd name="G12" fmla="+- G10 G4 0"/>
              <a:gd name="G13" fmla="+- G12 0 0"/>
              <a:gd name="G14" fmla="*/ 71 1 2"/>
              <a:gd name="G15" fmla="+- G14 0 G9"/>
              <a:gd name="G16" fmla="+- G14 G9 0"/>
              <a:gd name="G17" fmla="+- G16 0 0"/>
              <a:gd name="G18" fmla="+- 71 0 0"/>
              <a:gd name="G19" fmla="+- 71 0 0"/>
              <a:gd name="G20" fmla="+- 180 0 0"/>
              <a:gd name="G21" fmla="+- 90 0 0"/>
              <a:gd name="G22" fmla="+- 270 0 0"/>
              <a:gd name="G23" fmla="+- 90 0 0"/>
              <a:gd name="G24" fmla="+- 0 0 0"/>
              <a:gd name="G25" fmla="+- 90 0 0"/>
              <a:gd name="G26" fmla="+- 90 0 0"/>
              <a:gd name="G27" fmla="+- 90 0 0"/>
            </a:gdLst>
            <a:ahLst/>
            <a:cxnLst>
              <a:cxn ang="0">
                <a:pos x="r" y="vc"/>
              </a:cxn>
              <a:cxn ang="5400000">
                <a:pos x="hc" y="b"/>
              </a:cxn>
              <a:cxn ang="10800000">
                <a:pos x="l" y="vc"/>
              </a:cxn>
              <a:cxn ang="16200000">
                <a:pos x="hc" y="t"/>
              </a:cxn>
            </a:cxnLst>
            <a:rect l="0" t="0" r="0" b="0"/>
            <a:pathLst>
              <a:path>
                <a:moveTo>
                  <a:pt x="0" y="36"/>
                </a:moveTo>
                <a:lnTo>
                  <a:pt x="36" y="36"/>
                </a:lnTo>
                <a:lnTo>
                  <a:pt x="180" y="90"/>
                </a:lnTo>
                <a:lnTo>
                  <a:pt x="36" y="36"/>
                </a:lnTo>
                <a:lnTo>
                  <a:pt x="270" y="90"/>
                </a:lnTo>
                <a:close/>
              </a:path>
            </a:pathLst>
          </a:custGeom>
          <a:solidFill>
            <a:srgbClr val="1F1D1B">
              <a:alpha val="7999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de-DE"/>
          </a:p>
        </p:txBody>
      </p:sp>
      <p:sp>
        <p:nvSpPr>
          <p:cNvPr id="3243" name="AutoShape 171">
            <a:extLst>
              <a:ext uri="{FF2B5EF4-FFF2-40B4-BE49-F238E27FC236}">
                <a16:creationId xmlns:a16="http://schemas.microsoft.com/office/drawing/2014/main" id="{9FD89F38-53EC-BE87-69EA-A0AAC4E8ACC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97000" y="1811338"/>
            <a:ext cx="23813" cy="23812"/>
          </a:xfrm>
          <a:custGeom>
            <a:avLst/>
            <a:gdLst>
              <a:gd name="G0" fmla="*/ 68 1 2"/>
              <a:gd name="G1" fmla="*/ 1 48365 11520"/>
              <a:gd name="G2" fmla="*/ G1 32767 1"/>
              <a:gd name="G3" fmla="*/ G2 1 32767"/>
              <a:gd name="G4" fmla="cos G0 G3"/>
              <a:gd name="G5" fmla="*/ 68 1 2"/>
              <a:gd name="G6" fmla="*/ 1 48365 11520"/>
              <a:gd name="G7" fmla="*/ G6 32767 1"/>
              <a:gd name="G8" fmla="*/ G7 1 32767"/>
              <a:gd name="G9" fmla="sin G5 G8"/>
              <a:gd name="G10" fmla="*/ 68 1 2"/>
              <a:gd name="G11" fmla="+- G10 0 G4"/>
              <a:gd name="G12" fmla="+- G10 G4 0"/>
              <a:gd name="G13" fmla="+- G12 0 0"/>
              <a:gd name="G14" fmla="*/ 68 1 2"/>
              <a:gd name="G15" fmla="+- G14 0 G9"/>
              <a:gd name="G16" fmla="+- G14 G9 0"/>
              <a:gd name="G17" fmla="+- G16 0 0"/>
              <a:gd name="G18" fmla="+- 68 0 0"/>
              <a:gd name="G19" fmla="+- 68 0 0"/>
              <a:gd name="G20" fmla="+- 180 0 0"/>
              <a:gd name="G21" fmla="+- 90 0 0"/>
              <a:gd name="G22" fmla="+- 270 0 0"/>
              <a:gd name="G23" fmla="+- 90 0 0"/>
              <a:gd name="G24" fmla="+- 0 0 0"/>
              <a:gd name="G25" fmla="+- 90 0 0"/>
              <a:gd name="G26" fmla="+- 90 0 0"/>
              <a:gd name="G27" fmla="+- 90 0 0"/>
            </a:gdLst>
            <a:ahLst/>
            <a:cxnLst>
              <a:cxn ang="0">
                <a:pos x="r" y="vc"/>
              </a:cxn>
              <a:cxn ang="5400000">
                <a:pos x="hc" y="b"/>
              </a:cxn>
              <a:cxn ang="10800000">
                <a:pos x="l" y="vc"/>
              </a:cxn>
              <a:cxn ang="16200000">
                <a:pos x="hc" y="t"/>
              </a:cxn>
            </a:cxnLst>
            <a:rect l="0" t="0" r="0" b="0"/>
            <a:pathLst>
              <a:path>
                <a:moveTo>
                  <a:pt x="0" y="34"/>
                </a:moveTo>
                <a:lnTo>
                  <a:pt x="34" y="34"/>
                </a:lnTo>
                <a:lnTo>
                  <a:pt x="180" y="90"/>
                </a:lnTo>
                <a:lnTo>
                  <a:pt x="34" y="34"/>
                </a:lnTo>
                <a:lnTo>
                  <a:pt x="270" y="90"/>
                </a:lnTo>
                <a:close/>
              </a:path>
            </a:pathLst>
          </a:custGeom>
          <a:solidFill>
            <a:srgbClr val="1F1D1B">
              <a:alpha val="7999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de-DE"/>
          </a:p>
        </p:txBody>
      </p:sp>
      <p:sp>
        <p:nvSpPr>
          <p:cNvPr id="3244" name="AutoShape 172">
            <a:extLst>
              <a:ext uri="{FF2B5EF4-FFF2-40B4-BE49-F238E27FC236}">
                <a16:creationId xmlns:a16="http://schemas.microsoft.com/office/drawing/2014/main" id="{25709241-CBC0-EA02-0A33-9ADF9F4C55F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86325" y="4502150"/>
            <a:ext cx="17463" cy="17463"/>
          </a:xfrm>
          <a:custGeom>
            <a:avLst/>
            <a:gdLst>
              <a:gd name="G0" fmla="*/ 48 1 2"/>
              <a:gd name="G1" fmla="*/ 1 48365 11520"/>
              <a:gd name="G2" fmla="*/ G1 32767 1"/>
              <a:gd name="G3" fmla="*/ G2 1 32767"/>
              <a:gd name="G4" fmla="cos G0 G3"/>
              <a:gd name="G5" fmla="*/ 48 1 2"/>
              <a:gd name="G6" fmla="*/ 1 48365 11520"/>
              <a:gd name="G7" fmla="*/ G6 32767 1"/>
              <a:gd name="G8" fmla="*/ G7 1 32767"/>
              <a:gd name="G9" fmla="sin G5 G8"/>
              <a:gd name="G10" fmla="*/ 48 1 2"/>
              <a:gd name="G11" fmla="+- G10 0 G4"/>
              <a:gd name="G12" fmla="+- G10 G4 0"/>
              <a:gd name="G13" fmla="+- G12 0 0"/>
              <a:gd name="G14" fmla="*/ 48 1 2"/>
              <a:gd name="G15" fmla="+- G14 0 G9"/>
              <a:gd name="G16" fmla="+- G14 G9 0"/>
              <a:gd name="G17" fmla="+- G16 0 0"/>
              <a:gd name="G18" fmla="+- 48 0 0"/>
              <a:gd name="G19" fmla="+- 48 0 0"/>
              <a:gd name="G20" fmla="+- 180 0 0"/>
              <a:gd name="G21" fmla="+- 90 0 0"/>
              <a:gd name="G22" fmla="+- 270 0 0"/>
              <a:gd name="G23" fmla="+- 90 0 0"/>
              <a:gd name="G24" fmla="+- 0 0 0"/>
              <a:gd name="G25" fmla="+- 90 0 0"/>
              <a:gd name="G26" fmla="+- 90 0 0"/>
              <a:gd name="G27" fmla="+- 90 0 0"/>
            </a:gdLst>
            <a:ahLst/>
            <a:cxnLst>
              <a:cxn ang="0">
                <a:pos x="r" y="vc"/>
              </a:cxn>
              <a:cxn ang="5400000">
                <a:pos x="hc" y="b"/>
              </a:cxn>
              <a:cxn ang="10800000">
                <a:pos x="l" y="vc"/>
              </a:cxn>
              <a:cxn ang="16200000">
                <a:pos x="hc" y="t"/>
              </a:cxn>
            </a:cxnLst>
            <a:rect l="0" t="0" r="0" b="0"/>
            <a:pathLst>
              <a:path>
                <a:moveTo>
                  <a:pt x="0" y="24"/>
                </a:moveTo>
                <a:lnTo>
                  <a:pt x="24" y="24"/>
                </a:lnTo>
                <a:lnTo>
                  <a:pt x="180" y="90"/>
                </a:lnTo>
                <a:lnTo>
                  <a:pt x="24" y="24"/>
                </a:lnTo>
                <a:lnTo>
                  <a:pt x="270" y="90"/>
                </a:lnTo>
                <a:close/>
              </a:path>
            </a:pathLst>
          </a:custGeom>
          <a:solidFill>
            <a:srgbClr val="1F1D1B">
              <a:alpha val="7999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de-DE"/>
          </a:p>
        </p:txBody>
      </p:sp>
      <p:sp>
        <p:nvSpPr>
          <p:cNvPr id="3245" name="AutoShape 173">
            <a:extLst>
              <a:ext uri="{FF2B5EF4-FFF2-40B4-BE49-F238E27FC236}">
                <a16:creationId xmlns:a16="http://schemas.microsoft.com/office/drawing/2014/main" id="{CEE05206-620D-12BE-BF9B-FA315277D9F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83375" y="2978150"/>
            <a:ext cx="26988" cy="26988"/>
          </a:xfrm>
          <a:custGeom>
            <a:avLst/>
            <a:gdLst>
              <a:gd name="G0" fmla="*/ 76 1 2"/>
              <a:gd name="G1" fmla="*/ 1 48365 11520"/>
              <a:gd name="G2" fmla="*/ G1 32767 1"/>
              <a:gd name="G3" fmla="*/ G2 1 32767"/>
              <a:gd name="G4" fmla="cos G0 G3"/>
              <a:gd name="G5" fmla="*/ 76 1 2"/>
              <a:gd name="G6" fmla="*/ 1 48365 11520"/>
              <a:gd name="G7" fmla="*/ G6 32767 1"/>
              <a:gd name="G8" fmla="*/ G7 1 32767"/>
              <a:gd name="G9" fmla="sin G5 G8"/>
              <a:gd name="G10" fmla="*/ 76 1 2"/>
              <a:gd name="G11" fmla="+- G10 0 G4"/>
              <a:gd name="G12" fmla="+- G10 G4 0"/>
              <a:gd name="G13" fmla="+- G12 0 0"/>
              <a:gd name="G14" fmla="*/ 76 1 2"/>
              <a:gd name="G15" fmla="+- G14 0 G9"/>
              <a:gd name="G16" fmla="+- G14 G9 0"/>
              <a:gd name="G17" fmla="+- G16 0 0"/>
              <a:gd name="G18" fmla="+- 76 0 0"/>
              <a:gd name="G19" fmla="+- 76 0 0"/>
              <a:gd name="G20" fmla="+- 180 0 0"/>
              <a:gd name="G21" fmla="+- 90 0 0"/>
              <a:gd name="G22" fmla="+- 270 0 0"/>
              <a:gd name="G23" fmla="+- 90 0 0"/>
              <a:gd name="G24" fmla="+- 0 0 0"/>
              <a:gd name="G25" fmla="+- 90 0 0"/>
              <a:gd name="G26" fmla="+- 90 0 0"/>
              <a:gd name="G27" fmla="+- 90 0 0"/>
            </a:gdLst>
            <a:ahLst/>
            <a:cxnLst>
              <a:cxn ang="0">
                <a:pos x="r" y="vc"/>
              </a:cxn>
              <a:cxn ang="5400000">
                <a:pos x="hc" y="b"/>
              </a:cxn>
              <a:cxn ang="10800000">
                <a:pos x="l" y="vc"/>
              </a:cxn>
              <a:cxn ang="16200000">
                <a:pos x="hc" y="t"/>
              </a:cxn>
            </a:cxnLst>
            <a:rect l="0" t="0" r="0" b="0"/>
            <a:pathLst>
              <a:path>
                <a:moveTo>
                  <a:pt x="0" y="38"/>
                </a:moveTo>
                <a:lnTo>
                  <a:pt x="38" y="38"/>
                </a:lnTo>
                <a:lnTo>
                  <a:pt x="180" y="90"/>
                </a:lnTo>
                <a:lnTo>
                  <a:pt x="38" y="38"/>
                </a:lnTo>
                <a:lnTo>
                  <a:pt x="270" y="90"/>
                </a:lnTo>
                <a:close/>
              </a:path>
            </a:pathLst>
          </a:custGeom>
          <a:solidFill>
            <a:srgbClr val="1F1D1B">
              <a:alpha val="7999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de-DE"/>
          </a:p>
        </p:txBody>
      </p:sp>
      <p:sp>
        <p:nvSpPr>
          <p:cNvPr id="3246" name="AutoShape 174">
            <a:extLst>
              <a:ext uri="{FF2B5EF4-FFF2-40B4-BE49-F238E27FC236}">
                <a16:creationId xmlns:a16="http://schemas.microsoft.com/office/drawing/2014/main" id="{428DF6E1-371F-1DEA-0C44-7DF3EC83083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86013" y="1430338"/>
            <a:ext cx="11112" cy="11112"/>
          </a:xfrm>
          <a:custGeom>
            <a:avLst/>
            <a:gdLst>
              <a:gd name="G0" fmla="*/ 34 1 2"/>
              <a:gd name="G1" fmla="*/ 1 48365 11520"/>
              <a:gd name="G2" fmla="*/ G1 32767 1"/>
              <a:gd name="G3" fmla="*/ G2 1 32767"/>
              <a:gd name="G4" fmla="cos G0 G3"/>
              <a:gd name="G5" fmla="*/ 34 1 2"/>
              <a:gd name="G6" fmla="*/ 1 48365 11520"/>
              <a:gd name="G7" fmla="*/ G6 32767 1"/>
              <a:gd name="G8" fmla="*/ G7 1 32767"/>
              <a:gd name="G9" fmla="sin G5 G8"/>
              <a:gd name="G10" fmla="*/ 34 1 2"/>
              <a:gd name="G11" fmla="+- G10 0 G4"/>
              <a:gd name="G12" fmla="+- G10 G4 0"/>
              <a:gd name="G13" fmla="+- G12 0 0"/>
              <a:gd name="G14" fmla="*/ 34 1 2"/>
              <a:gd name="G15" fmla="+- G14 0 G9"/>
              <a:gd name="G16" fmla="+- G14 G9 0"/>
              <a:gd name="G17" fmla="+- G16 0 0"/>
              <a:gd name="G18" fmla="+- 34 0 0"/>
              <a:gd name="G19" fmla="+- 34 0 0"/>
              <a:gd name="G20" fmla="+- 180 0 0"/>
              <a:gd name="G21" fmla="+- 90 0 0"/>
              <a:gd name="G22" fmla="+- 270 0 0"/>
              <a:gd name="G23" fmla="+- 90 0 0"/>
              <a:gd name="G24" fmla="+- 0 0 0"/>
              <a:gd name="G25" fmla="+- 90 0 0"/>
              <a:gd name="G26" fmla="+- 90 0 0"/>
              <a:gd name="G27" fmla="+- 90 0 0"/>
            </a:gdLst>
            <a:ahLst/>
            <a:cxnLst>
              <a:cxn ang="0">
                <a:pos x="r" y="vc"/>
              </a:cxn>
              <a:cxn ang="5400000">
                <a:pos x="hc" y="b"/>
              </a:cxn>
              <a:cxn ang="10800000">
                <a:pos x="l" y="vc"/>
              </a:cxn>
              <a:cxn ang="16200000">
                <a:pos x="hc" y="t"/>
              </a:cxn>
            </a:cxnLst>
            <a:rect l="0" t="0" r="0" b="0"/>
            <a:pathLst>
              <a:path>
                <a:moveTo>
                  <a:pt x="0" y="17"/>
                </a:moveTo>
                <a:lnTo>
                  <a:pt x="17" y="17"/>
                </a:lnTo>
                <a:lnTo>
                  <a:pt x="180" y="90"/>
                </a:lnTo>
                <a:lnTo>
                  <a:pt x="17" y="17"/>
                </a:lnTo>
                <a:lnTo>
                  <a:pt x="270" y="90"/>
                </a:lnTo>
                <a:close/>
              </a:path>
            </a:pathLst>
          </a:custGeom>
          <a:solidFill>
            <a:srgbClr val="1F1D1B">
              <a:alpha val="7999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de-DE"/>
          </a:p>
        </p:txBody>
      </p:sp>
      <p:sp>
        <p:nvSpPr>
          <p:cNvPr id="3247" name="AutoShape 175">
            <a:extLst>
              <a:ext uri="{FF2B5EF4-FFF2-40B4-BE49-F238E27FC236}">
                <a16:creationId xmlns:a16="http://schemas.microsoft.com/office/drawing/2014/main" id="{C05EE2E0-6356-FA35-AB26-2D691E2D9EA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79700" y="4051300"/>
            <a:ext cx="11113" cy="11113"/>
          </a:xfrm>
          <a:custGeom>
            <a:avLst/>
            <a:gdLst>
              <a:gd name="G0" fmla="*/ 33 1 2"/>
              <a:gd name="G1" fmla="*/ 1 48365 11520"/>
              <a:gd name="G2" fmla="*/ G1 32767 1"/>
              <a:gd name="G3" fmla="*/ G2 1 32767"/>
              <a:gd name="G4" fmla="cos G0 G3"/>
              <a:gd name="G5" fmla="*/ 33 1 2"/>
              <a:gd name="G6" fmla="*/ 1 48365 11520"/>
              <a:gd name="G7" fmla="*/ G6 32767 1"/>
              <a:gd name="G8" fmla="*/ G7 1 32767"/>
              <a:gd name="G9" fmla="sin G5 G8"/>
              <a:gd name="G10" fmla="*/ 33 1 2"/>
              <a:gd name="G11" fmla="+- G10 0 G4"/>
              <a:gd name="G12" fmla="+- G10 G4 0"/>
              <a:gd name="G13" fmla="+- G12 0 0"/>
              <a:gd name="G14" fmla="*/ 33 1 2"/>
              <a:gd name="G15" fmla="+- G14 0 G9"/>
              <a:gd name="G16" fmla="+- G14 G9 0"/>
              <a:gd name="G17" fmla="+- G16 0 0"/>
              <a:gd name="G18" fmla="+- 33 0 0"/>
              <a:gd name="G19" fmla="+- 33 0 0"/>
              <a:gd name="G20" fmla="+- 180 0 0"/>
              <a:gd name="G21" fmla="+- 90 0 0"/>
              <a:gd name="G22" fmla="+- 270 0 0"/>
              <a:gd name="G23" fmla="+- 90 0 0"/>
              <a:gd name="G24" fmla="+- 0 0 0"/>
              <a:gd name="G25" fmla="+- 90 0 0"/>
              <a:gd name="G26" fmla="+- 90 0 0"/>
              <a:gd name="G27" fmla="+- 90 0 0"/>
            </a:gdLst>
            <a:ahLst/>
            <a:cxnLst>
              <a:cxn ang="0">
                <a:pos x="r" y="vc"/>
              </a:cxn>
              <a:cxn ang="5400000">
                <a:pos x="hc" y="b"/>
              </a:cxn>
              <a:cxn ang="10800000">
                <a:pos x="l" y="vc"/>
              </a:cxn>
              <a:cxn ang="16200000">
                <a:pos x="hc" y="t"/>
              </a:cxn>
            </a:cxnLst>
            <a:rect l="0" t="0" r="0" b="0"/>
            <a:pathLst>
              <a:path>
                <a:moveTo>
                  <a:pt x="0" y="17"/>
                </a:moveTo>
                <a:lnTo>
                  <a:pt x="17" y="17"/>
                </a:lnTo>
                <a:lnTo>
                  <a:pt x="180" y="90"/>
                </a:lnTo>
                <a:lnTo>
                  <a:pt x="17" y="17"/>
                </a:lnTo>
                <a:lnTo>
                  <a:pt x="270" y="90"/>
                </a:lnTo>
                <a:close/>
              </a:path>
            </a:pathLst>
          </a:custGeom>
          <a:solidFill>
            <a:srgbClr val="1F1D1B">
              <a:alpha val="7999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de-DE"/>
          </a:p>
        </p:txBody>
      </p:sp>
      <p:sp>
        <p:nvSpPr>
          <p:cNvPr id="3248" name="AutoShape 176">
            <a:extLst>
              <a:ext uri="{FF2B5EF4-FFF2-40B4-BE49-F238E27FC236}">
                <a16:creationId xmlns:a16="http://schemas.microsoft.com/office/drawing/2014/main" id="{B435C63E-8B99-8AC0-7AAC-73F661945A8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67063" y="4972050"/>
            <a:ext cx="15875" cy="15875"/>
          </a:xfrm>
          <a:custGeom>
            <a:avLst/>
            <a:gdLst>
              <a:gd name="G0" fmla="*/ 45 1 2"/>
              <a:gd name="G1" fmla="*/ 1 48365 11520"/>
              <a:gd name="G2" fmla="*/ G1 32767 1"/>
              <a:gd name="G3" fmla="*/ G2 1 32767"/>
              <a:gd name="G4" fmla="cos G0 G3"/>
              <a:gd name="G5" fmla="*/ 45 1 2"/>
              <a:gd name="G6" fmla="*/ 1 48365 11520"/>
              <a:gd name="G7" fmla="*/ G6 32767 1"/>
              <a:gd name="G8" fmla="*/ G7 1 32767"/>
              <a:gd name="G9" fmla="sin G5 G8"/>
              <a:gd name="G10" fmla="*/ 45 1 2"/>
              <a:gd name="G11" fmla="+- G10 0 G4"/>
              <a:gd name="G12" fmla="+- G10 G4 0"/>
              <a:gd name="G13" fmla="+- G12 0 0"/>
              <a:gd name="G14" fmla="*/ 45 1 2"/>
              <a:gd name="G15" fmla="+- G14 0 G9"/>
              <a:gd name="G16" fmla="+- G14 G9 0"/>
              <a:gd name="G17" fmla="+- G16 0 0"/>
              <a:gd name="G18" fmla="+- 45 0 0"/>
              <a:gd name="G19" fmla="+- 45 0 0"/>
              <a:gd name="G20" fmla="+- 180 0 0"/>
              <a:gd name="G21" fmla="+- 90 0 0"/>
              <a:gd name="G22" fmla="+- 270 0 0"/>
              <a:gd name="G23" fmla="+- 90 0 0"/>
              <a:gd name="G24" fmla="+- 0 0 0"/>
              <a:gd name="G25" fmla="+- 90 0 0"/>
              <a:gd name="G26" fmla="+- 90 0 0"/>
              <a:gd name="G27" fmla="+- 90 0 0"/>
            </a:gdLst>
            <a:ahLst/>
            <a:cxnLst>
              <a:cxn ang="0">
                <a:pos x="r" y="vc"/>
              </a:cxn>
              <a:cxn ang="5400000">
                <a:pos x="hc" y="b"/>
              </a:cxn>
              <a:cxn ang="10800000">
                <a:pos x="l" y="vc"/>
              </a:cxn>
              <a:cxn ang="16200000">
                <a:pos x="hc" y="t"/>
              </a:cxn>
            </a:cxnLst>
            <a:rect l="0" t="0" r="0" b="0"/>
            <a:pathLst>
              <a:path>
                <a:moveTo>
                  <a:pt x="0" y="23"/>
                </a:moveTo>
                <a:lnTo>
                  <a:pt x="23" y="23"/>
                </a:lnTo>
                <a:lnTo>
                  <a:pt x="180" y="90"/>
                </a:lnTo>
                <a:lnTo>
                  <a:pt x="23" y="23"/>
                </a:lnTo>
                <a:lnTo>
                  <a:pt x="270" y="90"/>
                </a:lnTo>
                <a:close/>
              </a:path>
            </a:pathLst>
          </a:custGeom>
          <a:solidFill>
            <a:srgbClr val="1F1D1B">
              <a:alpha val="7999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de-DE"/>
          </a:p>
        </p:txBody>
      </p:sp>
      <p:sp>
        <p:nvSpPr>
          <p:cNvPr id="3249" name="AutoShape 177">
            <a:extLst>
              <a:ext uri="{FF2B5EF4-FFF2-40B4-BE49-F238E27FC236}">
                <a16:creationId xmlns:a16="http://schemas.microsoft.com/office/drawing/2014/main" id="{3251396A-9DEF-A169-1949-646A5E74D67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88175" y="8383588"/>
            <a:ext cx="15875" cy="15875"/>
          </a:xfrm>
          <a:custGeom>
            <a:avLst/>
            <a:gdLst>
              <a:gd name="G0" fmla="*/ 45 1 2"/>
              <a:gd name="G1" fmla="*/ 1 48365 11520"/>
              <a:gd name="G2" fmla="*/ G1 32767 1"/>
              <a:gd name="G3" fmla="*/ G2 1 32767"/>
              <a:gd name="G4" fmla="cos G0 G3"/>
              <a:gd name="G5" fmla="*/ 45 1 2"/>
              <a:gd name="G6" fmla="*/ 1 48365 11520"/>
              <a:gd name="G7" fmla="*/ G6 32767 1"/>
              <a:gd name="G8" fmla="*/ G7 1 32767"/>
              <a:gd name="G9" fmla="sin G5 G8"/>
              <a:gd name="G10" fmla="*/ 45 1 2"/>
              <a:gd name="G11" fmla="+- G10 0 G4"/>
              <a:gd name="G12" fmla="+- G10 G4 0"/>
              <a:gd name="G13" fmla="+- G12 0 0"/>
              <a:gd name="G14" fmla="*/ 45 1 2"/>
              <a:gd name="G15" fmla="+- G14 0 G9"/>
              <a:gd name="G16" fmla="+- G14 G9 0"/>
              <a:gd name="G17" fmla="+- G16 0 0"/>
              <a:gd name="G18" fmla="+- 45 0 0"/>
              <a:gd name="G19" fmla="+- 45 0 0"/>
              <a:gd name="G20" fmla="+- 180 0 0"/>
              <a:gd name="G21" fmla="+- 90 0 0"/>
              <a:gd name="G22" fmla="+- 270 0 0"/>
              <a:gd name="G23" fmla="+- 90 0 0"/>
              <a:gd name="G24" fmla="+- 0 0 0"/>
              <a:gd name="G25" fmla="+- 90 0 0"/>
              <a:gd name="G26" fmla="+- 90 0 0"/>
              <a:gd name="G27" fmla="+- 90 0 0"/>
            </a:gdLst>
            <a:ahLst/>
            <a:cxnLst>
              <a:cxn ang="0">
                <a:pos x="r" y="vc"/>
              </a:cxn>
              <a:cxn ang="5400000">
                <a:pos x="hc" y="b"/>
              </a:cxn>
              <a:cxn ang="10800000">
                <a:pos x="l" y="vc"/>
              </a:cxn>
              <a:cxn ang="16200000">
                <a:pos x="hc" y="t"/>
              </a:cxn>
            </a:cxnLst>
            <a:rect l="0" t="0" r="0" b="0"/>
            <a:pathLst>
              <a:path>
                <a:moveTo>
                  <a:pt x="0" y="23"/>
                </a:moveTo>
                <a:lnTo>
                  <a:pt x="23" y="23"/>
                </a:lnTo>
                <a:lnTo>
                  <a:pt x="180" y="90"/>
                </a:lnTo>
                <a:lnTo>
                  <a:pt x="23" y="23"/>
                </a:lnTo>
                <a:lnTo>
                  <a:pt x="270" y="90"/>
                </a:lnTo>
                <a:close/>
              </a:path>
            </a:pathLst>
          </a:custGeom>
          <a:solidFill>
            <a:srgbClr val="1F1D1B">
              <a:alpha val="7999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de-DE"/>
          </a:p>
        </p:txBody>
      </p:sp>
      <p:sp>
        <p:nvSpPr>
          <p:cNvPr id="3250" name="AutoShape 178">
            <a:extLst>
              <a:ext uri="{FF2B5EF4-FFF2-40B4-BE49-F238E27FC236}">
                <a16:creationId xmlns:a16="http://schemas.microsoft.com/office/drawing/2014/main" id="{627C21FB-4010-2167-B512-D889065B29C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01863" y="8420100"/>
            <a:ext cx="17462" cy="17463"/>
          </a:xfrm>
          <a:custGeom>
            <a:avLst/>
            <a:gdLst>
              <a:gd name="G0" fmla="*/ 51 1 2"/>
              <a:gd name="G1" fmla="*/ 1 48365 11520"/>
              <a:gd name="G2" fmla="*/ G1 32767 1"/>
              <a:gd name="G3" fmla="*/ G2 1 32767"/>
              <a:gd name="G4" fmla="cos G0 G3"/>
              <a:gd name="G5" fmla="*/ 51 1 2"/>
              <a:gd name="G6" fmla="*/ 1 48365 11520"/>
              <a:gd name="G7" fmla="*/ G6 32767 1"/>
              <a:gd name="G8" fmla="*/ G7 1 32767"/>
              <a:gd name="G9" fmla="sin G5 G8"/>
              <a:gd name="G10" fmla="*/ 51 1 2"/>
              <a:gd name="G11" fmla="+- G10 0 G4"/>
              <a:gd name="G12" fmla="+- G10 G4 0"/>
              <a:gd name="G13" fmla="+- G12 0 0"/>
              <a:gd name="G14" fmla="*/ 51 1 2"/>
              <a:gd name="G15" fmla="+- G14 0 G9"/>
              <a:gd name="G16" fmla="+- G14 G9 0"/>
              <a:gd name="G17" fmla="+- G16 0 0"/>
              <a:gd name="G18" fmla="+- 51 0 0"/>
              <a:gd name="G19" fmla="+- 51 0 0"/>
              <a:gd name="G20" fmla="+- 180 0 0"/>
              <a:gd name="G21" fmla="+- 90 0 0"/>
              <a:gd name="G22" fmla="+- 270 0 0"/>
              <a:gd name="G23" fmla="+- 90 0 0"/>
              <a:gd name="G24" fmla="+- 0 0 0"/>
              <a:gd name="G25" fmla="+- 90 0 0"/>
              <a:gd name="G26" fmla="+- 90 0 0"/>
              <a:gd name="G27" fmla="+- 90 0 0"/>
            </a:gdLst>
            <a:ahLst/>
            <a:cxnLst>
              <a:cxn ang="0">
                <a:pos x="r" y="vc"/>
              </a:cxn>
              <a:cxn ang="5400000">
                <a:pos x="hc" y="b"/>
              </a:cxn>
              <a:cxn ang="10800000">
                <a:pos x="l" y="vc"/>
              </a:cxn>
              <a:cxn ang="16200000">
                <a:pos x="hc" y="t"/>
              </a:cxn>
            </a:cxnLst>
            <a:rect l="0" t="0" r="0" b="0"/>
            <a:pathLst>
              <a:path>
                <a:moveTo>
                  <a:pt x="0" y="26"/>
                </a:moveTo>
                <a:lnTo>
                  <a:pt x="26" y="26"/>
                </a:lnTo>
                <a:lnTo>
                  <a:pt x="180" y="90"/>
                </a:lnTo>
                <a:lnTo>
                  <a:pt x="26" y="26"/>
                </a:lnTo>
                <a:lnTo>
                  <a:pt x="270" y="90"/>
                </a:lnTo>
                <a:close/>
              </a:path>
            </a:pathLst>
          </a:custGeom>
          <a:solidFill>
            <a:srgbClr val="1F1D1B">
              <a:alpha val="7999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de-DE"/>
          </a:p>
        </p:txBody>
      </p:sp>
      <p:sp>
        <p:nvSpPr>
          <p:cNvPr id="3251" name="AutoShape 179">
            <a:extLst>
              <a:ext uri="{FF2B5EF4-FFF2-40B4-BE49-F238E27FC236}">
                <a16:creationId xmlns:a16="http://schemas.microsoft.com/office/drawing/2014/main" id="{EBBE63E0-970B-169A-4F9E-706CAC35ED17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35800" y="9269413"/>
            <a:ext cx="12700" cy="12700"/>
          </a:xfrm>
          <a:custGeom>
            <a:avLst/>
            <a:gdLst>
              <a:gd name="G0" fmla="*/ 37 1 2"/>
              <a:gd name="G1" fmla="*/ 1 48365 11520"/>
              <a:gd name="G2" fmla="*/ G1 32767 1"/>
              <a:gd name="G3" fmla="*/ G2 1 32767"/>
              <a:gd name="G4" fmla="cos G0 G3"/>
              <a:gd name="G5" fmla="*/ 37 1 2"/>
              <a:gd name="G6" fmla="*/ 1 48365 11520"/>
              <a:gd name="G7" fmla="*/ G6 32767 1"/>
              <a:gd name="G8" fmla="*/ G7 1 32767"/>
              <a:gd name="G9" fmla="sin G5 G8"/>
              <a:gd name="G10" fmla="*/ 37 1 2"/>
              <a:gd name="G11" fmla="+- G10 0 G4"/>
              <a:gd name="G12" fmla="+- G10 G4 0"/>
              <a:gd name="G13" fmla="+- G12 0 0"/>
              <a:gd name="G14" fmla="*/ 37 1 2"/>
              <a:gd name="G15" fmla="+- G14 0 G9"/>
              <a:gd name="G16" fmla="+- G14 G9 0"/>
              <a:gd name="G17" fmla="+- G16 0 0"/>
              <a:gd name="G18" fmla="+- 37 0 0"/>
              <a:gd name="G19" fmla="+- 37 0 0"/>
              <a:gd name="G20" fmla="+- 180 0 0"/>
              <a:gd name="G21" fmla="+- 90 0 0"/>
              <a:gd name="G22" fmla="+- 270 0 0"/>
              <a:gd name="G23" fmla="+- 90 0 0"/>
              <a:gd name="G24" fmla="+- 0 0 0"/>
              <a:gd name="G25" fmla="+- 90 0 0"/>
              <a:gd name="G26" fmla="+- 90 0 0"/>
              <a:gd name="G27" fmla="+- 90 0 0"/>
            </a:gdLst>
            <a:ahLst/>
            <a:cxnLst>
              <a:cxn ang="0">
                <a:pos x="r" y="vc"/>
              </a:cxn>
              <a:cxn ang="5400000">
                <a:pos x="hc" y="b"/>
              </a:cxn>
              <a:cxn ang="10800000">
                <a:pos x="l" y="vc"/>
              </a:cxn>
              <a:cxn ang="16200000">
                <a:pos x="hc" y="t"/>
              </a:cxn>
            </a:cxnLst>
            <a:rect l="0" t="0" r="0" b="0"/>
            <a:pathLst>
              <a:path>
                <a:moveTo>
                  <a:pt x="0" y="19"/>
                </a:moveTo>
                <a:lnTo>
                  <a:pt x="19" y="19"/>
                </a:lnTo>
                <a:lnTo>
                  <a:pt x="180" y="90"/>
                </a:lnTo>
                <a:lnTo>
                  <a:pt x="19" y="19"/>
                </a:lnTo>
                <a:lnTo>
                  <a:pt x="270" y="90"/>
                </a:lnTo>
                <a:close/>
              </a:path>
            </a:pathLst>
          </a:custGeom>
          <a:solidFill>
            <a:srgbClr val="1F1D1B">
              <a:alpha val="7999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de-DE"/>
          </a:p>
        </p:txBody>
      </p:sp>
      <p:sp>
        <p:nvSpPr>
          <p:cNvPr id="3252" name="AutoShape 180">
            <a:extLst>
              <a:ext uri="{FF2B5EF4-FFF2-40B4-BE49-F238E27FC236}">
                <a16:creationId xmlns:a16="http://schemas.microsoft.com/office/drawing/2014/main" id="{B99E57AB-CCA2-F63F-08B4-30E4FB28821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05013" y="5067300"/>
            <a:ext cx="23812" cy="23813"/>
          </a:xfrm>
          <a:custGeom>
            <a:avLst/>
            <a:gdLst>
              <a:gd name="G0" fmla="*/ 67 1 2"/>
              <a:gd name="G1" fmla="*/ 1 48365 11520"/>
              <a:gd name="G2" fmla="*/ G1 32767 1"/>
              <a:gd name="G3" fmla="*/ G2 1 32767"/>
              <a:gd name="G4" fmla="cos G0 G3"/>
              <a:gd name="G5" fmla="*/ 67 1 2"/>
              <a:gd name="G6" fmla="*/ 1 48365 11520"/>
              <a:gd name="G7" fmla="*/ G6 32767 1"/>
              <a:gd name="G8" fmla="*/ G7 1 32767"/>
              <a:gd name="G9" fmla="sin G5 G8"/>
              <a:gd name="G10" fmla="*/ 67 1 2"/>
              <a:gd name="G11" fmla="+- G10 0 G4"/>
              <a:gd name="G12" fmla="+- G10 G4 0"/>
              <a:gd name="G13" fmla="+- G12 0 0"/>
              <a:gd name="G14" fmla="*/ 67 1 2"/>
              <a:gd name="G15" fmla="+- G14 0 G9"/>
              <a:gd name="G16" fmla="+- G14 G9 0"/>
              <a:gd name="G17" fmla="+- G16 0 0"/>
              <a:gd name="G18" fmla="+- 67 0 0"/>
              <a:gd name="G19" fmla="+- 67 0 0"/>
              <a:gd name="G20" fmla="+- 180 0 0"/>
              <a:gd name="G21" fmla="+- 90 0 0"/>
              <a:gd name="G22" fmla="+- 270 0 0"/>
              <a:gd name="G23" fmla="+- 90 0 0"/>
              <a:gd name="G24" fmla="+- 0 0 0"/>
              <a:gd name="G25" fmla="+- 90 0 0"/>
              <a:gd name="G26" fmla="+- 90 0 0"/>
              <a:gd name="G27" fmla="+- 90 0 0"/>
            </a:gdLst>
            <a:ahLst/>
            <a:cxnLst>
              <a:cxn ang="0">
                <a:pos x="r" y="vc"/>
              </a:cxn>
              <a:cxn ang="5400000">
                <a:pos x="hc" y="b"/>
              </a:cxn>
              <a:cxn ang="10800000">
                <a:pos x="l" y="vc"/>
              </a:cxn>
              <a:cxn ang="16200000">
                <a:pos x="hc" y="t"/>
              </a:cxn>
            </a:cxnLst>
            <a:rect l="0" t="0" r="0" b="0"/>
            <a:pathLst>
              <a:path>
                <a:moveTo>
                  <a:pt x="0" y="34"/>
                </a:moveTo>
                <a:lnTo>
                  <a:pt x="34" y="34"/>
                </a:lnTo>
                <a:lnTo>
                  <a:pt x="180" y="90"/>
                </a:lnTo>
                <a:lnTo>
                  <a:pt x="34" y="34"/>
                </a:lnTo>
                <a:lnTo>
                  <a:pt x="270" y="90"/>
                </a:lnTo>
                <a:close/>
              </a:path>
            </a:pathLst>
          </a:custGeom>
          <a:solidFill>
            <a:srgbClr val="1F1D1B">
              <a:alpha val="7999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de-DE"/>
          </a:p>
        </p:txBody>
      </p:sp>
      <p:sp>
        <p:nvSpPr>
          <p:cNvPr id="3253" name="AutoShape 181">
            <a:extLst>
              <a:ext uri="{FF2B5EF4-FFF2-40B4-BE49-F238E27FC236}">
                <a16:creationId xmlns:a16="http://schemas.microsoft.com/office/drawing/2014/main" id="{17DBCBC9-C53B-06D4-A794-67F06F83444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38763" y="4763"/>
            <a:ext cx="23812" cy="23812"/>
          </a:xfrm>
          <a:custGeom>
            <a:avLst/>
            <a:gdLst>
              <a:gd name="G0" fmla="*/ 69 1 2"/>
              <a:gd name="G1" fmla="*/ 1 48365 11520"/>
              <a:gd name="G2" fmla="*/ G1 32767 1"/>
              <a:gd name="G3" fmla="*/ G2 1 32767"/>
              <a:gd name="G4" fmla="cos G0 G3"/>
              <a:gd name="G5" fmla="*/ 69 1 2"/>
              <a:gd name="G6" fmla="*/ 1 48365 11520"/>
              <a:gd name="G7" fmla="*/ G6 32767 1"/>
              <a:gd name="G8" fmla="*/ G7 1 32767"/>
              <a:gd name="G9" fmla="sin G5 G8"/>
              <a:gd name="G10" fmla="*/ 69 1 2"/>
              <a:gd name="G11" fmla="+- G10 0 G4"/>
              <a:gd name="G12" fmla="+- G10 G4 0"/>
              <a:gd name="G13" fmla="+- G12 0 0"/>
              <a:gd name="G14" fmla="*/ 69 1 2"/>
              <a:gd name="G15" fmla="+- G14 0 G9"/>
              <a:gd name="G16" fmla="+- G14 G9 0"/>
              <a:gd name="G17" fmla="+- G16 0 0"/>
              <a:gd name="G18" fmla="+- 69 0 0"/>
              <a:gd name="G19" fmla="+- 69 0 0"/>
              <a:gd name="G20" fmla="+- 180 0 0"/>
              <a:gd name="G21" fmla="+- 90 0 0"/>
              <a:gd name="G22" fmla="+- 270 0 0"/>
              <a:gd name="G23" fmla="+- 90 0 0"/>
              <a:gd name="G24" fmla="+- 0 0 0"/>
              <a:gd name="G25" fmla="+- 90 0 0"/>
              <a:gd name="G26" fmla="+- 90 0 0"/>
              <a:gd name="G27" fmla="+- 90 0 0"/>
            </a:gdLst>
            <a:ahLst/>
            <a:cxnLst>
              <a:cxn ang="0">
                <a:pos x="r" y="vc"/>
              </a:cxn>
              <a:cxn ang="5400000">
                <a:pos x="hc" y="b"/>
              </a:cxn>
              <a:cxn ang="10800000">
                <a:pos x="l" y="vc"/>
              </a:cxn>
              <a:cxn ang="16200000">
                <a:pos x="hc" y="t"/>
              </a:cxn>
            </a:cxnLst>
            <a:rect l="0" t="0" r="0" b="0"/>
            <a:pathLst>
              <a:path>
                <a:moveTo>
                  <a:pt x="0" y="35"/>
                </a:moveTo>
                <a:lnTo>
                  <a:pt x="35" y="35"/>
                </a:lnTo>
                <a:lnTo>
                  <a:pt x="180" y="90"/>
                </a:lnTo>
                <a:lnTo>
                  <a:pt x="35" y="35"/>
                </a:lnTo>
                <a:lnTo>
                  <a:pt x="270" y="90"/>
                </a:lnTo>
                <a:close/>
              </a:path>
            </a:pathLst>
          </a:custGeom>
          <a:solidFill>
            <a:srgbClr val="1F1D1B">
              <a:alpha val="7999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de-DE"/>
          </a:p>
        </p:txBody>
      </p:sp>
      <p:sp>
        <p:nvSpPr>
          <p:cNvPr id="3254" name="AutoShape 182">
            <a:extLst>
              <a:ext uri="{FF2B5EF4-FFF2-40B4-BE49-F238E27FC236}">
                <a16:creationId xmlns:a16="http://schemas.microsoft.com/office/drawing/2014/main" id="{1F4C9D49-BC42-3D19-4B35-97959A1C2F9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91113" y="8329613"/>
            <a:ext cx="22225" cy="22225"/>
          </a:xfrm>
          <a:custGeom>
            <a:avLst/>
            <a:gdLst>
              <a:gd name="G0" fmla="*/ 62 1 2"/>
              <a:gd name="G1" fmla="*/ 1 48365 11520"/>
              <a:gd name="G2" fmla="*/ G1 32767 1"/>
              <a:gd name="G3" fmla="*/ G2 1 32767"/>
              <a:gd name="G4" fmla="cos G0 G3"/>
              <a:gd name="G5" fmla="*/ 62 1 2"/>
              <a:gd name="G6" fmla="*/ 1 48365 11520"/>
              <a:gd name="G7" fmla="*/ G6 32767 1"/>
              <a:gd name="G8" fmla="*/ G7 1 32767"/>
              <a:gd name="G9" fmla="sin G5 G8"/>
              <a:gd name="G10" fmla="*/ 62 1 2"/>
              <a:gd name="G11" fmla="+- G10 0 G4"/>
              <a:gd name="G12" fmla="+- G10 G4 0"/>
              <a:gd name="G13" fmla="+- G12 0 0"/>
              <a:gd name="G14" fmla="*/ 62 1 2"/>
              <a:gd name="G15" fmla="+- G14 0 G9"/>
              <a:gd name="G16" fmla="+- G14 G9 0"/>
              <a:gd name="G17" fmla="+- G16 0 0"/>
              <a:gd name="G18" fmla="+- 62 0 0"/>
              <a:gd name="G19" fmla="+- 62 0 0"/>
              <a:gd name="G20" fmla="+- 180 0 0"/>
              <a:gd name="G21" fmla="+- 90 0 0"/>
              <a:gd name="G22" fmla="+- 270 0 0"/>
              <a:gd name="G23" fmla="+- 90 0 0"/>
              <a:gd name="G24" fmla="+- 0 0 0"/>
              <a:gd name="G25" fmla="+- 90 0 0"/>
              <a:gd name="G26" fmla="+- 90 0 0"/>
              <a:gd name="G27" fmla="+- 90 0 0"/>
            </a:gdLst>
            <a:ahLst/>
            <a:cxnLst>
              <a:cxn ang="0">
                <a:pos x="r" y="vc"/>
              </a:cxn>
              <a:cxn ang="5400000">
                <a:pos x="hc" y="b"/>
              </a:cxn>
              <a:cxn ang="10800000">
                <a:pos x="l" y="vc"/>
              </a:cxn>
              <a:cxn ang="16200000">
                <a:pos x="hc" y="t"/>
              </a:cxn>
            </a:cxnLst>
            <a:rect l="0" t="0" r="0" b="0"/>
            <a:pathLst>
              <a:path>
                <a:moveTo>
                  <a:pt x="0" y="31"/>
                </a:moveTo>
                <a:lnTo>
                  <a:pt x="31" y="31"/>
                </a:lnTo>
                <a:lnTo>
                  <a:pt x="180" y="90"/>
                </a:lnTo>
                <a:lnTo>
                  <a:pt x="31" y="31"/>
                </a:lnTo>
                <a:lnTo>
                  <a:pt x="270" y="90"/>
                </a:lnTo>
                <a:close/>
              </a:path>
            </a:pathLst>
          </a:custGeom>
          <a:solidFill>
            <a:srgbClr val="1F1D1B">
              <a:alpha val="7999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de-DE"/>
          </a:p>
        </p:txBody>
      </p:sp>
      <p:sp>
        <p:nvSpPr>
          <p:cNvPr id="3255" name="AutoShape 183">
            <a:extLst>
              <a:ext uri="{FF2B5EF4-FFF2-40B4-BE49-F238E27FC236}">
                <a16:creationId xmlns:a16="http://schemas.microsoft.com/office/drawing/2014/main" id="{ACC26CC3-1AC2-B232-DABA-C136216775B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08488" y="4057650"/>
            <a:ext cx="23812" cy="23813"/>
          </a:xfrm>
          <a:custGeom>
            <a:avLst/>
            <a:gdLst>
              <a:gd name="G0" fmla="*/ 65 1 2"/>
              <a:gd name="G1" fmla="*/ 1 48365 11520"/>
              <a:gd name="G2" fmla="*/ G1 32767 1"/>
              <a:gd name="G3" fmla="*/ G2 1 32767"/>
              <a:gd name="G4" fmla="cos G0 G3"/>
              <a:gd name="G5" fmla="*/ 65 1 2"/>
              <a:gd name="G6" fmla="*/ 1 48365 11520"/>
              <a:gd name="G7" fmla="*/ G6 32767 1"/>
              <a:gd name="G8" fmla="*/ G7 1 32767"/>
              <a:gd name="G9" fmla="sin G5 G8"/>
              <a:gd name="G10" fmla="*/ 65 1 2"/>
              <a:gd name="G11" fmla="+- G10 0 G4"/>
              <a:gd name="G12" fmla="+- G10 G4 0"/>
              <a:gd name="G13" fmla="+- G12 0 0"/>
              <a:gd name="G14" fmla="*/ 65 1 2"/>
              <a:gd name="G15" fmla="+- G14 0 G9"/>
              <a:gd name="G16" fmla="+- G14 G9 0"/>
              <a:gd name="G17" fmla="+- G16 0 0"/>
              <a:gd name="G18" fmla="+- 65 0 0"/>
              <a:gd name="G19" fmla="+- 65 0 0"/>
              <a:gd name="G20" fmla="+- 180 0 0"/>
              <a:gd name="G21" fmla="+- 90 0 0"/>
              <a:gd name="G22" fmla="+- 270 0 0"/>
              <a:gd name="G23" fmla="+- 90 0 0"/>
              <a:gd name="G24" fmla="+- 0 0 0"/>
              <a:gd name="G25" fmla="+- 90 0 0"/>
              <a:gd name="G26" fmla="+- 90 0 0"/>
              <a:gd name="G27" fmla="+- 90 0 0"/>
            </a:gdLst>
            <a:ahLst/>
            <a:cxnLst>
              <a:cxn ang="0">
                <a:pos x="r" y="vc"/>
              </a:cxn>
              <a:cxn ang="5400000">
                <a:pos x="hc" y="b"/>
              </a:cxn>
              <a:cxn ang="10800000">
                <a:pos x="l" y="vc"/>
              </a:cxn>
              <a:cxn ang="16200000">
                <a:pos x="hc" y="t"/>
              </a:cxn>
            </a:cxnLst>
            <a:rect l="0" t="0" r="0" b="0"/>
            <a:pathLst>
              <a:path>
                <a:moveTo>
                  <a:pt x="0" y="33"/>
                </a:moveTo>
                <a:lnTo>
                  <a:pt x="33" y="33"/>
                </a:lnTo>
                <a:lnTo>
                  <a:pt x="180" y="90"/>
                </a:lnTo>
                <a:lnTo>
                  <a:pt x="33" y="33"/>
                </a:lnTo>
                <a:lnTo>
                  <a:pt x="270" y="90"/>
                </a:lnTo>
                <a:close/>
              </a:path>
            </a:pathLst>
          </a:custGeom>
          <a:solidFill>
            <a:srgbClr val="1F1D1B">
              <a:alpha val="7999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de-DE"/>
          </a:p>
        </p:txBody>
      </p:sp>
      <p:sp>
        <p:nvSpPr>
          <p:cNvPr id="3256" name="AutoShape 184">
            <a:extLst>
              <a:ext uri="{FF2B5EF4-FFF2-40B4-BE49-F238E27FC236}">
                <a16:creationId xmlns:a16="http://schemas.microsoft.com/office/drawing/2014/main" id="{F1D8B836-90D4-2FF2-85C0-9679889E027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32550" y="1439863"/>
            <a:ext cx="17463" cy="17462"/>
          </a:xfrm>
          <a:custGeom>
            <a:avLst/>
            <a:gdLst>
              <a:gd name="G0" fmla="*/ 51 1 2"/>
              <a:gd name="G1" fmla="*/ 1 48365 11520"/>
              <a:gd name="G2" fmla="*/ G1 32767 1"/>
              <a:gd name="G3" fmla="*/ G2 1 32767"/>
              <a:gd name="G4" fmla="cos G0 G3"/>
              <a:gd name="G5" fmla="*/ 51 1 2"/>
              <a:gd name="G6" fmla="*/ 1 48365 11520"/>
              <a:gd name="G7" fmla="*/ G6 32767 1"/>
              <a:gd name="G8" fmla="*/ G7 1 32767"/>
              <a:gd name="G9" fmla="sin G5 G8"/>
              <a:gd name="G10" fmla="*/ 51 1 2"/>
              <a:gd name="G11" fmla="+- G10 0 G4"/>
              <a:gd name="G12" fmla="+- G10 G4 0"/>
              <a:gd name="G13" fmla="+- G12 0 0"/>
              <a:gd name="G14" fmla="*/ 51 1 2"/>
              <a:gd name="G15" fmla="+- G14 0 G9"/>
              <a:gd name="G16" fmla="+- G14 G9 0"/>
              <a:gd name="G17" fmla="+- G16 0 0"/>
              <a:gd name="G18" fmla="+- 51 0 0"/>
              <a:gd name="G19" fmla="+- 51 0 0"/>
              <a:gd name="G20" fmla="+- 180 0 0"/>
              <a:gd name="G21" fmla="+- 90 0 0"/>
              <a:gd name="G22" fmla="+- 270 0 0"/>
              <a:gd name="G23" fmla="+- 90 0 0"/>
              <a:gd name="G24" fmla="+- 0 0 0"/>
              <a:gd name="G25" fmla="+- 90 0 0"/>
              <a:gd name="G26" fmla="+- 90 0 0"/>
              <a:gd name="G27" fmla="+- 90 0 0"/>
            </a:gdLst>
            <a:ahLst/>
            <a:cxnLst>
              <a:cxn ang="0">
                <a:pos x="r" y="vc"/>
              </a:cxn>
              <a:cxn ang="5400000">
                <a:pos x="hc" y="b"/>
              </a:cxn>
              <a:cxn ang="10800000">
                <a:pos x="l" y="vc"/>
              </a:cxn>
              <a:cxn ang="16200000">
                <a:pos x="hc" y="t"/>
              </a:cxn>
            </a:cxnLst>
            <a:rect l="0" t="0" r="0" b="0"/>
            <a:pathLst>
              <a:path>
                <a:moveTo>
                  <a:pt x="0" y="26"/>
                </a:moveTo>
                <a:lnTo>
                  <a:pt x="26" y="26"/>
                </a:lnTo>
                <a:lnTo>
                  <a:pt x="180" y="90"/>
                </a:lnTo>
                <a:lnTo>
                  <a:pt x="26" y="26"/>
                </a:lnTo>
                <a:lnTo>
                  <a:pt x="270" y="90"/>
                </a:lnTo>
                <a:close/>
              </a:path>
            </a:pathLst>
          </a:custGeom>
          <a:solidFill>
            <a:srgbClr val="1F1D1B">
              <a:alpha val="7999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de-DE"/>
          </a:p>
        </p:txBody>
      </p:sp>
      <p:sp>
        <p:nvSpPr>
          <p:cNvPr id="3257" name="AutoShape 185">
            <a:extLst>
              <a:ext uri="{FF2B5EF4-FFF2-40B4-BE49-F238E27FC236}">
                <a16:creationId xmlns:a16="http://schemas.microsoft.com/office/drawing/2014/main" id="{AB78F8AE-F2B3-F9E2-95A9-A91ED1E688E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61163" y="4665663"/>
            <a:ext cx="14287" cy="14287"/>
          </a:xfrm>
          <a:custGeom>
            <a:avLst/>
            <a:gdLst>
              <a:gd name="G0" fmla="*/ 40 1 2"/>
              <a:gd name="G1" fmla="*/ 1 48365 11520"/>
              <a:gd name="G2" fmla="*/ G1 32767 1"/>
              <a:gd name="G3" fmla="*/ G2 1 32767"/>
              <a:gd name="G4" fmla="cos G0 G3"/>
              <a:gd name="G5" fmla="*/ 40 1 2"/>
              <a:gd name="G6" fmla="*/ 1 48365 11520"/>
              <a:gd name="G7" fmla="*/ G6 32767 1"/>
              <a:gd name="G8" fmla="*/ G7 1 32767"/>
              <a:gd name="G9" fmla="sin G5 G8"/>
              <a:gd name="G10" fmla="*/ 40 1 2"/>
              <a:gd name="G11" fmla="+- G10 0 G4"/>
              <a:gd name="G12" fmla="+- G10 G4 0"/>
              <a:gd name="G13" fmla="+- G12 0 0"/>
              <a:gd name="G14" fmla="*/ 40 1 2"/>
              <a:gd name="G15" fmla="+- G14 0 G9"/>
              <a:gd name="G16" fmla="+- G14 G9 0"/>
              <a:gd name="G17" fmla="+- G16 0 0"/>
              <a:gd name="G18" fmla="+- 40 0 0"/>
              <a:gd name="G19" fmla="+- 40 0 0"/>
              <a:gd name="G20" fmla="+- 180 0 0"/>
              <a:gd name="G21" fmla="+- 90 0 0"/>
              <a:gd name="G22" fmla="+- 270 0 0"/>
              <a:gd name="G23" fmla="+- 90 0 0"/>
              <a:gd name="G24" fmla="+- 0 0 0"/>
              <a:gd name="G25" fmla="+- 90 0 0"/>
              <a:gd name="G26" fmla="+- 90 0 0"/>
              <a:gd name="G27" fmla="+- 90 0 0"/>
            </a:gdLst>
            <a:ahLst/>
            <a:cxnLst>
              <a:cxn ang="0">
                <a:pos x="r" y="vc"/>
              </a:cxn>
              <a:cxn ang="5400000">
                <a:pos x="hc" y="b"/>
              </a:cxn>
              <a:cxn ang="10800000">
                <a:pos x="l" y="vc"/>
              </a:cxn>
              <a:cxn ang="16200000">
                <a:pos x="hc" y="t"/>
              </a:cxn>
            </a:cxnLst>
            <a:rect l="0" t="0" r="0" b="0"/>
            <a:pathLst>
              <a:path>
                <a:moveTo>
                  <a:pt x="0" y="20"/>
                </a:moveTo>
                <a:lnTo>
                  <a:pt x="20" y="20"/>
                </a:lnTo>
                <a:lnTo>
                  <a:pt x="180" y="90"/>
                </a:lnTo>
                <a:lnTo>
                  <a:pt x="20" y="20"/>
                </a:lnTo>
                <a:lnTo>
                  <a:pt x="270" y="90"/>
                </a:lnTo>
                <a:close/>
              </a:path>
            </a:pathLst>
          </a:custGeom>
          <a:solidFill>
            <a:srgbClr val="1F1D1B">
              <a:alpha val="7999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de-DE"/>
          </a:p>
        </p:txBody>
      </p:sp>
      <p:sp>
        <p:nvSpPr>
          <p:cNvPr id="3258" name="AutoShape 186">
            <a:extLst>
              <a:ext uri="{FF2B5EF4-FFF2-40B4-BE49-F238E27FC236}">
                <a16:creationId xmlns:a16="http://schemas.microsoft.com/office/drawing/2014/main" id="{4D66B0AB-09DD-9FEF-99C9-5CBF877B6754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6950" y="7867650"/>
            <a:ext cx="17463" cy="17463"/>
          </a:xfrm>
          <a:custGeom>
            <a:avLst/>
            <a:gdLst>
              <a:gd name="G0" fmla="*/ 50 1 2"/>
              <a:gd name="G1" fmla="*/ 1 48365 11520"/>
              <a:gd name="G2" fmla="*/ G1 32767 1"/>
              <a:gd name="G3" fmla="*/ G2 1 32767"/>
              <a:gd name="G4" fmla="cos G0 G3"/>
              <a:gd name="G5" fmla="*/ 50 1 2"/>
              <a:gd name="G6" fmla="*/ 1 48365 11520"/>
              <a:gd name="G7" fmla="*/ G6 32767 1"/>
              <a:gd name="G8" fmla="*/ G7 1 32767"/>
              <a:gd name="G9" fmla="sin G5 G8"/>
              <a:gd name="G10" fmla="*/ 50 1 2"/>
              <a:gd name="G11" fmla="+- G10 0 G4"/>
              <a:gd name="G12" fmla="+- G10 G4 0"/>
              <a:gd name="G13" fmla="+- G12 0 0"/>
              <a:gd name="G14" fmla="*/ 50 1 2"/>
              <a:gd name="G15" fmla="+- G14 0 G9"/>
              <a:gd name="G16" fmla="+- G14 G9 0"/>
              <a:gd name="G17" fmla="+- G16 0 0"/>
              <a:gd name="G18" fmla="+- 50 0 0"/>
              <a:gd name="G19" fmla="+- 50 0 0"/>
              <a:gd name="G20" fmla="+- 180 0 0"/>
              <a:gd name="G21" fmla="+- 90 0 0"/>
              <a:gd name="G22" fmla="+- 270 0 0"/>
              <a:gd name="G23" fmla="+- 90 0 0"/>
              <a:gd name="G24" fmla="+- 0 0 0"/>
              <a:gd name="G25" fmla="+- 90 0 0"/>
              <a:gd name="G26" fmla="+- 90 0 0"/>
              <a:gd name="G27" fmla="+- 90 0 0"/>
            </a:gdLst>
            <a:ahLst/>
            <a:cxnLst>
              <a:cxn ang="0">
                <a:pos x="r" y="vc"/>
              </a:cxn>
              <a:cxn ang="5400000">
                <a:pos x="hc" y="b"/>
              </a:cxn>
              <a:cxn ang="10800000">
                <a:pos x="l" y="vc"/>
              </a:cxn>
              <a:cxn ang="16200000">
                <a:pos x="hc" y="t"/>
              </a:cxn>
            </a:cxnLst>
            <a:rect l="0" t="0" r="0" b="0"/>
            <a:pathLst>
              <a:path>
                <a:moveTo>
                  <a:pt x="0" y="25"/>
                </a:moveTo>
                <a:lnTo>
                  <a:pt x="25" y="25"/>
                </a:lnTo>
                <a:lnTo>
                  <a:pt x="180" y="90"/>
                </a:lnTo>
                <a:lnTo>
                  <a:pt x="25" y="25"/>
                </a:lnTo>
                <a:lnTo>
                  <a:pt x="270" y="90"/>
                </a:lnTo>
                <a:close/>
              </a:path>
            </a:pathLst>
          </a:custGeom>
          <a:solidFill>
            <a:srgbClr val="1F1D1B">
              <a:alpha val="7999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de-DE"/>
          </a:p>
        </p:txBody>
      </p:sp>
      <p:sp>
        <p:nvSpPr>
          <p:cNvPr id="3259" name="AutoShape 187">
            <a:extLst>
              <a:ext uri="{FF2B5EF4-FFF2-40B4-BE49-F238E27FC236}">
                <a16:creationId xmlns:a16="http://schemas.microsoft.com/office/drawing/2014/main" id="{FEB98C50-1FDA-F878-D618-E623149E77E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67588" y="5180013"/>
            <a:ext cx="19050" cy="19050"/>
          </a:xfrm>
          <a:custGeom>
            <a:avLst/>
            <a:gdLst>
              <a:gd name="G0" fmla="*/ 55 1 2"/>
              <a:gd name="G1" fmla="*/ 1 48365 11520"/>
              <a:gd name="G2" fmla="*/ G1 32767 1"/>
              <a:gd name="G3" fmla="*/ G2 1 32767"/>
              <a:gd name="G4" fmla="cos G0 G3"/>
              <a:gd name="G5" fmla="*/ 55 1 2"/>
              <a:gd name="G6" fmla="*/ 1 48365 11520"/>
              <a:gd name="G7" fmla="*/ G6 32767 1"/>
              <a:gd name="G8" fmla="*/ G7 1 32767"/>
              <a:gd name="G9" fmla="sin G5 G8"/>
              <a:gd name="G10" fmla="*/ 55 1 2"/>
              <a:gd name="G11" fmla="+- G10 0 G4"/>
              <a:gd name="G12" fmla="+- G10 G4 0"/>
              <a:gd name="G13" fmla="+- G12 0 0"/>
              <a:gd name="G14" fmla="*/ 55 1 2"/>
              <a:gd name="G15" fmla="+- G14 0 G9"/>
              <a:gd name="G16" fmla="+- G14 G9 0"/>
              <a:gd name="G17" fmla="+- G16 0 0"/>
              <a:gd name="G18" fmla="+- 55 0 0"/>
              <a:gd name="G19" fmla="+- 55 0 0"/>
              <a:gd name="G20" fmla="+- 180 0 0"/>
              <a:gd name="G21" fmla="+- 90 0 0"/>
              <a:gd name="G22" fmla="+- 270 0 0"/>
              <a:gd name="G23" fmla="+- 90 0 0"/>
              <a:gd name="G24" fmla="+- 0 0 0"/>
              <a:gd name="G25" fmla="+- 90 0 0"/>
              <a:gd name="G26" fmla="+- 90 0 0"/>
              <a:gd name="G27" fmla="+- 90 0 0"/>
            </a:gdLst>
            <a:ahLst/>
            <a:cxnLst>
              <a:cxn ang="0">
                <a:pos x="r" y="vc"/>
              </a:cxn>
              <a:cxn ang="5400000">
                <a:pos x="hc" y="b"/>
              </a:cxn>
              <a:cxn ang="10800000">
                <a:pos x="l" y="vc"/>
              </a:cxn>
              <a:cxn ang="16200000">
                <a:pos x="hc" y="t"/>
              </a:cxn>
            </a:cxnLst>
            <a:rect l="0" t="0" r="0" b="0"/>
            <a:pathLst>
              <a:path>
                <a:moveTo>
                  <a:pt x="0" y="28"/>
                </a:moveTo>
                <a:lnTo>
                  <a:pt x="28" y="28"/>
                </a:lnTo>
                <a:lnTo>
                  <a:pt x="180" y="90"/>
                </a:lnTo>
                <a:lnTo>
                  <a:pt x="28" y="28"/>
                </a:lnTo>
                <a:lnTo>
                  <a:pt x="270" y="90"/>
                </a:lnTo>
                <a:close/>
              </a:path>
            </a:pathLst>
          </a:custGeom>
          <a:solidFill>
            <a:srgbClr val="1F1D1B">
              <a:alpha val="7999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de-DE"/>
          </a:p>
        </p:txBody>
      </p:sp>
      <p:sp>
        <p:nvSpPr>
          <p:cNvPr id="3260" name="AutoShape 188">
            <a:extLst>
              <a:ext uri="{FF2B5EF4-FFF2-40B4-BE49-F238E27FC236}">
                <a16:creationId xmlns:a16="http://schemas.microsoft.com/office/drawing/2014/main" id="{49A7791A-B49B-0B86-E7F8-FD1354BC0B1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88100" y="790575"/>
            <a:ext cx="26988" cy="26988"/>
          </a:xfrm>
          <a:custGeom>
            <a:avLst/>
            <a:gdLst>
              <a:gd name="G0" fmla="*/ 74 1 2"/>
              <a:gd name="G1" fmla="*/ 1 48365 11520"/>
              <a:gd name="G2" fmla="*/ G1 32767 1"/>
              <a:gd name="G3" fmla="*/ G2 1 32767"/>
              <a:gd name="G4" fmla="cos G0 G3"/>
              <a:gd name="G5" fmla="*/ 74 1 2"/>
              <a:gd name="G6" fmla="*/ 1 48365 11520"/>
              <a:gd name="G7" fmla="*/ G6 32767 1"/>
              <a:gd name="G8" fmla="*/ G7 1 32767"/>
              <a:gd name="G9" fmla="sin G5 G8"/>
              <a:gd name="G10" fmla="*/ 74 1 2"/>
              <a:gd name="G11" fmla="+- G10 0 G4"/>
              <a:gd name="G12" fmla="+- G10 G4 0"/>
              <a:gd name="G13" fmla="+- G12 0 0"/>
              <a:gd name="G14" fmla="*/ 74 1 2"/>
              <a:gd name="G15" fmla="+- G14 0 G9"/>
              <a:gd name="G16" fmla="+- G14 G9 0"/>
              <a:gd name="G17" fmla="+- G16 0 0"/>
              <a:gd name="G18" fmla="+- 74 0 0"/>
              <a:gd name="G19" fmla="+- 74 0 0"/>
              <a:gd name="G20" fmla="+- 180 0 0"/>
              <a:gd name="G21" fmla="+- 90 0 0"/>
              <a:gd name="G22" fmla="+- 270 0 0"/>
              <a:gd name="G23" fmla="+- 90 0 0"/>
              <a:gd name="G24" fmla="+- 0 0 0"/>
              <a:gd name="G25" fmla="+- 90 0 0"/>
              <a:gd name="G26" fmla="+- 90 0 0"/>
              <a:gd name="G27" fmla="+- 90 0 0"/>
            </a:gdLst>
            <a:ahLst/>
            <a:cxnLst>
              <a:cxn ang="0">
                <a:pos x="r" y="vc"/>
              </a:cxn>
              <a:cxn ang="5400000">
                <a:pos x="hc" y="b"/>
              </a:cxn>
              <a:cxn ang="10800000">
                <a:pos x="l" y="vc"/>
              </a:cxn>
              <a:cxn ang="16200000">
                <a:pos x="hc" y="t"/>
              </a:cxn>
            </a:cxnLst>
            <a:rect l="0" t="0" r="0" b="0"/>
            <a:pathLst>
              <a:path>
                <a:moveTo>
                  <a:pt x="0" y="37"/>
                </a:moveTo>
                <a:lnTo>
                  <a:pt x="37" y="37"/>
                </a:lnTo>
                <a:lnTo>
                  <a:pt x="180" y="90"/>
                </a:lnTo>
                <a:lnTo>
                  <a:pt x="37" y="37"/>
                </a:lnTo>
                <a:lnTo>
                  <a:pt x="270" y="90"/>
                </a:lnTo>
                <a:close/>
              </a:path>
            </a:pathLst>
          </a:custGeom>
          <a:solidFill>
            <a:srgbClr val="1F1D1B">
              <a:alpha val="7999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de-DE"/>
          </a:p>
        </p:txBody>
      </p:sp>
      <p:sp>
        <p:nvSpPr>
          <p:cNvPr id="3261" name="AutoShape 189">
            <a:extLst>
              <a:ext uri="{FF2B5EF4-FFF2-40B4-BE49-F238E27FC236}">
                <a16:creationId xmlns:a16="http://schemas.microsoft.com/office/drawing/2014/main" id="{359593F4-2B8A-5641-F893-1014998FEA6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98563" y="8953500"/>
            <a:ext cx="12700" cy="12700"/>
          </a:xfrm>
          <a:custGeom>
            <a:avLst/>
            <a:gdLst>
              <a:gd name="G0" fmla="*/ 35 1 2"/>
              <a:gd name="G1" fmla="*/ 1 48365 11520"/>
              <a:gd name="G2" fmla="*/ G1 32767 1"/>
              <a:gd name="G3" fmla="*/ G2 1 32767"/>
              <a:gd name="G4" fmla="cos G0 G3"/>
              <a:gd name="G5" fmla="*/ 35 1 2"/>
              <a:gd name="G6" fmla="*/ 1 48365 11520"/>
              <a:gd name="G7" fmla="*/ G6 32767 1"/>
              <a:gd name="G8" fmla="*/ G7 1 32767"/>
              <a:gd name="G9" fmla="sin G5 G8"/>
              <a:gd name="G10" fmla="*/ 35 1 2"/>
              <a:gd name="G11" fmla="+- G10 0 G4"/>
              <a:gd name="G12" fmla="+- G10 G4 0"/>
              <a:gd name="G13" fmla="+- G12 0 0"/>
              <a:gd name="G14" fmla="*/ 35 1 2"/>
              <a:gd name="G15" fmla="+- G14 0 G9"/>
              <a:gd name="G16" fmla="+- G14 G9 0"/>
              <a:gd name="G17" fmla="+- G16 0 0"/>
              <a:gd name="G18" fmla="+- 35 0 0"/>
              <a:gd name="G19" fmla="+- 35 0 0"/>
              <a:gd name="G20" fmla="+- 180 0 0"/>
              <a:gd name="G21" fmla="+- 90 0 0"/>
              <a:gd name="G22" fmla="+- 270 0 0"/>
              <a:gd name="G23" fmla="+- 90 0 0"/>
              <a:gd name="G24" fmla="+- 0 0 0"/>
              <a:gd name="G25" fmla="+- 90 0 0"/>
              <a:gd name="G26" fmla="+- 90 0 0"/>
              <a:gd name="G27" fmla="+- 90 0 0"/>
            </a:gdLst>
            <a:ahLst/>
            <a:cxnLst>
              <a:cxn ang="0">
                <a:pos x="r" y="vc"/>
              </a:cxn>
              <a:cxn ang="5400000">
                <a:pos x="hc" y="b"/>
              </a:cxn>
              <a:cxn ang="10800000">
                <a:pos x="l" y="vc"/>
              </a:cxn>
              <a:cxn ang="16200000">
                <a:pos x="hc" y="t"/>
              </a:cxn>
            </a:cxnLst>
            <a:rect l="0" t="0" r="0" b="0"/>
            <a:pathLst>
              <a:path>
                <a:moveTo>
                  <a:pt x="0" y="18"/>
                </a:moveTo>
                <a:lnTo>
                  <a:pt x="18" y="18"/>
                </a:lnTo>
                <a:lnTo>
                  <a:pt x="180" y="90"/>
                </a:lnTo>
                <a:lnTo>
                  <a:pt x="18" y="18"/>
                </a:lnTo>
                <a:lnTo>
                  <a:pt x="270" y="90"/>
                </a:lnTo>
                <a:close/>
              </a:path>
            </a:pathLst>
          </a:custGeom>
          <a:solidFill>
            <a:srgbClr val="1F1D1B">
              <a:alpha val="7999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de-DE"/>
          </a:p>
        </p:txBody>
      </p:sp>
      <p:sp>
        <p:nvSpPr>
          <p:cNvPr id="3262" name="AutoShape 190">
            <a:extLst>
              <a:ext uri="{FF2B5EF4-FFF2-40B4-BE49-F238E27FC236}">
                <a16:creationId xmlns:a16="http://schemas.microsoft.com/office/drawing/2014/main" id="{674A6428-7426-F6AD-EBBF-EBB0A7DA649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89200" y="3679825"/>
            <a:ext cx="15875" cy="15875"/>
          </a:xfrm>
          <a:custGeom>
            <a:avLst/>
            <a:gdLst>
              <a:gd name="G0" fmla="*/ 47 1 2"/>
              <a:gd name="G1" fmla="*/ 1 48365 11520"/>
              <a:gd name="G2" fmla="*/ G1 32767 1"/>
              <a:gd name="G3" fmla="*/ G2 1 32767"/>
              <a:gd name="G4" fmla="cos G0 G3"/>
              <a:gd name="G5" fmla="*/ 47 1 2"/>
              <a:gd name="G6" fmla="*/ 1 48365 11520"/>
              <a:gd name="G7" fmla="*/ G6 32767 1"/>
              <a:gd name="G8" fmla="*/ G7 1 32767"/>
              <a:gd name="G9" fmla="sin G5 G8"/>
              <a:gd name="G10" fmla="*/ 47 1 2"/>
              <a:gd name="G11" fmla="+- G10 0 G4"/>
              <a:gd name="G12" fmla="+- G10 G4 0"/>
              <a:gd name="G13" fmla="+- G12 0 0"/>
              <a:gd name="G14" fmla="*/ 47 1 2"/>
              <a:gd name="G15" fmla="+- G14 0 G9"/>
              <a:gd name="G16" fmla="+- G14 G9 0"/>
              <a:gd name="G17" fmla="+- G16 0 0"/>
              <a:gd name="G18" fmla="+- 47 0 0"/>
              <a:gd name="G19" fmla="+- 47 0 0"/>
              <a:gd name="G20" fmla="+- 180 0 0"/>
              <a:gd name="G21" fmla="+- 90 0 0"/>
              <a:gd name="G22" fmla="+- 270 0 0"/>
              <a:gd name="G23" fmla="+- 90 0 0"/>
              <a:gd name="G24" fmla="+- 0 0 0"/>
              <a:gd name="G25" fmla="+- 90 0 0"/>
              <a:gd name="G26" fmla="+- 90 0 0"/>
              <a:gd name="G27" fmla="+- 90 0 0"/>
            </a:gdLst>
            <a:ahLst/>
            <a:cxnLst>
              <a:cxn ang="0">
                <a:pos x="r" y="vc"/>
              </a:cxn>
              <a:cxn ang="5400000">
                <a:pos x="hc" y="b"/>
              </a:cxn>
              <a:cxn ang="10800000">
                <a:pos x="l" y="vc"/>
              </a:cxn>
              <a:cxn ang="16200000">
                <a:pos x="hc" y="t"/>
              </a:cxn>
            </a:cxnLst>
            <a:rect l="0" t="0" r="0" b="0"/>
            <a:pathLst>
              <a:path>
                <a:moveTo>
                  <a:pt x="0" y="24"/>
                </a:moveTo>
                <a:lnTo>
                  <a:pt x="24" y="24"/>
                </a:lnTo>
                <a:lnTo>
                  <a:pt x="180" y="90"/>
                </a:lnTo>
                <a:lnTo>
                  <a:pt x="24" y="24"/>
                </a:lnTo>
                <a:lnTo>
                  <a:pt x="270" y="90"/>
                </a:lnTo>
                <a:close/>
              </a:path>
            </a:pathLst>
          </a:custGeom>
          <a:solidFill>
            <a:srgbClr val="1F1D1B">
              <a:alpha val="7999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de-DE"/>
          </a:p>
        </p:txBody>
      </p:sp>
      <p:sp>
        <p:nvSpPr>
          <p:cNvPr id="3263" name="AutoShape 191">
            <a:extLst>
              <a:ext uri="{FF2B5EF4-FFF2-40B4-BE49-F238E27FC236}">
                <a16:creationId xmlns:a16="http://schemas.microsoft.com/office/drawing/2014/main" id="{1B74E44F-9AC5-F2A2-C0D9-5870A5A37B5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57875" y="9280525"/>
            <a:ext cx="14288" cy="14288"/>
          </a:xfrm>
          <a:custGeom>
            <a:avLst/>
            <a:gdLst>
              <a:gd name="G0" fmla="*/ 39 1 2"/>
              <a:gd name="G1" fmla="*/ 1 48365 11520"/>
              <a:gd name="G2" fmla="*/ G1 32767 1"/>
              <a:gd name="G3" fmla="*/ G2 1 32767"/>
              <a:gd name="G4" fmla="cos G0 G3"/>
              <a:gd name="G5" fmla="*/ 39 1 2"/>
              <a:gd name="G6" fmla="*/ 1 48365 11520"/>
              <a:gd name="G7" fmla="*/ G6 32767 1"/>
              <a:gd name="G8" fmla="*/ G7 1 32767"/>
              <a:gd name="G9" fmla="sin G5 G8"/>
              <a:gd name="G10" fmla="*/ 39 1 2"/>
              <a:gd name="G11" fmla="+- G10 0 G4"/>
              <a:gd name="G12" fmla="+- G10 G4 0"/>
              <a:gd name="G13" fmla="+- G12 0 0"/>
              <a:gd name="G14" fmla="*/ 39 1 2"/>
              <a:gd name="G15" fmla="+- G14 0 G9"/>
              <a:gd name="G16" fmla="+- G14 G9 0"/>
              <a:gd name="G17" fmla="+- G16 0 0"/>
              <a:gd name="G18" fmla="+- 39 0 0"/>
              <a:gd name="G19" fmla="+- 39 0 0"/>
              <a:gd name="G20" fmla="+- 180 0 0"/>
              <a:gd name="G21" fmla="+- 90 0 0"/>
              <a:gd name="G22" fmla="+- 270 0 0"/>
              <a:gd name="G23" fmla="+- 90 0 0"/>
              <a:gd name="G24" fmla="+- 0 0 0"/>
              <a:gd name="G25" fmla="+- 90 0 0"/>
              <a:gd name="G26" fmla="+- 90 0 0"/>
              <a:gd name="G27" fmla="+- 90 0 0"/>
            </a:gdLst>
            <a:ahLst/>
            <a:cxnLst>
              <a:cxn ang="0">
                <a:pos x="r" y="vc"/>
              </a:cxn>
              <a:cxn ang="5400000">
                <a:pos x="hc" y="b"/>
              </a:cxn>
              <a:cxn ang="10800000">
                <a:pos x="l" y="vc"/>
              </a:cxn>
              <a:cxn ang="16200000">
                <a:pos x="hc" y="t"/>
              </a:cxn>
            </a:cxnLst>
            <a:rect l="0" t="0" r="0" b="0"/>
            <a:pathLst>
              <a:path>
                <a:moveTo>
                  <a:pt x="0" y="20"/>
                </a:moveTo>
                <a:lnTo>
                  <a:pt x="20" y="20"/>
                </a:lnTo>
                <a:lnTo>
                  <a:pt x="180" y="90"/>
                </a:lnTo>
                <a:lnTo>
                  <a:pt x="20" y="20"/>
                </a:lnTo>
                <a:lnTo>
                  <a:pt x="270" y="90"/>
                </a:lnTo>
                <a:close/>
              </a:path>
            </a:pathLst>
          </a:custGeom>
          <a:solidFill>
            <a:srgbClr val="1F1D1B">
              <a:alpha val="7999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de-DE"/>
          </a:p>
        </p:txBody>
      </p:sp>
      <p:sp>
        <p:nvSpPr>
          <p:cNvPr id="3264" name="AutoShape 192">
            <a:extLst>
              <a:ext uri="{FF2B5EF4-FFF2-40B4-BE49-F238E27FC236}">
                <a16:creationId xmlns:a16="http://schemas.microsoft.com/office/drawing/2014/main" id="{EDE35512-B3F4-EAD3-9F41-78FE047E3F3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02450" y="9828213"/>
            <a:ext cx="26988" cy="26987"/>
          </a:xfrm>
          <a:custGeom>
            <a:avLst/>
            <a:gdLst>
              <a:gd name="G0" fmla="*/ 75 1 2"/>
              <a:gd name="G1" fmla="*/ 1 48365 11520"/>
              <a:gd name="G2" fmla="*/ G1 32767 1"/>
              <a:gd name="G3" fmla="*/ G2 1 32767"/>
              <a:gd name="G4" fmla="cos G0 G3"/>
              <a:gd name="G5" fmla="*/ 75 1 2"/>
              <a:gd name="G6" fmla="*/ 1 48365 11520"/>
              <a:gd name="G7" fmla="*/ G6 32767 1"/>
              <a:gd name="G8" fmla="*/ G7 1 32767"/>
              <a:gd name="G9" fmla="sin G5 G8"/>
              <a:gd name="G10" fmla="*/ 75 1 2"/>
              <a:gd name="G11" fmla="+- G10 0 G4"/>
              <a:gd name="G12" fmla="+- G10 G4 0"/>
              <a:gd name="G13" fmla="+- G12 0 0"/>
              <a:gd name="G14" fmla="*/ 75 1 2"/>
              <a:gd name="G15" fmla="+- G14 0 G9"/>
              <a:gd name="G16" fmla="+- G14 G9 0"/>
              <a:gd name="G17" fmla="+- G16 0 0"/>
              <a:gd name="G18" fmla="+- 75 0 0"/>
              <a:gd name="G19" fmla="+- 75 0 0"/>
              <a:gd name="G20" fmla="+- 180 0 0"/>
              <a:gd name="G21" fmla="+- 90 0 0"/>
              <a:gd name="G22" fmla="+- 270 0 0"/>
              <a:gd name="G23" fmla="+- 90 0 0"/>
              <a:gd name="G24" fmla="+- 0 0 0"/>
              <a:gd name="G25" fmla="+- 90 0 0"/>
              <a:gd name="G26" fmla="+- 90 0 0"/>
              <a:gd name="G27" fmla="+- 90 0 0"/>
            </a:gdLst>
            <a:ahLst/>
            <a:cxnLst>
              <a:cxn ang="0">
                <a:pos x="r" y="vc"/>
              </a:cxn>
              <a:cxn ang="5400000">
                <a:pos x="hc" y="b"/>
              </a:cxn>
              <a:cxn ang="10800000">
                <a:pos x="l" y="vc"/>
              </a:cxn>
              <a:cxn ang="16200000">
                <a:pos x="hc" y="t"/>
              </a:cxn>
            </a:cxnLst>
            <a:rect l="0" t="0" r="0" b="0"/>
            <a:pathLst>
              <a:path>
                <a:moveTo>
                  <a:pt x="0" y="38"/>
                </a:moveTo>
                <a:lnTo>
                  <a:pt x="38" y="38"/>
                </a:lnTo>
                <a:lnTo>
                  <a:pt x="180" y="90"/>
                </a:lnTo>
                <a:lnTo>
                  <a:pt x="38" y="38"/>
                </a:lnTo>
                <a:lnTo>
                  <a:pt x="270" y="90"/>
                </a:lnTo>
                <a:close/>
              </a:path>
            </a:pathLst>
          </a:custGeom>
          <a:solidFill>
            <a:srgbClr val="1F1D1B">
              <a:alpha val="7999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de-DE"/>
          </a:p>
        </p:txBody>
      </p:sp>
      <p:sp>
        <p:nvSpPr>
          <p:cNvPr id="3265" name="AutoShape 193">
            <a:extLst>
              <a:ext uri="{FF2B5EF4-FFF2-40B4-BE49-F238E27FC236}">
                <a16:creationId xmlns:a16="http://schemas.microsoft.com/office/drawing/2014/main" id="{C81B114A-4DC0-CEE8-AEDC-8FF61C63911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25550" y="9515475"/>
            <a:ext cx="12700" cy="12700"/>
          </a:xfrm>
          <a:custGeom>
            <a:avLst/>
            <a:gdLst>
              <a:gd name="G0" fmla="*/ 38 1 2"/>
              <a:gd name="G1" fmla="*/ 1 48365 11520"/>
              <a:gd name="G2" fmla="*/ G1 32767 1"/>
              <a:gd name="G3" fmla="*/ G2 1 32767"/>
              <a:gd name="G4" fmla="cos G0 G3"/>
              <a:gd name="G5" fmla="*/ 38 1 2"/>
              <a:gd name="G6" fmla="*/ 1 48365 11520"/>
              <a:gd name="G7" fmla="*/ G6 32767 1"/>
              <a:gd name="G8" fmla="*/ G7 1 32767"/>
              <a:gd name="G9" fmla="sin G5 G8"/>
              <a:gd name="G10" fmla="*/ 38 1 2"/>
              <a:gd name="G11" fmla="+- G10 0 G4"/>
              <a:gd name="G12" fmla="+- G10 G4 0"/>
              <a:gd name="G13" fmla="+- G12 0 0"/>
              <a:gd name="G14" fmla="*/ 38 1 2"/>
              <a:gd name="G15" fmla="+- G14 0 G9"/>
              <a:gd name="G16" fmla="+- G14 G9 0"/>
              <a:gd name="G17" fmla="+- G16 0 0"/>
              <a:gd name="G18" fmla="+- 38 0 0"/>
              <a:gd name="G19" fmla="+- 38 0 0"/>
              <a:gd name="G20" fmla="+- 180 0 0"/>
              <a:gd name="G21" fmla="+- 90 0 0"/>
              <a:gd name="G22" fmla="+- 270 0 0"/>
              <a:gd name="G23" fmla="+- 90 0 0"/>
              <a:gd name="G24" fmla="+- 0 0 0"/>
              <a:gd name="G25" fmla="+- 90 0 0"/>
              <a:gd name="G26" fmla="+- 90 0 0"/>
              <a:gd name="G27" fmla="+- 90 0 0"/>
            </a:gdLst>
            <a:ahLst/>
            <a:cxnLst>
              <a:cxn ang="0">
                <a:pos x="r" y="vc"/>
              </a:cxn>
              <a:cxn ang="5400000">
                <a:pos x="hc" y="b"/>
              </a:cxn>
              <a:cxn ang="10800000">
                <a:pos x="l" y="vc"/>
              </a:cxn>
              <a:cxn ang="16200000">
                <a:pos x="hc" y="t"/>
              </a:cxn>
            </a:cxnLst>
            <a:rect l="0" t="0" r="0" b="0"/>
            <a:pathLst>
              <a:path>
                <a:moveTo>
                  <a:pt x="0" y="19"/>
                </a:moveTo>
                <a:lnTo>
                  <a:pt x="19" y="19"/>
                </a:lnTo>
                <a:lnTo>
                  <a:pt x="180" y="90"/>
                </a:lnTo>
                <a:lnTo>
                  <a:pt x="19" y="19"/>
                </a:lnTo>
                <a:lnTo>
                  <a:pt x="270" y="90"/>
                </a:lnTo>
                <a:close/>
              </a:path>
            </a:pathLst>
          </a:custGeom>
          <a:solidFill>
            <a:srgbClr val="1F1D1B">
              <a:alpha val="7999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de-DE"/>
          </a:p>
        </p:txBody>
      </p:sp>
      <p:sp>
        <p:nvSpPr>
          <p:cNvPr id="3266" name="AutoShape 194">
            <a:extLst>
              <a:ext uri="{FF2B5EF4-FFF2-40B4-BE49-F238E27FC236}">
                <a16:creationId xmlns:a16="http://schemas.microsoft.com/office/drawing/2014/main" id="{C549AC01-A978-6FB6-2B54-AFAC97288175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54850" y="2473325"/>
            <a:ext cx="12700" cy="12700"/>
          </a:xfrm>
          <a:custGeom>
            <a:avLst/>
            <a:gdLst>
              <a:gd name="G0" fmla="*/ 37 1 2"/>
              <a:gd name="G1" fmla="*/ 1 48365 11520"/>
              <a:gd name="G2" fmla="*/ G1 32767 1"/>
              <a:gd name="G3" fmla="*/ G2 1 32767"/>
              <a:gd name="G4" fmla="cos G0 G3"/>
              <a:gd name="G5" fmla="*/ 37 1 2"/>
              <a:gd name="G6" fmla="*/ 1 48365 11520"/>
              <a:gd name="G7" fmla="*/ G6 32767 1"/>
              <a:gd name="G8" fmla="*/ G7 1 32767"/>
              <a:gd name="G9" fmla="sin G5 G8"/>
              <a:gd name="G10" fmla="*/ 37 1 2"/>
              <a:gd name="G11" fmla="+- G10 0 G4"/>
              <a:gd name="G12" fmla="+- G10 G4 0"/>
              <a:gd name="G13" fmla="+- G12 0 0"/>
              <a:gd name="G14" fmla="*/ 37 1 2"/>
              <a:gd name="G15" fmla="+- G14 0 G9"/>
              <a:gd name="G16" fmla="+- G14 G9 0"/>
              <a:gd name="G17" fmla="+- G16 0 0"/>
              <a:gd name="G18" fmla="+- 37 0 0"/>
              <a:gd name="G19" fmla="+- 37 0 0"/>
              <a:gd name="G20" fmla="+- 180 0 0"/>
              <a:gd name="G21" fmla="+- 90 0 0"/>
              <a:gd name="G22" fmla="+- 270 0 0"/>
              <a:gd name="G23" fmla="+- 90 0 0"/>
              <a:gd name="G24" fmla="+- 0 0 0"/>
              <a:gd name="G25" fmla="+- 90 0 0"/>
              <a:gd name="G26" fmla="+- 90 0 0"/>
              <a:gd name="G27" fmla="+- 90 0 0"/>
            </a:gdLst>
            <a:ahLst/>
            <a:cxnLst>
              <a:cxn ang="0">
                <a:pos x="r" y="vc"/>
              </a:cxn>
              <a:cxn ang="5400000">
                <a:pos x="hc" y="b"/>
              </a:cxn>
              <a:cxn ang="10800000">
                <a:pos x="l" y="vc"/>
              </a:cxn>
              <a:cxn ang="16200000">
                <a:pos x="hc" y="t"/>
              </a:cxn>
            </a:cxnLst>
            <a:rect l="0" t="0" r="0" b="0"/>
            <a:pathLst>
              <a:path>
                <a:moveTo>
                  <a:pt x="0" y="19"/>
                </a:moveTo>
                <a:lnTo>
                  <a:pt x="19" y="19"/>
                </a:lnTo>
                <a:lnTo>
                  <a:pt x="180" y="90"/>
                </a:lnTo>
                <a:lnTo>
                  <a:pt x="19" y="19"/>
                </a:lnTo>
                <a:lnTo>
                  <a:pt x="270" y="90"/>
                </a:lnTo>
                <a:close/>
              </a:path>
            </a:pathLst>
          </a:custGeom>
          <a:solidFill>
            <a:srgbClr val="1F1D1B">
              <a:alpha val="7999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de-DE"/>
          </a:p>
        </p:txBody>
      </p:sp>
      <p:sp>
        <p:nvSpPr>
          <p:cNvPr id="3267" name="AutoShape 195">
            <a:extLst>
              <a:ext uri="{FF2B5EF4-FFF2-40B4-BE49-F238E27FC236}">
                <a16:creationId xmlns:a16="http://schemas.microsoft.com/office/drawing/2014/main" id="{E835ADF8-7784-CF87-E52A-C5FD326F5B3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05375" y="2951163"/>
            <a:ext cx="15875" cy="15875"/>
          </a:xfrm>
          <a:custGeom>
            <a:avLst/>
            <a:gdLst>
              <a:gd name="G0" fmla="*/ 46 1 2"/>
              <a:gd name="G1" fmla="*/ 1 48365 11520"/>
              <a:gd name="G2" fmla="*/ G1 32767 1"/>
              <a:gd name="G3" fmla="*/ G2 1 32767"/>
              <a:gd name="G4" fmla="cos G0 G3"/>
              <a:gd name="G5" fmla="*/ 46 1 2"/>
              <a:gd name="G6" fmla="*/ 1 48365 11520"/>
              <a:gd name="G7" fmla="*/ G6 32767 1"/>
              <a:gd name="G8" fmla="*/ G7 1 32767"/>
              <a:gd name="G9" fmla="sin G5 G8"/>
              <a:gd name="G10" fmla="*/ 46 1 2"/>
              <a:gd name="G11" fmla="+- G10 0 G4"/>
              <a:gd name="G12" fmla="+- G10 G4 0"/>
              <a:gd name="G13" fmla="+- G12 0 0"/>
              <a:gd name="G14" fmla="*/ 46 1 2"/>
              <a:gd name="G15" fmla="+- G14 0 G9"/>
              <a:gd name="G16" fmla="+- G14 G9 0"/>
              <a:gd name="G17" fmla="+- G16 0 0"/>
              <a:gd name="G18" fmla="+- 46 0 0"/>
              <a:gd name="G19" fmla="+- 46 0 0"/>
              <a:gd name="G20" fmla="+- 180 0 0"/>
              <a:gd name="G21" fmla="+- 90 0 0"/>
              <a:gd name="G22" fmla="+- 270 0 0"/>
              <a:gd name="G23" fmla="+- 90 0 0"/>
              <a:gd name="G24" fmla="+- 0 0 0"/>
              <a:gd name="G25" fmla="+- 90 0 0"/>
              <a:gd name="G26" fmla="+- 90 0 0"/>
              <a:gd name="G27" fmla="+- 90 0 0"/>
            </a:gdLst>
            <a:ahLst/>
            <a:cxnLst>
              <a:cxn ang="0">
                <a:pos x="r" y="vc"/>
              </a:cxn>
              <a:cxn ang="5400000">
                <a:pos x="hc" y="b"/>
              </a:cxn>
              <a:cxn ang="10800000">
                <a:pos x="l" y="vc"/>
              </a:cxn>
              <a:cxn ang="16200000">
                <a:pos x="hc" y="t"/>
              </a:cxn>
            </a:cxnLst>
            <a:rect l="0" t="0" r="0" b="0"/>
            <a:pathLst>
              <a:path>
                <a:moveTo>
                  <a:pt x="0" y="23"/>
                </a:moveTo>
                <a:lnTo>
                  <a:pt x="23" y="23"/>
                </a:lnTo>
                <a:lnTo>
                  <a:pt x="180" y="90"/>
                </a:lnTo>
                <a:lnTo>
                  <a:pt x="23" y="23"/>
                </a:lnTo>
                <a:lnTo>
                  <a:pt x="270" y="90"/>
                </a:lnTo>
                <a:close/>
              </a:path>
            </a:pathLst>
          </a:custGeom>
          <a:solidFill>
            <a:srgbClr val="1F1D1B">
              <a:alpha val="7999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de-DE"/>
          </a:p>
        </p:txBody>
      </p:sp>
      <p:sp>
        <p:nvSpPr>
          <p:cNvPr id="3268" name="AutoShape 196">
            <a:extLst>
              <a:ext uri="{FF2B5EF4-FFF2-40B4-BE49-F238E27FC236}">
                <a16:creationId xmlns:a16="http://schemas.microsoft.com/office/drawing/2014/main" id="{16043F9A-807D-9C8C-479C-D554D500C8D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62588" y="5083175"/>
            <a:ext cx="14287" cy="14288"/>
          </a:xfrm>
          <a:custGeom>
            <a:avLst/>
            <a:gdLst>
              <a:gd name="G0" fmla="*/ 39 1 2"/>
              <a:gd name="G1" fmla="*/ 1 48365 11520"/>
              <a:gd name="G2" fmla="*/ G1 32767 1"/>
              <a:gd name="G3" fmla="*/ G2 1 32767"/>
              <a:gd name="G4" fmla="cos G0 G3"/>
              <a:gd name="G5" fmla="*/ 39 1 2"/>
              <a:gd name="G6" fmla="*/ 1 48365 11520"/>
              <a:gd name="G7" fmla="*/ G6 32767 1"/>
              <a:gd name="G8" fmla="*/ G7 1 32767"/>
              <a:gd name="G9" fmla="sin G5 G8"/>
              <a:gd name="G10" fmla="*/ 39 1 2"/>
              <a:gd name="G11" fmla="+- G10 0 G4"/>
              <a:gd name="G12" fmla="+- G10 G4 0"/>
              <a:gd name="G13" fmla="+- G12 0 0"/>
              <a:gd name="G14" fmla="*/ 39 1 2"/>
              <a:gd name="G15" fmla="+- G14 0 G9"/>
              <a:gd name="G16" fmla="+- G14 G9 0"/>
              <a:gd name="G17" fmla="+- G16 0 0"/>
              <a:gd name="G18" fmla="+- 39 0 0"/>
              <a:gd name="G19" fmla="+- 39 0 0"/>
              <a:gd name="G20" fmla="+- 180 0 0"/>
              <a:gd name="G21" fmla="+- 90 0 0"/>
              <a:gd name="G22" fmla="+- 270 0 0"/>
              <a:gd name="G23" fmla="+- 90 0 0"/>
              <a:gd name="G24" fmla="+- 0 0 0"/>
              <a:gd name="G25" fmla="+- 90 0 0"/>
              <a:gd name="G26" fmla="+- 90 0 0"/>
              <a:gd name="G27" fmla="+- 90 0 0"/>
            </a:gdLst>
            <a:ahLst/>
            <a:cxnLst>
              <a:cxn ang="0">
                <a:pos x="r" y="vc"/>
              </a:cxn>
              <a:cxn ang="5400000">
                <a:pos x="hc" y="b"/>
              </a:cxn>
              <a:cxn ang="10800000">
                <a:pos x="l" y="vc"/>
              </a:cxn>
              <a:cxn ang="16200000">
                <a:pos x="hc" y="t"/>
              </a:cxn>
            </a:cxnLst>
            <a:rect l="0" t="0" r="0" b="0"/>
            <a:pathLst>
              <a:path>
                <a:moveTo>
                  <a:pt x="0" y="20"/>
                </a:moveTo>
                <a:lnTo>
                  <a:pt x="20" y="20"/>
                </a:lnTo>
                <a:lnTo>
                  <a:pt x="180" y="90"/>
                </a:lnTo>
                <a:lnTo>
                  <a:pt x="20" y="20"/>
                </a:lnTo>
                <a:lnTo>
                  <a:pt x="270" y="90"/>
                </a:lnTo>
                <a:close/>
              </a:path>
            </a:pathLst>
          </a:custGeom>
          <a:solidFill>
            <a:srgbClr val="1F1D1B">
              <a:alpha val="7999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de-DE"/>
          </a:p>
        </p:txBody>
      </p:sp>
      <p:sp>
        <p:nvSpPr>
          <p:cNvPr id="3269" name="AutoShape 197">
            <a:extLst>
              <a:ext uri="{FF2B5EF4-FFF2-40B4-BE49-F238E27FC236}">
                <a16:creationId xmlns:a16="http://schemas.microsoft.com/office/drawing/2014/main" id="{4CE38EB8-0F46-2A32-0AEA-2D6CB0CA9F8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24350" y="3000375"/>
            <a:ext cx="11113" cy="11113"/>
          </a:xfrm>
          <a:custGeom>
            <a:avLst/>
            <a:gdLst>
              <a:gd name="G0" fmla="*/ 34 1 2"/>
              <a:gd name="G1" fmla="*/ 1 48365 11520"/>
              <a:gd name="G2" fmla="*/ G1 32767 1"/>
              <a:gd name="G3" fmla="*/ G2 1 32767"/>
              <a:gd name="G4" fmla="cos G0 G3"/>
              <a:gd name="G5" fmla="*/ 34 1 2"/>
              <a:gd name="G6" fmla="*/ 1 48365 11520"/>
              <a:gd name="G7" fmla="*/ G6 32767 1"/>
              <a:gd name="G8" fmla="*/ G7 1 32767"/>
              <a:gd name="G9" fmla="sin G5 G8"/>
              <a:gd name="G10" fmla="*/ 34 1 2"/>
              <a:gd name="G11" fmla="+- G10 0 G4"/>
              <a:gd name="G12" fmla="+- G10 G4 0"/>
              <a:gd name="G13" fmla="+- G12 0 0"/>
              <a:gd name="G14" fmla="*/ 34 1 2"/>
              <a:gd name="G15" fmla="+- G14 0 G9"/>
              <a:gd name="G16" fmla="+- G14 G9 0"/>
              <a:gd name="G17" fmla="+- G16 0 0"/>
              <a:gd name="G18" fmla="+- 34 0 0"/>
              <a:gd name="G19" fmla="+- 34 0 0"/>
              <a:gd name="G20" fmla="+- 180 0 0"/>
              <a:gd name="G21" fmla="+- 90 0 0"/>
              <a:gd name="G22" fmla="+- 270 0 0"/>
              <a:gd name="G23" fmla="+- 90 0 0"/>
              <a:gd name="G24" fmla="+- 0 0 0"/>
              <a:gd name="G25" fmla="+- 90 0 0"/>
              <a:gd name="G26" fmla="+- 90 0 0"/>
              <a:gd name="G27" fmla="+- 90 0 0"/>
            </a:gdLst>
            <a:ahLst/>
            <a:cxnLst>
              <a:cxn ang="0">
                <a:pos x="r" y="vc"/>
              </a:cxn>
              <a:cxn ang="5400000">
                <a:pos x="hc" y="b"/>
              </a:cxn>
              <a:cxn ang="10800000">
                <a:pos x="l" y="vc"/>
              </a:cxn>
              <a:cxn ang="16200000">
                <a:pos x="hc" y="t"/>
              </a:cxn>
            </a:cxnLst>
            <a:rect l="0" t="0" r="0" b="0"/>
            <a:pathLst>
              <a:path>
                <a:moveTo>
                  <a:pt x="0" y="17"/>
                </a:moveTo>
                <a:lnTo>
                  <a:pt x="17" y="17"/>
                </a:lnTo>
                <a:lnTo>
                  <a:pt x="180" y="90"/>
                </a:lnTo>
                <a:lnTo>
                  <a:pt x="17" y="17"/>
                </a:lnTo>
                <a:lnTo>
                  <a:pt x="270" y="90"/>
                </a:lnTo>
                <a:close/>
              </a:path>
            </a:pathLst>
          </a:custGeom>
          <a:solidFill>
            <a:srgbClr val="1F1D1B">
              <a:alpha val="7999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de-DE"/>
          </a:p>
        </p:txBody>
      </p:sp>
      <p:sp>
        <p:nvSpPr>
          <p:cNvPr id="3270" name="AutoShape 198">
            <a:extLst>
              <a:ext uri="{FF2B5EF4-FFF2-40B4-BE49-F238E27FC236}">
                <a16:creationId xmlns:a16="http://schemas.microsoft.com/office/drawing/2014/main" id="{23CB89B4-BA2B-273C-3565-89DE7B0442C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37088" y="893763"/>
            <a:ext cx="17462" cy="17462"/>
          </a:xfrm>
          <a:custGeom>
            <a:avLst/>
            <a:gdLst>
              <a:gd name="G0" fmla="*/ 51 1 2"/>
              <a:gd name="G1" fmla="*/ 1 48365 11520"/>
              <a:gd name="G2" fmla="*/ G1 32767 1"/>
              <a:gd name="G3" fmla="*/ G2 1 32767"/>
              <a:gd name="G4" fmla="cos G0 G3"/>
              <a:gd name="G5" fmla="*/ 51 1 2"/>
              <a:gd name="G6" fmla="*/ 1 48365 11520"/>
              <a:gd name="G7" fmla="*/ G6 32767 1"/>
              <a:gd name="G8" fmla="*/ G7 1 32767"/>
              <a:gd name="G9" fmla="sin G5 G8"/>
              <a:gd name="G10" fmla="*/ 51 1 2"/>
              <a:gd name="G11" fmla="+- G10 0 G4"/>
              <a:gd name="G12" fmla="+- G10 G4 0"/>
              <a:gd name="G13" fmla="+- G12 0 0"/>
              <a:gd name="G14" fmla="*/ 51 1 2"/>
              <a:gd name="G15" fmla="+- G14 0 G9"/>
              <a:gd name="G16" fmla="+- G14 G9 0"/>
              <a:gd name="G17" fmla="+- G16 0 0"/>
              <a:gd name="G18" fmla="+- 51 0 0"/>
              <a:gd name="G19" fmla="+- 51 0 0"/>
              <a:gd name="G20" fmla="+- 180 0 0"/>
              <a:gd name="G21" fmla="+- 90 0 0"/>
              <a:gd name="G22" fmla="+- 270 0 0"/>
              <a:gd name="G23" fmla="+- 90 0 0"/>
              <a:gd name="G24" fmla="+- 0 0 0"/>
              <a:gd name="G25" fmla="+- 90 0 0"/>
              <a:gd name="G26" fmla="+- 90 0 0"/>
              <a:gd name="G27" fmla="+- 90 0 0"/>
            </a:gdLst>
            <a:ahLst/>
            <a:cxnLst>
              <a:cxn ang="0">
                <a:pos x="r" y="vc"/>
              </a:cxn>
              <a:cxn ang="5400000">
                <a:pos x="hc" y="b"/>
              </a:cxn>
              <a:cxn ang="10800000">
                <a:pos x="l" y="vc"/>
              </a:cxn>
              <a:cxn ang="16200000">
                <a:pos x="hc" y="t"/>
              </a:cxn>
            </a:cxnLst>
            <a:rect l="0" t="0" r="0" b="0"/>
            <a:pathLst>
              <a:path>
                <a:moveTo>
                  <a:pt x="0" y="26"/>
                </a:moveTo>
                <a:lnTo>
                  <a:pt x="26" y="26"/>
                </a:lnTo>
                <a:lnTo>
                  <a:pt x="180" y="90"/>
                </a:lnTo>
                <a:lnTo>
                  <a:pt x="26" y="26"/>
                </a:lnTo>
                <a:lnTo>
                  <a:pt x="270" y="90"/>
                </a:lnTo>
                <a:close/>
              </a:path>
            </a:pathLst>
          </a:custGeom>
          <a:solidFill>
            <a:srgbClr val="1F1D1B">
              <a:alpha val="7999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de-DE"/>
          </a:p>
        </p:txBody>
      </p:sp>
      <p:sp>
        <p:nvSpPr>
          <p:cNvPr id="3271" name="AutoShape 199">
            <a:extLst>
              <a:ext uri="{FF2B5EF4-FFF2-40B4-BE49-F238E27FC236}">
                <a16:creationId xmlns:a16="http://schemas.microsoft.com/office/drawing/2014/main" id="{23EFB137-ADC2-B005-A237-684277AC64B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97075" y="2954338"/>
            <a:ext cx="22225" cy="22225"/>
          </a:xfrm>
          <a:custGeom>
            <a:avLst/>
            <a:gdLst>
              <a:gd name="G0" fmla="*/ 62 1 2"/>
              <a:gd name="G1" fmla="*/ 1 48365 11520"/>
              <a:gd name="G2" fmla="*/ G1 32767 1"/>
              <a:gd name="G3" fmla="*/ G2 1 32767"/>
              <a:gd name="G4" fmla="cos G0 G3"/>
              <a:gd name="G5" fmla="*/ 62 1 2"/>
              <a:gd name="G6" fmla="*/ 1 48365 11520"/>
              <a:gd name="G7" fmla="*/ G6 32767 1"/>
              <a:gd name="G8" fmla="*/ G7 1 32767"/>
              <a:gd name="G9" fmla="sin G5 G8"/>
              <a:gd name="G10" fmla="*/ 62 1 2"/>
              <a:gd name="G11" fmla="+- G10 0 G4"/>
              <a:gd name="G12" fmla="+- G10 G4 0"/>
              <a:gd name="G13" fmla="+- G12 0 0"/>
              <a:gd name="G14" fmla="*/ 62 1 2"/>
              <a:gd name="G15" fmla="+- G14 0 G9"/>
              <a:gd name="G16" fmla="+- G14 G9 0"/>
              <a:gd name="G17" fmla="+- G16 0 0"/>
              <a:gd name="G18" fmla="+- 62 0 0"/>
              <a:gd name="G19" fmla="+- 62 0 0"/>
              <a:gd name="G20" fmla="+- 180 0 0"/>
              <a:gd name="G21" fmla="+- 90 0 0"/>
              <a:gd name="G22" fmla="+- 270 0 0"/>
              <a:gd name="G23" fmla="+- 90 0 0"/>
              <a:gd name="G24" fmla="+- 0 0 0"/>
              <a:gd name="G25" fmla="+- 90 0 0"/>
              <a:gd name="G26" fmla="+- 90 0 0"/>
              <a:gd name="G27" fmla="+- 90 0 0"/>
            </a:gdLst>
            <a:ahLst/>
            <a:cxnLst>
              <a:cxn ang="0">
                <a:pos x="r" y="vc"/>
              </a:cxn>
              <a:cxn ang="5400000">
                <a:pos x="hc" y="b"/>
              </a:cxn>
              <a:cxn ang="10800000">
                <a:pos x="l" y="vc"/>
              </a:cxn>
              <a:cxn ang="16200000">
                <a:pos x="hc" y="t"/>
              </a:cxn>
            </a:cxnLst>
            <a:rect l="0" t="0" r="0" b="0"/>
            <a:pathLst>
              <a:path>
                <a:moveTo>
                  <a:pt x="0" y="31"/>
                </a:moveTo>
                <a:lnTo>
                  <a:pt x="31" y="31"/>
                </a:lnTo>
                <a:lnTo>
                  <a:pt x="180" y="90"/>
                </a:lnTo>
                <a:lnTo>
                  <a:pt x="31" y="31"/>
                </a:lnTo>
                <a:lnTo>
                  <a:pt x="270" y="90"/>
                </a:lnTo>
                <a:close/>
              </a:path>
            </a:pathLst>
          </a:custGeom>
          <a:solidFill>
            <a:srgbClr val="1F1D1B">
              <a:alpha val="7999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de-DE"/>
          </a:p>
        </p:txBody>
      </p:sp>
      <p:sp>
        <p:nvSpPr>
          <p:cNvPr id="3272" name="AutoShape 200">
            <a:extLst>
              <a:ext uri="{FF2B5EF4-FFF2-40B4-BE49-F238E27FC236}">
                <a16:creationId xmlns:a16="http://schemas.microsoft.com/office/drawing/2014/main" id="{07596FE8-FF73-27BC-74B8-7369CCF4527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94538" y="3316288"/>
            <a:ext cx="14287" cy="14287"/>
          </a:xfrm>
          <a:custGeom>
            <a:avLst/>
            <a:gdLst>
              <a:gd name="G0" fmla="*/ 42 1 2"/>
              <a:gd name="G1" fmla="*/ 1 48365 11520"/>
              <a:gd name="G2" fmla="*/ G1 32767 1"/>
              <a:gd name="G3" fmla="*/ G2 1 32767"/>
              <a:gd name="G4" fmla="cos G0 G3"/>
              <a:gd name="G5" fmla="*/ 42 1 2"/>
              <a:gd name="G6" fmla="*/ 1 48365 11520"/>
              <a:gd name="G7" fmla="*/ G6 32767 1"/>
              <a:gd name="G8" fmla="*/ G7 1 32767"/>
              <a:gd name="G9" fmla="sin G5 G8"/>
              <a:gd name="G10" fmla="*/ 42 1 2"/>
              <a:gd name="G11" fmla="+- G10 0 G4"/>
              <a:gd name="G12" fmla="+- G10 G4 0"/>
              <a:gd name="G13" fmla="+- G12 0 0"/>
              <a:gd name="G14" fmla="*/ 42 1 2"/>
              <a:gd name="G15" fmla="+- G14 0 G9"/>
              <a:gd name="G16" fmla="+- G14 G9 0"/>
              <a:gd name="G17" fmla="+- G16 0 0"/>
              <a:gd name="G18" fmla="+- 42 0 0"/>
              <a:gd name="G19" fmla="+- 42 0 0"/>
              <a:gd name="G20" fmla="+- 180 0 0"/>
              <a:gd name="G21" fmla="+- 90 0 0"/>
              <a:gd name="G22" fmla="+- 270 0 0"/>
              <a:gd name="G23" fmla="+- 90 0 0"/>
              <a:gd name="G24" fmla="+- 0 0 0"/>
              <a:gd name="G25" fmla="+- 90 0 0"/>
              <a:gd name="G26" fmla="+- 90 0 0"/>
              <a:gd name="G27" fmla="+- 90 0 0"/>
            </a:gdLst>
            <a:ahLst/>
            <a:cxnLst>
              <a:cxn ang="0">
                <a:pos x="r" y="vc"/>
              </a:cxn>
              <a:cxn ang="5400000">
                <a:pos x="hc" y="b"/>
              </a:cxn>
              <a:cxn ang="10800000">
                <a:pos x="l" y="vc"/>
              </a:cxn>
              <a:cxn ang="16200000">
                <a:pos x="hc" y="t"/>
              </a:cxn>
            </a:cxnLst>
            <a:rect l="0" t="0" r="0" b="0"/>
            <a:pathLst>
              <a:path>
                <a:moveTo>
                  <a:pt x="0" y="21"/>
                </a:moveTo>
                <a:lnTo>
                  <a:pt x="21" y="21"/>
                </a:lnTo>
                <a:lnTo>
                  <a:pt x="180" y="90"/>
                </a:lnTo>
                <a:lnTo>
                  <a:pt x="21" y="21"/>
                </a:lnTo>
                <a:lnTo>
                  <a:pt x="270" y="90"/>
                </a:lnTo>
                <a:close/>
              </a:path>
            </a:pathLst>
          </a:custGeom>
          <a:solidFill>
            <a:srgbClr val="1F1D1B">
              <a:alpha val="7999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de-DE"/>
          </a:p>
        </p:txBody>
      </p:sp>
      <p:sp>
        <p:nvSpPr>
          <p:cNvPr id="3273" name="AutoShape 201">
            <a:extLst>
              <a:ext uri="{FF2B5EF4-FFF2-40B4-BE49-F238E27FC236}">
                <a16:creationId xmlns:a16="http://schemas.microsoft.com/office/drawing/2014/main" id="{550B516A-FF38-7A95-9792-65521F91779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9738" y="6170613"/>
            <a:ext cx="19050" cy="19050"/>
          </a:xfrm>
          <a:custGeom>
            <a:avLst/>
            <a:gdLst>
              <a:gd name="G0" fmla="*/ 55 1 2"/>
              <a:gd name="G1" fmla="*/ 1 48365 11520"/>
              <a:gd name="G2" fmla="*/ G1 32767 1"/>
              <a:gd name="G3" fmla="*/ G2 1 32767"/>
              <a:gd name="G4" fmla="cos G0 G3"/>
              <a:gd name="G5" fmla="*/ 55 1 2"/>
              <a:gd name="G6" fmla="*/ 1 48365 11520"/>
              <a:gd name="G7" fmla="*/ G6 32767 1"/>
              <a:gd name="G8" fmla="*/ G7 1 32767"/>
              <a:gd name="G9" fmla="sin G5 G8"/>
              <a:gd name="G10" fmla="*/ 55 1 2"/>
              <a:gd name="G11" fmla="+- G10 0 G4"/>
              <a:gd name="G12" fmla="+- G10 G4 0"/>
              <a:gd name="G13" fmla="+- G12 0 0"/>
              <a:gd name="G14" fmla="*/ 55 1 2"/>
              <a:gd name="G15" fmla="+- G14 0 G9"/>
              <a:gd name="G16" fmla="+- G14 G9 0"/>
              <a:gd name="G17" fmla="+- G16 0 0"/>
              <a:gd name="G18" fmla="+- 55 0 0"/>
              <a:gd name="G19" fmla="+- 55 0 0"/>
              <a:gd name="G20" fmla="+- 180 0 0"/>
              <a:gd name="G21" fmla="+- 90 0 0"/>
              <a:gd name="G22" fmla="+- 270 0 0"/>
              <a:gd name="G23" fmla="+- 90 0 0"/>
              <a:gd name="G24" fmla="+- 0 0 0"/>
              <a:gd name="G25" fmla="+- 90 0 0"/>
              <a:gd name="G26" fmla="+- 90 0 0"/>
              <a:gd name="G27" fmla="+- 90 0 0"/>
            </a:gdLst>
            <a:ahLst/>
            <a:cxnLst>
              <a:cxn ang="0">
                <a:pos x="r" y="vc"/>
              </a:cxn>
              <a:cxn ang="5400000">
                <a:pos x="hc" y="b"/>
              </a:cxn>
              <a:cxn ang="10800000">
                <a:pos x="l" y="vc"/>
              </a:cxn>
              <a:cxn ang="16200000">
                <a:pos x="hc" y="t"/>
              </a:cxn>
            </a:cxnLst>
            <a:rect l="0" t="0" r="0" b="0"/>
            <a:pathLst>
              <a:path>
                <a:moveTo>
                  <a:pt x="0" y="28"/>
                </a:moveTo>
                <a:lnTo>
                  <a:pt x="28" y="28"/>
                </a:lnTo>
                <a:lnTo>
                  <a:pt x="180" y="90"/>
                </a:lnTo>
                <a:lnTo>
                  <a:pt x="28" y="28"/>
                </a:lnTo>
                <a:lnTo>
                  <a:pt x="270" y="90"/>
                </a:lnTo>
                <a:close/>
              </a:path>
            </a:pathLst>
          </a:custGeom>
          <a:solidFill>
            <a:srgbClr val="1F1D1B">
              <a:alpha val="7999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de-DE"/>
          </a:p>
        </p:txBody>
      </p:sp>
      <p:sp>
        <p:nvSpPr>
          <p:cNvPr id="3274" name="AutoShape 202">
            <a:extLst>
              <a:ext uri="{FF2B5EF4-FFF2-40B4-BE49-F238E27FC236}">
                <a16:creationId xmlns:a16="http://schemas.microsoft.com/office/drawing/2014/main" id="{939755A3-3E28-9C68-4EDB-EA0C2221BFC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1938" y="5646738"/>
            <a:ext cx="25400" cy="25400"/>
          </a:xfrm>
          <a:custGeom>
            <a:avLst/>
            <a:gdLst>
              <a:gd name="G0" fmla="*/ 73 1 2"/>
              <a:gd name="G1" fmla="*/ 1 48365 11520"/>
              <a:gd name="G2" fmla="*/ G1 32767 1"/>
              <a:gd name="G3" fmla="*/ G2 1 32767"/>
              <a:gd name="G4" fmla="cos G0 G3"/>
              <a:gd name="G5" fmla="*/ 73 1 2"/>
              <a:gd name="G6" fmla="*/ 1 48365 11520"/>
              <a:gd name="G7" fmla="*/ G6 32767 1"/>
              <a:gd name="G8" fmla="*/ G7 1 32767"/>
              <a:gd name="G9" fmla="sin G5 G8"/>
              <a:gd name="G10" fmla="*/ 73 1 2"/>
              <a:gd name="G11" fmla="+- G10 0 G4"/>
              <a:gd name="G12" fmla="+- G10 G4 0"/>
              <a:gd name="G13" fmla="+- G12 0 0"/>
              <a:gd name="G14" fmla="*/ 73 1 2"/>
              <a:gd name="G15" fmla="+- G14 0 G9"/>
              <a:gd name="G16" fmla="+- G14 G9 0"/>
              <a:gd name="G17" fmla="+- G16 0 0"/>
              <a:gd name="G18" fmla="+- 73 0 0"/>
              <a:gd name="G19" fmla="+- 73 0 0"/>
              <a:gd name="G20" fmla="+- 180 0 0"/>
              <a:gd name="G21" fmla="+- 90 0 0"/>
              <a:gd name="G22" fmla="+- 270 0 0"/>
              <a:gd name="G23" fmla="+- 90 0 0"/>
              <a:gd name="G24" fmla="+- 0 0 0"/>
              <a:gd name="G25" fmla="+- 90 0 0"/>
              <a:gd name="G26" fmla="+- 90 0 0"/>
              <a:gd name="G27" fmla="+- 90 0 0"/>
            </a:gdLst>
            <a:ahLst/>
            <a:cxnLst>
              <a:cxn ang="0">
                <a:pos x="r" y="vc"/>
              </a:cxn>
              <a:cxn ang="5400000">
                <a:pos x="hc" y="b"/>
              </a:cxn>
              <a:cxn ang="10800000">
                <a:pos x="l" y="vc"/>
              </a:cxn>
              <a:cxn ang="16200000">
                <a:pos x="hc" y="t"/>
              </a:cxn>
            </a:cxnLst>
            <a:rect l="0" t="0" r="0" b="0"/>
            <a:pathLst>
              <a:path>
                <a:moveTo>
                  <a:pt x="0" y="37"/>
                </a:moveTo>
                <a:lnTo>
                  <a:pt x="37" y="37"/>
                </a:lnTo>
                <a:lnTo>
                  <a:pt x="180" y="90"/>
                </a:lnTo>
                <a:lnTo>
                  <a:pt x="37" y="37"/>
                </a:lnTo>
                <a:lnTo>
                  <a:pt x="270" y="90"/>
                </a:lnTo>
                <a:close/>
              </a:path>
            </a:pathLst>
          </a:custGeom>
          <a:solidFill>
            <a:srgbClr val="1F1D1B">
              <a:alpha val="7999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de-DE"/>
          </a:p>
        </p:txBody>
      </p:sp>
      <p:sp>
        <p:nvSpPr>
          <p:cNvPr id="3275" name="AutoShape 203">
            <a:extLst>
              <a:ext uri="{FF2B5EF4-FFF2-40B4-BE49-F238E27FC236}">
                <a16:creationId xmlns:a16="http://schemas.microsoft.com/office/drawing/2014/main" id="{848B1544-9BFF-25FA-7804-477E082AD41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63763" y="5938838"/>
            <a:ext cx="25400" cy="25400"/>
          </a:xfrm>
          <a:custGeom>
            <a:avLst/>
            <a:gdLst>
              <a:gd name="G0" fmla="*/ 72 1 2"/>
              <a:gd name="G1" fmla="*/ 1 48365 11520"/>
              <a:gd name="G2" fmla="*/ G1 32767 1"/>
              <a:gd name="G3" fmla="*/ G2 1 32767"/>
              <a:gd name="G4" fmla="cos G0 G3"/>
              <a:gd name="G5" fmla="*/ 72 1 2"/>
              <a:gd name="G6" fmla="*/ 1 48365 11520"/>
              <a:gd name="G7" fmla="*/ G6 32767 1"/>
              <a:gd name="G8" fmla="*/ G7 1 32767"/>
              <a:gd name="G9" fmla="sin G5 G8"/>
              <a:gd name="G10" fmla="*/ 72 1 2"/>
              <a:gd name="G11" fmla="+- G10 0 G4"/>
              <a:gd name="G12" fmla="+- G10 G4 0"/>
              <a:gd name="G13" fmla="+- G12 0 0"/>
              <a:gd name="G14" fmla="*/ 72 1 2"/>
              <a:gd name="G15" fmla="+- G14 0 G9"/>
              <a:gd name="G16" fmla="+- G14 G9 0"/>
              <a:gd name="G17" fmla="+- G16 0 0"/>
              <a:gd name="G18" fmla="+- 72 0 0"/>
              <a:gd name="G19" fmla="+- 72 0 0"/>
              <a:gd name="G20" fmla="+- 180 0 0"/>
              <a:gd name="G21" fmla="+- 90 0 0"/>
              <a:gd name="G22" fmla="+- 270 0 0"/>
              <a:gd name="G23" fmla="+- 90 0 0"/>
              <a:gd name="G24" fmla="+- 0 0 0"/>
              <a:gd name="G25" fmla="+- 90 0 0"/>
              <a:gd name="G26" fmla="+- 90 0 0"/>
              <a:gd name="G27" fmla="+- 90 0 0"/>
            </a:gdLst>
            <a:ahLst/>
            <a:cxnLst>
              <a:cxn ang="0">
                <a:pos x="r" y="vc"/>
              </a:cxn>
              <a:cxn ang="5400000">
                <a:pos x="hc" y="b"/>
              </a:cxn>
              <a:cxn ang="10800000">
                <a:pos x="l" y="vc"/>
              </a:cxn>
              <a:cxn ang="16200000">
                <a:pos x="hc" y="t"/>
              </a:cxn>
            </a:cxnLst>
            <a:rect l="0" t="0" r="0" b="0"/>
            <a:pathLst>
              <a:path>
                <a:moveTo>
                  <a:pt x="0" y="36"/>
                </a:moveTo>
                <a:lnTo>
                  <a:pt x="36" y="36"/>
                </a:lnTo>
                <a:lnTo>
                  <a:pt x="180" y="90"/>
                </a:lnTo>
                <a:lnTo>
                  <a:pt x="36" y="36"/>
                </a:lnTo>
                <a:lnTo>
                  <a:pt x="270" y="90"/>
                </a:lnTo>
                <a:close/>
              </a:path>
            </a:pathLst>
          </a:custGeom>
          <a:solidFill>
            <a:srgbClr val="1F1D1B">
              <a:alpha val="7999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de-DE"/>
          </a:p>
        </p:txBody>
      </p:sp>
      <p:sp>
        <p:nvSpPr>
          <p:cNvPr id="3276" name="AutoShape 204">
            <a:extLst>
              <a:ext uri="{FF2B5EF4-FFF2-40B4-BE49-F238E27FC236}">
                <a16:creationId xmlns:a16="http://schemas.microsoft.com/office/drawing/2014/main" id="{DB83783F-4A22-DDF9-97F0-1A92019B267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41488" y="1177925"/>
            <a:ext cx="23812" cy="23813"/>
          </a:xfrm>
          <a:custGeom>
            <a:avLst/>
            <a:gdLst>
              <a:gd name="G0" fmla="*/ 69 1 2"/>
              <a:gd name="G1" fmla="*/ 1 48365 11520"/>
              <a:gd name="G2" fmla="*/ G1 32767 1"/>
              <a:gd name="G3" fmla="*/ G2 1 32767"/>
              <a:gd name="G4" fmla="cos G0 G3"/>
              <a:gd name="G5" fmla="*/ 69 1 2"/>
              <a:gd name="G6" fmla="*/ 1 48365 11520"/>
              <a:gd name="G7" fmla="*/ G6 32767 1"/>
              <a:gd name="G8" fmla="*/ G7 1 32767"/>
              <a:gd name="G9" fmla="sin G5 G8"/>
              <a:gd name="G10" fmla="*/ 69 1 2"/>
              <a:gd name="G11" fmla="+- G10 0 G4"/>
              <a:gd name="G12" fmla="+- G10 G4 0"/>
              <a:gd name="G13" fmla="+- G12 0 0"/>
              <a:gd name="G14" fmla="*/ 69 1 2"/>
              <a:gd name="G15" fmla="+- G14 0 G9"/>
              <a:gd name="G16" fmla="+- G14 G9 0"/>
              <a:gd name="G17" fmla="+- G16 0 0"/>
              <a:gd name="G18" fmla="+- 69 0 0"/>
              <a:gd name="G19" fmla="+- 69 0 0"/>
              <a:gd name="G20" fmla="+- 180 0 0"/>
              <a:gd name="G21" fmla="+- 90 0 0"/>
              <a:gd name="G22" fmla="+- 270 0 0"/>
              <a:gd name="G23" fmla="+- 90 0 0"/>
              <a:gd name="G24" fmla="+- 0 0 0"/>
              <a:gd name="G25" fmla="+- 90 0 0"/>
              <a:gd name="G26" fmla="+- 90 0 0"/>
              <a:gd name="G27" fmla="+- 90 0 0"/>
            </a:gdLst>
            <a:ahLst/>
            <a:cxnLst>
              <a:cxn ang="0">
                <a:pos x="r" y="vc"/>
              </a:cxn>
              <a:cxn ang="5400000">
                <a:pos x="hc" y="b"/>
              </a:cxn>
              <a:cxn ang="10800000">
                <a:pos x="l" y="vc"/>
              </a:cxn>
              <a:cxn ang="16200000">
                <a:pos x="hc" y="t"/>
              </a:cxn>
            </a:cxnLst>
            <a:rect l="0" t="0" r="0" b="0"/>
            <a:pathLst>
              <a:path>
                <a:moveTo>
                  <a:pt x="0" y="35"/>
                </a:moveTo>
                <a:lnTo>
                  <a:pt x="35" y="35"/>
                </a:lnTo>
                <a:lnTo>
                  <a:pt x="180" y="90"/>
                </a:lnTo>
                <a:lnTo>
                  <a:pt x="35" y="35"/>
                </a:lnTo>
                <a:lnTo>
                  <a:pt x="270" y="90"/>
                </a:lnTo>
                <a:close/>
              </a:path>
            </a:pathLst>
          </a:custGeom>
          <a:solidFill>
            <a:srgbClr val="1F1D1B">
              <a:alpha val="7999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de-DE"/>
          </a:p>
        </p:txBody>
      </p:sp>
      <p:sp>
        <p:nvSpPr>
          <p:cNvPr id="3277" name="AutoShape 205">
            <a:extLst>
              <a:ext uri="{FF2B5EF4-FFF2-40B4-BE49-F238E27FC236}">
                <a16:creationId xmlns:a16="http://schemas.microsoft.com/office/drawing/2014/main" id="{1ED3475E-4D8C-614E-F1FF-29BFEF50AF0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41538" y="5614988"/>
            <a:ext cx="12700" cy="12700"/>
          </a:xfrm>
          <a:custGeom>
            <a:avLst/>
            <a:gdLst>
              <a:gd name="G0" fmla="*/ 37 1 2"/>
              <a:gd name="G1" fmla="*/ 1 48365 11520"/>
              <a:gd name="G2" fmla="*/ G1 32767 1"/>
              <a:gd name="G3" fmla="*/ G2 1 32767"/>
              <a:gd name="G4" fmla="cos G0 G3"/>
              <a:gd name="G5" fmla="*/ 37 1 2"/>
              <a:gd name="G6" fmla="*/ 1 48365 11520"/>
              <a:gd name="G7" fmla="*/ G6 32767 1"/>
              <a:gd name="G8" fmla="*/ G7 1 32767"/>
              <a:gd name="G9" fmla="sin G5 G8"/>
              <a:gd name="G10" fmla="*/ 37 1 2"/>
              <a:gd name="G11" fmla="+- G10 0 G4"/>
              <a:gd name="G12" fmla="+- G10 G4 0"/>
              <a:gd name="G13" fmla="+- G12 0 0"/>
              <a:gd name="G14" fmla="*/ 37 1 2"/>
              <a:gd name="G15" fmla="+- G14 0 G9"/>
              <a:gd name="G16" fmla="+- G14 G9 0"/>
              <a:gd name="G17" fmla="+- G16 0 0"/>
              <a:gd name="G18" fmla="+- 37 0 0"/>
              <a:gd name="G19" fmla="+- 37 0 0"/>
              <a:gd name="G20" fmla="+- 180 0 0"/>
              <a:gd name="G21" fmla="+- 90 0 0"/>
              <a:gd name="G22" fmla="+- 270 0 0"/>
              <a:gd name="G23" fmla="+- 90 0 0"/>
              <a:gd name="G24" fmla="+- 0 0 0"/>
              <a:gd name="G25" fmla="+- 90 0 0"/>
              <a:gd name="G26" fmla="+- 90 0 0"/>
              <a:gd name="G27" fmla="+- 90 0 0"/>
            </a:gdLst>
            <a:ahLst/>
            <a:cxnLst>
              <a:cxn ang="0">
                <a:pos x="r" y="vc"/>
              </a:cxn>
              <a:cxn ang="5400000">
                <a:pos x="hc" y="b"/>
              </a:cxn>
              <a:cxn ang="10800000">
                <a:pos x="l" y="vc"/>
              </a:cxn>
              <a:cxn ang="16200000">
                <a:pos x="hc" y="t"/>
              </a:cxn>
            </a:cxnLst>
            <a:rect l="0" t="0" r="0" b="0"/>
            <a:pathLst>
              <a:path>
                <a:moveTo>
                  <a:pt x="0" y="19"/>
                </a:moveTo>
                <a:lnTo>
                  <a:pt x="19" y="19"/>
                </a:lnTo>
                <a:lnTo>
                  <a:pt x="180" y="90"/>
                </a:lnTo>
                <a:lnTo>
                  <a:pt x="19" y="19"/>
                </a:lnTo>
                <a:lnTo>
                  <a:pt x="270" y="90"/>
                </a:lnTo>
                <a:close/>
              </a:path>
            </a:pathLst>
          </a:custGeom>
          <a:solidFill>
            <a:srgbClr val="1F1D1B">
              <a:alpha val="7999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de-DE"/>
          </a:p>
        </p:txBody>
      </p:sp>
      <p:sp>
        <p:nvSpPr>
          <p:cNvPr id="3278" name="AutoShape 206">
            <a:extLst>
              <a:ext uri="{FF2B5EF4-FFF2-40B4-BE49-F238E27FC236}">
                <a16:creationId xmlns:a16="http://schemas.microsoft.com/office/drawing/2014/main" id="{915B0797-CF23-E09D-D7F7-571D987ED66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05575" y="3322638"/>
            <a:ext cx="15875" cy="15875"/>
          </a:xfrm>
          <a:custGeom>
            <a:avLst/>
            <a:gdLst>
              <a:gd name="G0" fmla="*/ 43 1 2"/>
              <a:gd name="G1" fmla="*/ 1 48365 11520"/>
              <a:gd name="G2" fmla="*/ G1 32767 1"/>
              <a:gd name="G3" fmla="*/ G2 1 32767"/>
              <a:gd name="G4" fmla="cos G0 G3"/>
              <a:gd name="G5" fmla="*/ 43 1 2"/>
              <a:gd name="G6" fmla="*/ 1 48365 11520"/>
              <a:gd name="G7" fmla="*/ G6 32767 1"/>
              <a:gd name="G8" fmla="*/ G7 1 32767"/>
              <a:gd name="G9" fmla="sin G5 G8"/>
              <a:gd name="G10" fmla="*/ 43 1 2"/>
              <a:gd name="G11" fmla="+- G10 0 G4"/>
              <a:gd name="G12" fmla="+- G10 G4 0"/>
              <a:gd name="G13" fmla="+- G12 0 0"/>
              <a:gd name="G14" fmla="*/ 43 1 2"/>
              <a:gd name="G15" fmla="+- G14 0 G9"/>
              <a:gd name="G16" fmla="+- G14 G9 0"/>
              <a:gd name="G17" fmla="+- G16 0 0"/>
              <a:gd name="G18" fmla="+- 43 0 0"/>
              <a:gd name="G19" fmla="+- 43 0 0"/>
              <a:gd name="G20" fmla="+- 180 0 0"/>
              <a:gd name="G21" fmla="+- 90 0 0"/>
              <a:gd name="G22" fmla="+- 270 0 0"/>
              <a:gd name="G23" fmla="+- 90 0 0"/>
              <a:gd name="G24" fmla="+- 0 0 0"/>
              <a:gd name="G25" fmla="+- 90 0 0"/>
              <a:gd name="G26" fmla="+- 90 0 0"/>
              <a:gd name="G27" fmla="+- 90 0 0"/>
            </a:gdLst>
            <a:ahLst/>
            <a:cxnLst>
              <a:cxn ang="0">
                <a:pos x="r" y="vc"/>
              </a:cxn>
              <a:cxn ang="5400000">
                <a:pos x="hc" y="b"/>
              </a:cxn>
              <a:cxn ang="10800000">
                <a:pos x="l" y="vc"/>
              </a:cxn>
              <a:cxn ang="16200000">
                <a:pos x="hc" y="t"/>
              </a:cxn>
            </a:cxnLst>
            <a:rect l="0" t="0" r="0" b="0"/>
            <a:pathLst>
              <a:path>
                <a:moveTo>
                  <a:pt x="0" y="22"/>
                </a:moveTo>
                <a:lnTo>
                  <a:pt x="22" y="22"/>
                </a:lnTo>
                <a:lnTo>
                  <a:pt x="180" y="90"/>
                </a:lnTo>
                <a:lnTo>
                  <a:pt x="22" y="22"/>
                </a:lnTo>
                <a:lnTo>
                  <a:pt x="270" y="90"/>
                </a:lnTo>
                <a:close/>
              </a:path>
            </a:pathLst>
          </a:custGeom>
          <a:solidFill>
            <a:srgbClr val="1F1D1B">
              <a:alpha val="7999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de-DE"/>
          </a:p>
        </p:txBody>
      </p:sp>
      <p:sp>
        <p:nvSpPr>
          <p:cNvPr id="3279" name="AutoShape 207">
            <a:extLst>
              <a:ext uri="{FF2B5EF4-FFF2-40B4-BE49-F238E27FC236}">
                <a16:creationId xmlns:a16="http://schemas.microsoft.com/office/drawing/2014/main" id="{3D08D7F9-7F3F-4551-054D-9431A9CB3C3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87663" y="8550275"/>
            <a:ext cx="20637" cy="20638"/>
          </a:xfrm>
          <a:custGeom>
            <a:avLst/>
            <a:gdLst>
              <a:gd name="G0" fmla="*/ 59 1 2"/>
              <a:gd name="G1" fmla="*/ 1 48365 11520"/>
              <a:gd name="G2" fmla="*/ G1 32767 1"/>
              <a:gd name="G3" fmla="*/ G2 1 32767"/>
              <a:gd name="G4" fmla="cos G0 G3"/>
              <a:gd name="G5" fmla="*/ 59 1 2"/>
              <a:gd name="G6" fmla="*/ 1 48365 11520"/>
              <a:gd name="G7" fmla="*/ G6 32767 1"/>
              <a:gd name="G8" fmla="*/ G7 1 32767"/>
              <a:gd name="G9" fmla="sin G5 G8"/>
              <a:gd name="G10" fmla="*/ 59 1 2"/>
              <a:gd name="G11" fmla="+- G10 0 G4"/>
              <a:gd name="G12" fmla="+- G10 G4 0"/>
              <a:gd name="G13" fmla="+- G12 0 0"/>
              <a:gd name="G14" fmla="*/ 59 1 2"/>
              <a:gd name="G15" fmla="+- G14 0 G9"/>
              <a:gd name="G16" fmla="+- G14 G9 0"/>
              <a:gd name="G17" fmla="+- G16 0 0"/>
              <a:gd name="G18" fmla="+- 59 0 0"/>
              <a:gd name="G19" fmla="+- 59 0 0"/>
              <a:gd name="G20" fmla="+- 180 0 0"/>
              <a:gd name="G21" fmla="+- 90 0 0"/>
              <a:gd name="G22" fmla="+- 270 0 0"/>
              <a:gd name="G23" fmla="+- 90 0 0"/>
              <a:gd name="G24" fmla="+- 0 0 0"/>
              <a:gd name="G25" fmla="+- 90 0 0"/>
              <a:gd name="G26" fmla="+- 90 0 0"/>
              <a:gd name="G27" fmla="+- 90 0 0"/>
            </a:gdLst>
            <a:ahLst/>
            <a:cxnLst>
              <a:cxn ang="0">
                <a:pos x="r" y="vc"/>
              </a:cxn>
              <a:cxn ang="5400000">
                <a:pos x="hc" y="b"/>
              </a:cxn>
              <a:cxn ang="10800000">
                <a:pos x="l" y="vc"/>
              </a:cxn>
              <a:cxn ang="16200000">
                <a:pos x="hc" y="t"/>
              </a:cxn>
            </a:cxnLst>
            <a:rect l="0" t="0" r="0" b="0"/>
            <a:pathLst>
              <a:path>
                <a:moveTo>
                  <a:pt x="0" y="30"/>
                </a:moveTo>
                <a:lnTo>
                  <a:pt x="30" y="30"/>
                </a:lnTo>
                <a:lnTo>
                  <a:pt x="180" y="90"/>
                </a:lnTo>
                <a:lnTo>
                  <a:pt x="30" y="30"/>
                </a:lnTo>
                <a:lnTo>
                  <a:pt x="270" y="90"/>
                </a:lnTo>
                <a:close/>
              </a:path>
            </a:pathLst>
          </a:custGeom>
          <a:solidFill>
            <a:srgbClr val="1F1D1B">
              <a:alpha val="7999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de-DE"/>
          </a:p>
        </p:txBody>
      </p:sp>
      <p:sp>
        <p:nvSpPr>
          <p:cNvPr id="3280" name="AutoShape 208">
            <a:extLst>
              <a:ext uri="{FF2B5EF4-FFF2-40B4-BE49-F238E27FC236}">
                <a16:creationId xmlns:a16="http://schemas.microsoft.com/office/drawing/2014/main" id="{C7F0EA9C-8855-DDD4-A015-133005FE124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78025" y="5373688"/>
            <a:ext cx="20638" cy="20637"/>
          </a:xfrm>
          <a:custGeom>
            <a:avLst/>
            <a:gdLst>
              <a:gd name="G0" fmla="*/ 58 1 2"/>
              <a:gd name="G1" fmla="*/ 1 48365 11520"/>
              <a:gd name="G2" fmla="*/ G1 32767 1"/>
              <a:gd name="G3" fmla="*/ G2 1 32767"/>
              <a:gd name="G4" fmla="cos G0 G3"/>
              <a:gd name="G5" fmla="*/ 58 1 2"/>
              <a:gd name="G6" fmla="*/ 1 48365 11520"/>
              <a:gd name="G7" fmla="*/ G6 32767 1"/>
              <a:gd name="G8" fmla="*/ G7 1 32767"/>
              <a:gd name="G9" fmla="sin G5 G8"/>
              <a:gd name="G10" fmla="*/ 58 1 2"/>
              <a:gd name="G11" fmla="+- G10 0 G4"/>
              <a:gd name="G12" fmla="+- G10 G4 0"/>
              <a:gd name="G13" fmla="+- G12 0 0"/>
              <a:gd name="G14" fmla="*/ 58 1 2"/>
              <a:gd name="G15" fmla="+- G14 0 G9"/>
              <a:gd name="G16" fmla="+- G14 G9 0"/>
              <a:gd name="G17" fmla="+- G16 0 0"/>
              <a:gd name="G18" fmla="+- 58 0 0"/>
              <a:gd name="G19" fmla="+- 58 0 0"/>
              <a:gd name="G20" fmla="+- 180 0 0"/>
              <a:gd name="G21" fmla="+- 90 0 0"/>
              <a:gd name="G22" fmla="+- 270 0 0"/>
              <a:gd name="G23" fmla="+- 90 0 0"/>
              <a:gd name="G24" fmla="+- 0 0 0"/>
              <a:gd name="G25" fmla="+- 90 0 0"/>
              <a:gd name="G26" fmla="+- 90 0 0"/>
              <a:gd name="G27" fmla="+- 90 0 0"/>
            </a:gdLst>
            <a:ahLst/>
            <a:cxnLst>
              <a:cxn ang="0">
                <a:pos x="r" y="vc"/>
              </a:cxn>
              <a:cxn ang="5400000">
                <a:pos x="hc" y="b"/>
              </a:cxn>
              <a:cxn ang="10800000">
                <a:pos x="l" y="vc"/>
              </a:cxn>
              <a:cxn ang="16200000">
                <a:pos x="hc" y="t"/>
              </a:cxn>
            </a:cxnLst>
            <a:rect l="0" t="0" r="0" b="0"/>
            <a:pathLst>
              <a:path>
                <a:moveTo>
                  <a:pt x="0" y="29"/>
                </a:moveTo>
                <a:lnTo>
                  <a:pt x="29" y="29"/>
                </a:lnTo>
                <a:lnTo>
                  <a:pt x="180" y="90"/>
                </a:lnTo>
                <a:lnTo>
                  <a:pt x="29" y="29"/>
                </a:lnTo>
                <a:lnTo>
                  <a:pt x="270" y="90"/>
                </a:lnTo>
                <a:close/>
              </a:path>
            </a:pathLst>
          </a:custGeom>
          <a:solidFill>
            <a:srgbClr val="1F1D1B">
              <a:alpha val="7999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de-DE"/>
          </a:p>
        </p:txBody>
      </p:sp>
      <p:sp>
        <p:nvSpPr>
          <p:cNvPr id="3281" name="AutoShape 209">
            <a:extLst>
              <a:ext uri="{FF2B5EF4-FFF2-40B4-BE49-F238E27FC236}">
                <a16:creationId xmlns:a16="http://schemas.microsoft.com/office/drawing/2014/main" id="{4314CA74-2E44-EA8E-D5B9-FF6151545C2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16738" y="8039100"/>
            <a:ext cx="20637" cy="20638"/>
          </a:xfrm>
          <a:custGeom>
            <a:avLst/>
            <a:gdLst>
              <a:gd name="G0" fmla="*/ 59 1 2"/>
              <a:gd name="G1" fmla="*/ 1 48365 11520"/>
              <a:gd name="G2" fmla="*/ G1 32767 1"/>
              <a:gd name="G3" fmla="*/ G2 1 32767"/>
              <a:gd name="G4" fmla="cos G0 G3"/>
              <a:gd name="G5" fmla="*/ 59 1 2"/>
              <a:gd name="G6" fmla="*/ 1 48365 11520"/>
              <a:gd name="G7" fmla="*/ G6 32767 1"/>
              <a:gd name="G8" fmla="*/ G7 1 32767"/>
              <a:gd name="G9" fmla="sin G5 G8"/>
              <a:gd name="G10" fmla="*/ 59 1 2"/>
              <a:gd name="G11" fmla="+- G10 0 G4"/>
              <a:gd name="G12" fmla="+- G10 G4 0"/>
              <a:gd name="G13" fmla="+- G12 0 0"/>
              <a:gd name="G14" fmla="*/ 59 1 2"/>
              <a:gd name="G15" fmla="+- G14 0 G9"/>
              <a:gd name="G16" fmla="+- G14 G9 0"/>
              <a:gd name="G17" fmla="+- G16 0 0"/>
              <a:gd name="G18" fmla="+- 59 0 0"/>
              <a:gd name="G19" fmla="+- 59 0 0"/>
              <a:gd name="G20" fmla="+- 180 0 0"/>
              <a:gd name="G21" fmla="+- 90 0 0"/>
              <a:gd name="G22" fmla="+- 270 0 0"/>
              <a:gd name="G23" fmla="+- 90 0 0"/>
              <a:gd name="G24" fmla="+- 0 0 0"/>
              <a:gd name="G25" fmla="+- 90 0 0"/>
              <a:gd name="G26" fmla="+- 90 0 0"/>
              <a:gd name="G27" fmla="+- 90 0 0"/>
            </a:gdLst>
            <a:ahLst/>
            <a:cxnLst>
              <a:cxn ang="0">
                <a:pos x="r" y="vc"/>
              </a:cxn>
              <a:cxn ang="5400000">
                <a:pos x="hc" y="b"/>
              </a:cxn>
              <a:cxn ang="10800000">
                <a:pos x="l" y="vc"/>
              </a:cxn>
              <a:cxn ang="16200000">
                <a:pos x="hc" y="t"/>
              </a:cxn>
            </a:cxnLst>
            <a:rect l="0" t="0" r="0" b="0"/>
            <a:pathLst>
              <a:path>
                <a:moveTo>
                  <a:pt x="0" y="30"/>
                </a:moveTo>
                <a:lnTo>
                  <a:pt x="30" y="30"/>
                </a:lnTo>
                <a:lnTo>
                  <a:pt x="180" y="90"/>
                </a:lnTo>
                <a:lnTo>
                  <a:pt x="30" y="30"/>
                </a:lnTo>
                <a:lnTo>
                  <a:pt x="270" y="90"/>
                </a:lnTo>
                <a:close/>
              </a:path>
            </a:pathLst>
          </a:custGeom>
          <a:solidFill>
            <a:srgbClr val="1F1D1B">
              <a:alpha val="7999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de-DE"/>
          </a:p>
        </p:txBody>
      </p:sp>
      <p:sp>
        <p:nvSpPr>
          <p:cNvPr id="3282" name="AutoShape 210">
            <a:extLst>
              <a:ext uri="{FF2B5EF4-FFF2-40B4-BE49-F238E27FC236}">
                <a16:creationId xmlns:a16="http://schemas.microsoft.com/office/drawing/2014/main" id="{E3002567-A254-2EF1-3FAE-95BE362124A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62625" y="625475"/>
            <a:ext cx="12700" cy="12700"/>
          </a:xfrm>
          <a:custGeom>
            <a:avLst/>
            <a:gdLst>
              <a:gd name="G0" fmla="*/ 37 1 2"/>
              <a:gd name="G1" fmla="*/ 1 48365 11520"/>
              <a:gd name="G2" fmla="*/ G1 32767 1"/>
              <a:gd name="G3" fmla="*/ G2 1 32767"/>
              <a:gd name="G4" fmla="cos G0 G3"/>
              <a:gd name="G5" fmla="*/ 37 1 2"/>
              <a:gd name="G6" fmla="*/ 1 48365 11520"/>
              <a:gd name="G7" fmla="*/ G6 32767 1"/>
              <a:gd name="G8" fmla="*/ G7 1 32767"/>
              <a:gd name="G9" fmla="sin G5 G8"/>
              <a:gd name="G10" fmla="*/ 37 1 2"/>
              <a:gd name="G11" fmla="+- G10 0 G4"/>
              <a:gd name="G12" fmla="+- G10 G4 0"/>
              <a:gd name="G13" fmla="+- G12 0 0"/>
              <a:gd name="G14" fmla="*/ 37 1 2"/>
              <a:gd name="G15" fmla="+- G14 0 G9"/>
              <a:gd name="G16" fmla="+- G14 G9 0"/>
              <a:gd name="G17" fmla="+- G16 0 0"/>
              <a:gd name="G18" fmla="+- 37 0 0"/>
              <a:gd name="G19" fmla="+- 37 0 0"/>
              <a:gd name="G20" fmla="+- 180 0 0"/>
              <a:gd name="G21" fmla="+- 90 0 0"/>
              <a:gd name="G22" fmla="+- 270 0 0"/>
              <a:gd name="G23" fmla="+- 90 0 0"/>
              <a:gd name="G24" fmla="+- 0 0 0"/>
              <a:gd name="G25" fmla="+- 90 0 0"/>
              <a:gd name="G26" fmla="+- 90 0 0"/>
              <a:gd name="G27" fmla="+- 90 0 0"/>
            </a:gdLst>
            <a:ahLst/>
            <a:cxnLst>
              <a:cxn ang="0">
                <a:pos x="r" y="vc"/>
              </a:cxn>
              <a:cxn ang="5400000">
                <a:pos x="hc" y="b"/>
              </a:cxn>
              <a:cxn ang="10800000">
                <a:pos x="l" y="vc"/>
              </a:cxn>
              <a:cxn ang="16200000">
                <a:pos x="hc" y="t"/>
              </a:cxn>
            </a:cxnLst>
            <a:rect l="0" t="0" r="0" b="0"/>
            <a:pathLst>
              <a:path>
                <a:moveTo>
                  <a:pt x="0" y="19"/>
                </a:moveTo>
                <a:lnTo>
                  <a:pt x="19" y="19"/>
                </a:lnTo>
                <a:lnTo>
                  <a:pt x="180" y="90"/>
                </a:lnTo>
                <a:lnTo>
                  <a:pt x="19" y="19"/>
                </a:lnTo>
                <a:lnTo>
                  <a:pt x="270" y="90"/>
                </a:lnTo>
                <a:close/>
              </a:path>
            </a:pathLst>
          </a:custGeom>
          <a:solidFill>
            <a:srgbClr val="1F1D1B">
              <a:alpha val="7999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de-DE"/>
          </a:p>
        </p:txBody>
      </p:sp>
      <p:sp>
        <p:nvSpPr>
          <p:cNvPr id="3283" name="AutoShape 211">
            <a:extLst>
              <a:ext uri="{FF2B5EF4-FFF2-40B4-BE49-F238E27FC236}">
                <a16:creationId xmlns:a16="http://schemas.microsoft.com/office/drawing/2014/main" id="{D9D34055-2A56-BE63-952B-4855D5D1A06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57350" y="7435850"/>
            <a:ext cx="19050" cy="19050"/>
          </a:xfrm>
          <a:custGeom>
            <a:avLst/>
            <a:gdLst>
              <a:gd name="G0" fmla="*/ 54 1 2"/>
              <a:gd name="G1" fmla="*/ 1 48365 11520"/>
              <a:gd name="G2" fmla="*/ G1 32767 1"/>
              <a:gd name="G3" fmla="*/ G2 1 32767"/>
              <a:gd name="G4" fmla="cos G0 G3"/>
              <a:gd name="G5" fmla="*/ 54 1 2"/>
              <a:gd name="G6" fmla="*/ 1 48365 11520"/>
              <a:gd name="G7" fmla="*/ G6 32767 1"/>
              <a:gd name="G8" fmla="*/ G7 1 32767"/>
              <a:gd name="G9" fmla="sin G5 G8"/>
              <a:gd name="G10" fmla="*/ 54 1 2"/>
              <a:gd name="G11" fmla="+- G10 0 G4"/>
              <a:gd name="G12" fmla="+- G10 G4 0"/>
              <a:gd name="G13" fmla="+- G12 0 0"/>
              <a:gd name="G14" fmla="*/ 54 1 2"/>
              <a:gd name="G15" fmla="+- G14 0 G9"/>
              <a:gd name="G16" fmla="+- G14 G9 0"/>
              <a:gd name="G17" fmla="+- G16 0 0"/>
              <a:gd name="G18" fmla="+- 54 0 0"/>
              <a:gd name="G19" fmla="+- 54 0 0"/>
              <a:gd name="G20" fmla="+- 180 0 0"/>
              <a:gd name="G21" fmla="+- 90 0 0"/>
              <a:gd name="G22" fmla="+- 270 0 0"/>
              <a:gd name="G23" fmla="+- 90 0 0"/>
              <a:gd name="G24" fmla="+- 0 0 0"/>
              <a:gd name="G25" fmla="+- 90 0 0"/>
              <a:gd name="G26" fmla="+- 90 0 0"/>
              <a:gd name="G27" fmla="+- 90 0 0"/>
            </a:gdLst>
            <a:ahLst/>
            <a:cxnLst>
              <a:cxn ang="0">
                <a:pos x="r" y="vc"/>
              </a:cxn>
              <a:cxn ang="5400000">
                <a:pos x="hc" y="b"/>
              </a:cxn>
              <a:cxn ang="10800000">
                <a:pos x="l" y="vc"/>
              </a:cxn>
              <a:cxn ang="16200000">
                <a:pos x="hc" y="t"/>
              </a:cxn>
            </a:cxnLst>
            <a:rect l="0" t="0" r="0" b="0"/>
            <a:pathLst>
              <a:path>
                <a:moveTo>
                  <a:pt x="0" y="27"/>
                </a:moveTo>
                <a:lnTo>
                  <a:pt x="27" y="27"/>
                </a:lnTo>
                <a:lnTo>
                  <a:pt x="180" y="90"/>
                </a:lnTo>
                <a:lnTo>
                  <a:pt x="27" y="27"/>
                </a:lnTo>
                <a:lnTo>
                  <a:pt x="270" y="90"/>
                </a:lnTo>
                <a:close/>
              </a:path>
            </a:pathLst>
          </a:custGeom>
          <a:solidFill>
            <a:srgbClr val="1F1D1B">
              <a:alpha val="7999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de-DE"/>
          </a:p>
        </p:txBody>
      </p:sp>
      <p:sp>
        <p:nvSpPr>
          <p:cNvPr id="3284" name="AutoShape 212">
            <a:extLst>
              <a:ext uri="{FF2B5EF4-FFF2-40B4-BE49-F238E27FC236}">
                <a16:creationId xmlns:a16="http://schemas.microsoft.com/office/drawing/2014/main" id="{D293FD4D-84F7-68FB-A241-8C1087FB82B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86375" y="2489200"/>
            <a:ext cx="14288" cy="14288"/>
          </a:xfrm>
          <a:custGeom>
            <a:avLst/>
            <a:gdLst>
              <a:gd name="G0" fmla="*/ 40 1 2"/>
              <a:gd name="G1" fmla="*/ 1 48365 11520"/>
              <a:gd name="G2" fmla="*/ G1 32767 1"/>
              <a:gd name="G3" fmla="*/ G2 1 32767"/>
              <a:gd name="G4" fmla="cos G0 G3"/>
              <a:gd name="G5" fmla="*/ 40 1 2"/>
              <a:gd name="G6" fmla="*/ 1 48365 11520"/>
              <a:gd name="G7" fmla="*/ G6 32767 1"/>
              <a:gd name="G8" fmla="*/ G7 1 32767"/>
              <a:gd name="G9" fmla="sin G5 G8"/>
              <a:gd name="G10" fmla="*/ 40 1 2"/>
              <a:gd name="G11" fmla="+- G10 0 G4"/>
              <a:gd name="G12" fmla="+- G10 G4 0"/>
              <a:gd name="G13" fmla="+- G12 0 0"/>
              <a:gd name="G14" fmla="*/ 40 1 2"/>
              <a:gd name="G15" fmla="+- G14 0 G9"/>
              <a:gd name="G16" fmla="+- G14 G9 0"/>
              <a:gd name="G17" fmla="+- G16 0 0"/>
              <a:gd name="G18" fmla="+- 40 0 0"/>
              <a:gd name="G19" fmla="+- 40 0 0"/>
              <a:gd name="G20" fmla="+- 180 0 0"/>
              <a:gd name="G21" fmla="+- 90 0 0"/>
              <a:gd name="G22" fmla="+- 270 0 0"/>
              <a:gd name="G23" fmla="+- 90 0 0"/>
              <a:gd name="G24" fmla="+- 0 0 0"/>
              <a:gd name="G25" fmla="+- 90 0 0"/>
              <a:gd name="G26" fmla="+- 90 0 0"/>
              <a:gd name="G27" fmla="+- 90 0 0"/>
            </a:gdLst>
            <a:ahLst/>
            <a:cxnLst>
              <a:cxn ang="0">
                <a:pos x="r" y="vc"/>
              </a:cxn>
              <a:cxn ang="5400000">
                <a:pos x="hc" y="b"/>
              </a:cxn>
              <a:cxn ang="10800000">
                <a:pos x="l" y="vc"/>
              </a:cxn>
              <a:cxn ang="16200000">
                <a:pos x="hc" y="t"/>
              </a:cxn>
            </a:cxnLst>
            <a:rect l="0" t="0" r="0" b="0"/>
            <a:pathLst>
              <a:path>
                <a:moveTo>
                  <a:pt x="0" y="20"/>
                </a:moveTo>
                <a:lnTo>
                  <a:pt x="20" y="20"/>
                </a:lnTo>
                <a:lnTo>
                  <a:pt x="180" y="90"/>
                </a:lnTo>
                <a:lnTo>
                  <a:pt x="20" y="20"/>
                </a:lnTo>
                <a:lnTo>
                  <a:pt x="270" y="90"/>
                </a:lnTo>
                <a:close/>
              </a:path>
            </a:pathLst>
          </a:custGeom>
          <a:solidFill>
            <a:srgbClr val="1F1D1B">
              <a:alpha val="7999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de-DE"/>
          </a:p>
        </p:txBody>
      </p:sp>
      <p:sp>
        <p:nvSpPr>
          <p:cNvPr id="3285" name="AutoShape 213">
            <a:extLst>
              <a:ext uri="{FF2B5EF4-FFF2-40B4-BE49-F238E27FC236}">
                <a16:creationId xmlns:a16="http://schemas.microsoft.com/office/drawing/2014/main" id="{E9F703E9-B0C9-4642-3C6F-58B00D7F47B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08525" y="33338"/>
            <a:ext cx="20638" cy="20637"/>
          </a:xfrm>
          <a:custGeom>
            <a:avLst/>
            <a:gdLst>
              <a:gd name="G0" fmla="*/ 59 1 2"/>
              <a:gd name="G1" fmla="*/ 1 48365 11520"/>
              <a:gd name="G2" fmla="*/ G1 32767 1"/>
              <a:gd name="G3" fmla="*/ G2 1 32767"/>
              <a:gd name="G4" fmla="cos G0 G3"/>
              <a:gd name="G5" fmla="*/ 59 1 2"/>
              <a:gd name="G6" fmla="*/ 1 48365 11520"/>
              <a:gd name="G7" fmla="*/ G6 32767 1"/>
              <a:gd name="G8" fmla="*/ G7 1 32767"/>
              <a:gd name="G9" fmla="sin G5 G8"/>
              <a:gd name="G10" fmla="*/ 59 1 2"/>
              <a:gd name="G11" fmla="+- G10 0 G4"/>
              <a:gd name="G12" fmla="+- G10 G4 0"/>
              <a:gd name="G13" fmla="+- G12 0 0"/>
              <a:gd name="G14" fmla="*/ 59 1 2"/>
              <a:gd name="G15" fmla="+- G14 0 G9"/>
              <a:gd name="G16" fmla="+- G14 G9 0"/>
              <a:gd name="G17" fmla="+- G16 0 0"/>
              <a:gd name="G18" fmla="+- 59 0 0"/>
              <a:gd name="G19" fmla="+- 59 0 0"/>
              <a:gd name="G20" fmla="+- 180 0 0"/>
              <a:gd name="G21" fmla="+- 90 0 0"/>
              <a:gd name="G22" fmla="+- 270 0 0"/>
              <a:gd name="G23" fmla="+- 90 0 0"/>
              <a:gd name="G24" fmla="+- 0 0 0"/>
              <a:gd name="G25" fmla="+- 90 0 0"/>
              <a:gd name="G26" fmla="+- 90 0 0"/>
              <a:gd name="G27" fmla="+- 90 0 0"/>
            </a:gdLst>
            <a:ahLst/>
            <a:cxnLst>
              <a:cxn ang="0">
                <a:pos x="r" y="vc"/>
              </a:cxn>
              <a:cxn ang="5400000">
                <a:pos x="hc" y="b"/>
              </a:cxn>
              <a:cxn ang="10800000">
                <a:pos x="l" y="vc"/>
              </a:cxn>
              <a:cxn ang="16200000">
                <a:pos x="hc" y="t"/>
              </a:cxn>
            </a:cxnLst>
            <a:rect l="0" t="0" r="0" b="0"/>
            <a:pathLst>
              <a:path>
                <a:moveTo>
                  <a:pt x="0" y="30"/>
                </a:moveTo>
                <a:lnTo>
                  <a:pt x="30" y="30"/>
                </a:lnTo>
                <a:lnTo>
                  <a:pt x="180" y="90"/>
                </a:lnTo>
                <a:lnTo>
                  <a:pt x="30" y="30"/>
                </a:lnTo>
                <a:lnTo>
                  <a:pt x="270" y="90"/>
                </a:lnTo>
                <a:close/>
              </a:path>
            </a:pathLst>
          </a:custGeom>
          <a:solidFill>
            <a:srgbClr val="1F1D1B">
              <a:alpha val="7999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de-DE"/>
          </a:p>
        </p:txBody>
      </p:sp>
      <p:sp>
        <p:nvSpPr>
          <p:cNvPr id="3286" name="AutoShape 214">
            <a:extLst>
              <a:ext uri="{FF2B5EF4-FFF2-40B4-BE49-F238E27FC236}">
                <a16:creationId xmlns:a16="http://schemas.microsoft.com/office/drawing/2014/main" id="{125C531F-F345-52BB-A48B-F7BF6BBF8C1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63875" y="4260850"/>
            <a:ext cx="14288" cy="14288"/>
          </a:xfrm>
          <a:custGeom>
            <a:avLst/>
            <a:gdLst>
              <a:gd name="G0" fmla="*/ 39 1 2"/>
              <a:gd name="G1" fmla="*/ 1 48365 11520"/>
              <a:gd name="G2" fmla="*/ G1 32767 1"/>
              <a:gd name="G3" fmla="*/ G2 1 32767"/>
              <a:gd name="G4" fmla="cos G0 G3"/>
              <a:gd name="G5" fmla="*/ 39 1 2"/>
              <a:gd name="G6" fmla="*/ 1 48365 11520"/>
              <a:gd name="G7" fmla="*/ G6 32767 1"/>
              <a:gd name="G8" fmla="*/ G7 1 32767"/>
              <a:gd name="G9" fmla="sin G5 G8"/>
              <a:gd name="G10" fmla="*/ 39 1 2"/>
              <a:gd name="G11" fmla="+- G10 0 G4"/>
              <a:gd name="G12" fmla="+- G10 G4 0"/>
              <a:gd name="G13" fmla="+- G12 0 0"/>
              <a:gd name="G14" fmla="*/ 39 1 2"/>
              <a:gd name="G15" fmla="+- G14 0 G9"/>
              <a:gd name="G16" fmla="+- G14 G9 0"/>
              <a:gd name="G17" fmla="+- G16 0 0"/>
              <a:gd name="G18" fmla="+- 39 0 0"/>
              <a:gd name="G19" fmla="+- 39 0 0"/>
              <a:gd name="G20" fmla="+- 180 0 0"/>
              <a:gd name="G21" fmla="+- 90 0 0"/>
              <a:gd name="G22" fmla="+- 270 0 0"/>
              <a:gd name="G23" fmla="+- 90 0 0"/>
              <a:gd name="G24" fmla="+- 0 0 0"/>
              <a:gd name="G25" fmla="+- 90 0 0"/>
              <a:gd name="G26" fmla="+- 90 0 0"/>
              <a:gd name="G27" fmla="+- 90 0 0"/>
            </a:gdLst>
            <a:ahLst/>
            <a:cxnLst>
              <a:cxn ang="0">
                <a:pos x="r" y="vc"/>
              </a:cxn>
              <a:cxn ang="5400000">
                <a:pos x="hc" y="b"/>
              </a:cxn>
              <a:cxn ang="10800000">
                <a:pos x="l" y="vc"/>
              </a:cxn>
              <a:cxn ang="16200000">
                <a:pos x="hc" y="t"/>
              </a:cxn>
            </a:cxnLst>
            <a:rect l="0" t="0" r="0" b="0"/>
            <a:pathLst>
              <a:path>
                <a:moveTo>
                  <a:pt x="0" y="20"/>
                </a:moveTo>
                <a:lnTo>
                  <a:pt x="20" y="20"/>
                </a:lnTo>
                <a:lnTo>
                  <a:pt x="180" y="90"/>
                </a:lnTo>
                <a:lnTo>
                  <a:pt x="20" y="20"/>
                </a:lnTo>
                <a:lnTo>
                  <a:pt x="270" y="90"/>
                </a:lnTo>
                <a:close/>
              </a:path>
            </a:pathLst>
          </a:custGeom>
          <a:solidFill>
            <a:srgbClr val="1F1D1B">
              <a:alpha val="7999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de-DE"/>
          </a:p>
        </p:txBody>
      </p:sp>
      <p:sp>
        <p:nvSpPr>
          <p:cNvPr id="3287" name="AutoShape 215">
            <a:extLst>
              <a:ext uri="{FF2B5EF4-FFF2-40B4-BE49-F238E27FC236}">
                <a16:creationId xmlns:a16="http://schemas.microsoft.com/office/drawing/2014/main" id="{0EC568CA-0143-2F35-5CA7-2EA4F1353A8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98850" y="9302750"/>
            <a:ext cx="15875" cy="15875"/>
          </a:xfrm>
          <a:custGeom>
            <a:avLst/>
            <a:gdLst>
              <a:gd name="G0" fmla="*/ 43 1 2"/>
              <a:gd name="G1" fmla="*/ 1 48365 11520"/>
              <a:gd name="G2" fmla="*/ G1 32767 1"/>
              <a:gd name="G3" fmla="*/ G2 1 32767"/>
              <a:gd name="G4" fmla="cos G0 G3"/>
              <a:gd name="G5" fmla="*/ 43 1 2"/>
              <a:gd name="G6" fmla="*/ 1 48365 11520"/>
              <a:gd name="G7" fmla="*/ G6 32767 1"/>
              <a:gd name="G8" fmla="*/ G7 1 32767"/>
              <a:gd name="G9" fmla="sin G5 G8"/>
              <a:gd name="G10" fmla="*/ 43 1 2"/>
              <a:gd name="G11" fmla="+- G10 0 G4"/>
              <a:gd name="G12" fmla="+- G10 G4 0"/>
              <a:gd name="G13" fmla="+- G12 0 0"/>
              <a:gd name="G14" fmla="*/ 43 1 2"/>
              <a:gd name="G15" fmla="+- G14 0 G9"/>
              <a:gd name="G16" fmla="+- G14 G9 0"/>
              <a:gd name="G17" fmla="+- G16 0 0"/>
              <a:gd name="G18" fmla="+- 43 0 0"/>
              <a:gd name="G19" fmla="+- 43 0 0"/>
              <a:gd name="G20" fmla="+- 180 0 0"/>
              <a:gd name="G21" fmla="+- 90 0 0"/>
              <a:gd name="G22" fmla="+- 270 0 0"/>
              <a:gd name="G23" fmla="+- 90 0 0"/>
              <a:gd name="G24" fmla="+- 0 0 0"/>
              <a:gd name="G25" fmla="+- 90 0 0"/>
              <a:gd name="G26" fmla="+- 90 0 0"/>
              <a:gd name="G27" fmla="+- 90 0 0"/>
            </a:gdLst>
            <a:ahLst/>
            <a:cxnLst>
              <a:cxn ang="0">
                <a:pos x="r" y="vc"/>
              </a:cxn>
              <a:cxn ang="5400000">
                <a:pos x="hc" y="b"/>
              </a:cxn>
              <a:cxn ang="10800000">
                <a:pos x="l" y="vc"/>
              </a:cxn>
              <a:cxn ang="16200000">
                <a:pos x="hc" y="t"/>
              </a:cxn>
            </a:cxnLst>
            <a:rect l="0" t="0" r="0" b="0"/>
            <a:pathLst>
              <a:path>
                <a:moveTo>
                  <a:pt x="0" y="22"/>
                </a:moveTo>
                <a:lnTo>
                  <a:pt x="22" y="22"/>
                </a:lnTo>
                <a:lnTo>
                  <a:pt x="180" y="90"/>
                </a:lnTo>
                <a:lnTo>
                  <a:pt x="22" y="22"/>
                </a:lnTo>
                <a:lnTo>
                  <a:pt x="270" y="90"/>
                </a:lnTo>
                <a:close/>
              </a:path>
            </a:pathLst>
          </a:custGeom>
          <a:solidFill>
            <a:srgbClr val="1F1D1B">
              <a:alpha val="7999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de-DE"/>
          </a:p>
        </p:txBody>
      </p:sp>
      <p:sp>
        <p:nvSpPr>
          <p:cNvPr id="3288" name="AutoShape 216">
            <a:extLst>
              <a:ext uri="{FF2B5EF4-FFF2-40B4-BE49-F238E27FC236}">
                <a16:creationId xmlns:a16="http://schemas.microsoft.com/office/drawing/2014/main" id="{5A32B806-34F5-657F-4AC2-57ECA3D2D66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11313" y="9291638"/>
            <a:ext cx="15875" cy="15875"/>
          </a:xfrm>
          <a:custGeom>
            <a:avLst/>
            <a:gdLst>
              <a:gd name="G0" fmla="*/ 47 1 2"/>
              <a:gd name="G1" fmla="*/ 1 48365 11520"/>
              <a:gd name="G2" fmla="*/ G1 32767 1"/>
              <a:gd name="G3" fmla="*/ G2 1 32767"/>
              <a:gd name="G4" fmla="cos G0 G3"/>
              <a:gd name="G5" fmla="*/ 47 1 2"/>
              <a:gd name="G6" fmla="*/ 1 48365 11520"/>
              <a:gd name="G7" fmla="*/ G6 32767 1"/>
              <a:gd name="G8" fmla="*/ G7 1 32767"/>
              <a:gd name="G9" fmla="sin G5 G8"/>
              <a:gd name="G10" fmla="*/ 47 1 2"/>
              <a:gd name="G11" fmla="+- G10 0 G4"/>
              <a:gd name="G12" fmla="+- G10 G4 0"/>
              <a:gd name="G13" fmla="+- G12 0 0"/>
              <a:gd name="G14" fmla="*/ 47 1 2"/>
              <a:gd name="G15" fmla="+- G14 0 G9"/>
              <a:gd name="G16" fmla="+- G14 G9 0"/>
              <a:gd name="G17" fmla="+- G16 0 0"/>
              <a:gd name="G18" fmla="+- 47 0 0"/>
              <a:gd name="G19" fmla="+- 47 0 0"/>
              <a:gd name="G20" fmla="+- 180 0 0"/>
              <a:gd name="G21" fmla="+- 90 0 0"/>
              <a:gd name="G22" fmla="+- 270 0 0"/>
              <a:gd name="G23" fmla="+- 90 0 0"/>
              <a:gd name="G24" fmla="+- 0 0 0"/>
              <a:gd name="G25" fmla="+- 90 0 0"/>
              <a:gd name="G26" fmla="+- 90 0 0"/>
              <a:gd name="G27" fmla="+- 90 0 0"/>
            </a:gdLst>
            <a:ahLst/>
            <a:cxnLst>
              <a:cxn ang="0">
                <a:pos x="r" y="vc"/>
              </a:cxn>
              <a:cxn ang="5400000">
                <a:pos x="hc" y="b"/>
              </a:cxn>
              <a:cxn ang="10800000">
                <a:pos x="l" y="vc"/>
              </a:cxn>
              <a:cxn ang="16200000">
                <a:pos x="hc" y="t"/>
              </a:cxn>
            </a:cxnLst>
            <a:rect l="0" t="0" r="0" b="0"/>
            <a:pathLst>
              <a:path>
                <a:moveTo>
                  <a:pt x="0" y="24"/>
                </a:moveTo>
                <a:lnTo>
                  <a:pt x="24" y="24"/>
                </a:lnTo>
                <a:lnTo>
                  <a:pt x="180" y="90"/>
                </a:lnTo>
                <a:lnTo>
                  <a:pt x="24" y="24"/>
                </a:lnTo>
                <a:lnTo>
                  <a:pt x="270" y="90"/>
                </a:lnTo>
                <a:close/>
              </a:path>
            </a:pathLst>
          </a:custGeom>
          <a:solidFill>
            <a:srgbClr val="1F1D1B">
              <a:alpha val="7999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de-DE"/>
          </a:p>
        </p:txBody>
      </p:sp>
      <p:sp>
        <p:nvSpPr>
          <p:cNvPr id="3289" name="AutoShape 217">
            <a:extLst>
              <a:ext uri="{FF2B5EF4-FFF2-40B4-BE49-F238E27FC236}">
                <a16:creationId xmlns:a16="http://schemas.microsoft.com/office/drawing/2014/main" id="{EEBBFD9C-0E4D-E550-FC85-9308F2C7FCE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2925" y="8420100"/>
            <a:ext cx="23813" cy="23813"/>
          </a:xfrm>
          <a:custGeom>
            <a:avLst/>
            <a:gdLst>
              <a:gd name="G0" fmla="*/ 68 1 2"/>
              <a:gd name="G1" fmla="*/ 1 48365 11520"/>
              <a:gd name="G2" fmla="*/ G1 32767 1"/>
              <a:gd name="G3" fmla="*/ G2 1 32767"/>
              <a:gd name="G4" fmla="cos G0 G3"/>
              <a:gd name="G5" fmla="*/ 68 1 2"/>
              <a:gd name="G6" fmla="*/ 1 48365 11520"/>
              <a:gd name="G7" fmla="*/ G6 32767 1"/>
              <a:gd name="G8" fmla="*/ G7 1 32767"/>
              <a:gd name="G9" fmla="sin G5 G8"/>
              <a:gd name="G10" fmla="*/ 68 1 2"/>
              <a:gd name="G11" fmla="+- G10 0 G4"/>
              <a:gd name="G12" fmla="+- G10 G4 0"/>
              <a:gd name="G13" fmla="+- G12 0 0"/>
              <a:gd name="G14" fmla="*/ 68 1 2"/>
              <a:gd name="G15" fmla="+- G14 0 G9"/>
              <a:gd name="G16" fmla="+- G14 G9 0"/>
              <a:gd name="G17" fmla="+- G16 0 0"/>
              <a:gd name="G18" fmla="+- 68 0 0"/>
              <a:gd name="G19" fmla="+- 68 0 0"/>
              <a:gd name="G20" fmla="+- 180 0 0"/>
              <a:gd name="G21" fmla="+- 90 0 0"/>
              <a:gd name="G22" fmla="+- 270 0 0"/>
              <a:gd name="G23" fmla="+- 90 0 0"/>
              <a:gd name="G24" fmla="+- 0 0 0"/>
              <a:gd name="G25" fmla="+- 90 0 0"/>
              <a:gd name="G26" fmla="+- 90 0 0"/>
              <a:gd name="G27" fmla="+- 90 0 0"/>
            </a:gdLst>
            <a:ahLst/>
            <a:cxnLst>
              <a:cxn ang="0">
                <a:pos x="r" y="vc"/>
              </a:cxn>
              <a:cxn ang="5400000">
                <a:pos x="hc" y="b"/>
              </a:cxn>
              <a:cxn ang="10800000">
                <a:pos x="l" y="vc"/>
              </a:cxn>
              <a:cxn ang="16200000">
                <a:pos x="hc" y="t"/>
              </a:cxn>
            </a:cxnLst>
            <a:rect l="0" t="0" r="0" b="0"/>
            <a:pathLst>
              <a:path>
                <a:moveTo>
                  <a:pt x="0" y="34"/>
                </a:moveTo>
                <a:lnTo>
                  <a:pt x="34" y="34"/>
                </a:lnTo>
                <a:lnTo>
                  <a:pt x="180" y="90"/>
                </a:lnTo>
                <a:lnTo>
                  <a:pt x="34" y="34"/>
                </a:lnTo>
                <a:lnTo>
                  <a:pt x="270" y="90"/>
                </a:lnTo>
                <a:close/>
              </a:path>
            </a:pathLst>
          </a:custGeom>
          <a:solidFill>
            <a:srgbClr val="1F1D1B">
              <a:alpha val="7999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de-DE"/>
          </a:p>
        </p:txBody>
      </p:sp>
      <p:sp>
        <p:nvSpPr>
          <p:cNvPr id="3290" name="AutoShape 218">
            <a:extLst>
              <a:ext uri="{FF2B5EF4-FFF2-40B4-BE49-F238E27FC236}">
                <a16:creationId xmlns:a16="http://schemas.microsoft.com/office/drawing/2014/main" id="{E9D7A158-39B8-0E97-CF60-8836521322F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40113" y="819150"/>
            <a:ext cx="11112" cy="11113"/>
          </a:xfrm>
          <a:custGeom>
            <a:avLst/>
            <a:gdLst>
              <a:gd name="G0" fmla="*/ 34 1 2"/>
              <a:gd name="G1" fmla="*/ 1 48365 11520"/>
              <a:gd name="G2" fmla="*/ G1 32767 1"/>
              <a:gd name="G3" fmla="*/ G2 1 32767"/>
              <a:gd name="G4" fmla="cos G0 G3"/>
              <a:gd name="G5" fmla="*/ 34 1 2"/>
              <a:gd name="G6" fmla="*/ 1 48365 11520"/>
              <a:gd name="G7" fmla="*/ G6 32767 1"/>
              <a:gd name="G8" fmla="*/ G7 1 32767"/>
              <a:gd name="G9" fmla="sin G5 G8"/>
              <a:gd name="G10" fmla="*/ 34 1 2"/>
              <a:gd name="G11" fmla="+- G10 0 G4"/>
              <a:gd name="G12" fmla="+- G10 G4 0"/>
              <a:gd name="G13" fmla="+- G12 0 0"/>
              <a:gd name="G14" fmla="*/ 34 1 2"/>
              <a:gd name="G15" fmla="+- G14 0 G9"/>
              <a:gd name="G16" fmla="+- G14 G9 0"/>
              <a:gd name="G17" fmla="+- G16 0 0"/>
              <a:gd name="G18" fmla="+- 34 0 0"/>
              <a:gd name="G19" fmla="+- 34 0 0"/>
              <a:gd name="G20" fmla="+- 180 0 0"/>
              <a:gd name="G21" fmla="+- 90 0 0"/>
              <a:gd name="G22" fmla="+- 270 0 0"/>
              <a:gd name="G23" fmla="+- 90 0 0"/>
              <a:gd name="G24" fmla="+- 0 0 0"/>
              <a:gd name="G25" fmla="+- 90 0 0"/>
              <a:gd name="G26" fmla="+- 90 0 0"/>
              <a:gd name="G27" fmla="+- 90 0 0"/>
            </a:gdLst>
            <a:ahLst/>
            <a:cxnLst>
              <a:cxn ang="0">
                <a:pos x="r" y="vc"/>
              </a:cxn>
              <a:cxn ang="5400000">
                <a:pos x="hc" y="b"/>
              </a:cxn>
              <a:cxn ang="10800000">
                <a:pos x="l" y="vc"/>
              </a:cxn>
              <a:cxn ang="16200000">
                <a:pos x="hc" y="t"/>
              </a:cxn>
            </a:cxnLst>
            <a:rect l="0" t="0" r="0" b="0"/>
            <a:pathLst>
              <a:path>
                <a:moveTo>
                  <a:pt x="0" y="17"/>
                </a:moveTo>
                <a:lnTo>
                  <a:pt x="17" y="17"/>
                </a:lnTo>
                <a:lnTo>
                  <a:pt x="180" y="90"/>
                </a:lnTo>
                <a:lnTo>
                  <a:pt x="17" y="17"/>
                </a:lnTo>
                <a:lnTo>
                  <a:pt x="270" y="90"/>
                </a:lnTo>
                <a:close/>
              </a:path>
            </a:pathLst>
          </a:custGeom>
          <a:solidFill>
            <a:srgbClr val="1F1D1B">
              <a:alpha val="7999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de-DE"/>
          </a:p>
        </p:txBody>
      </p:sp>
      <p:sp>
        <p:nvSpPr>
          <p:cNvPr id="3291" name="AutoShape 219">
            <a:extLst>
              <a:ext uri="{FF2B5EF4-FFF2-40B4-BE49-F238E27FC236}">
                <a16:creationId xmlns:a16="http://schemas.microsoft.com/office/drawing/2014/main" id="{CF5785F5-087A-8305-0826-47FB5882842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99150" y="738188"/>
            <a:ext cx="19050" cy="19050"/>
          </a:xfrm>
          <a:custGeom>
            <a:avLst/>
            <a:gdLst>
              <a:gd name="G0" fmla="*/ 56 1 2"/>
              <a:gd name="G1" fmla="*/ 1 48365 11520"/>
              <a:gd name="G2" fmla="*/ G1 32767 1"/>
              <a:gd name="G3" fmla="*/ G2 1 32767"/>
              <a:gd name="G4" fmla="cos G0 G3"/>
              <a:gd name="G5" fmla="*/ 56 1 2"/>
              <a:gd name="G6" fmla="*/ 1 48365 11520"/>
              <a:gd name="G7" fmla="*/ G6 32767 1"/>
              <a:gd name="G8" fmla="*/ G7 1 32767"/>
              <a:gd name="G9" fmla="sin G5 G8"/>
              <a:gd name="G10" fmla="*/ 56 1 2"/>
              <a:gd name="G11" fmla="+- G10 0 G4"/>
              <a:gd name="G12" fmla="+- G10 G4 0"/>
              <a:gd name="G13" fmla="+- G12 0 0"/>
              <a:gd name="G14" fmla="*/ 56 1 2"/>
              <a:gd name="G15" fmla="+- G14 0 G9"/>
              <a:gd name="G16" fmla="+- G14 G9 0"/>
              <a:gd name="G17" fmla="+- G16 0 0"/>
              <a:gd name="G18" fmla="+- 56 0 0"/>
              <a:gd name="G19" fmla="+- 56 0 0"/>
              <a:gd name="G20" fmla="+- 180 0 0"/>
              <a:gd name="G21" fmla="+- 90 0 0"/>
              <a:gd name="G22" fmla="+- 270 0 0"/>
              <a:gd name="G23" fmla="+- 90 0 0"/>
              <a:gd name="G24" fmla="+- 0 0 0"/>
              <a:gd name="G25" fmla="+- 90 0 0"/>
              <a:gd name="G26" fmla="+- 90 0 0"/>
              <a:gd name="G27" fmla="+- 90 0 0"/>
            </a:gdLst>
            <a:ahLst/>
            <a:cxnLst>
              <a:cxn ang="0">
                <a:pos x="r" y="vc"/>
              </a:cxn>
              <a:cxn ang="5400000">
                <a:pos x="hc" y="b"/>
              </a:cxn>
              <a:cxn ang="10800000">
                <a:pos x="l" y="vc"/>
              </a:cxn>
              <a:cxn ang="16200000">
                <a:pos x="hc" y="t"/>
              </a:cxn>
            </a:cxnLst>
            <a:rect l="0" t="0" r="0" b="0"/>
            <a:pathLst>
              <a:path>
                <a:moveTo>
                  <a:pt x="0" y="28"/>
                </a:moveTo>
                <a:lnTo>
                  <a:pt x="28" y="28"/>
                </a:lnTo>
                <a:lnTo>
                  <a:pt x="180" y="90"/>
                </a:lnTo>
                <a:lnTo>
                  <a:pt x="28" y="28"/>
                </a:lnTo>
                <a:lnTo>
                  <a:pt x="270" y="90"/>
                </a:lnTo>
                <a:close/>
              </a:path>
            </a:pathLst>
          </a:custGeom>
          <a:solidFill>
            <a:srgbClr val="1F1D1B">
              <a:alpha val="7999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de-DE"/>
          </a:p>
        </p:txBody>
      </p:sp>
      <p:sp>
        <p:nvSpPr>
          <p:cNvPr id="3292" name="AutoShape 220">
            <a:extLst>
              <a:ext uri="{FF2B5EF4-FFF2-40B4-BE49-F238E27FC236}">
                <a16:creationId xmlns:a16="http://schemas.microsoft.com/office/drawing/2014/main" id="{058B327B-D121-C43F-E3CD-8B12F00C78F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22663" y="2309813"/>
            <a:ext cx="22225" cy="22225"/>
          </a:xfrm>
          <a:custGeom>
            <a:avLst/>
            <a:gdLst>
              <a:gd name="G0" fmla="*/ 61 1 2"/>
              <a:gd name="G1" fmla="*/ 1 48365 11520"/>
              <a:gd name="G2" fmla="*/ G1 32767 1"/>
              <a:gd name="G3" fmla="*/ G2 1 32767"/>
              <a:gd name="G4" fmla="cos G0 G3"/>
              <a:gd name="G5" fmla="*/ 61 1 2"/>
              <a:gd name="G6" fmla="*/ 1 48365 11520"/>
              <a:gd name="G7" fmla="*/ G6 32767 1"/>
              <a:gd name="G8" fmla="*/ G7 1 32767"/>
              <a:gd name="G9" fmla="sin G5 G8"/>
              <a:gd name="G10" fmla="*/ 61 1 2"/>
              <a:gd name="G11" fmla="+- G10 0 G4"/>
              <a:gd name="G12" fmla="+- G10 G4 0"/>
              <a:gd name="G13" fmla="+- G12 0 0"/>
              <a:gd name="G14" fmla="*/ 61 1 2"/>
              <a:gd name="G15" fmla="+- G14 0 G9"/>
              <a:gd name="G16" fmla="+- G14 G9 0"/>
              <a:gd name="G17" fmla="+- G16 0 0"/>
              <a:gd name="G18" fmla="+- 61 0 0"/>
              <a:gd name="G19" fmla="+- 61 0 0"/>
              <a:gd name="G20" fmla="+- 180 0 0"/>
              <a:gd name="G21" fmla="+- 90 0 0"/>
              <a:gd name="G22" fmla="+- 270 0 0"/>
              <a:gd name="G23" fmla="+- 90 0 0"/>
              <a:gd name="G24" fmla="+- 0 0 0"/>
              <a:gd name="G25" fmla="+- 90 0 0"/>
              <a:gd name="G26" fmla="+- 90 0 0"/>
              <a:gd name="G27" fmla="+- 90 0 0"/>
            </a:gdLst>
            <a:ahLst/>
            <a:cxnLst>
              <a:cxn ang="0">
                <a:pos x="r" y="vc"/>
              </a:cxn>
              <a:cxn ang="5400000">
                <a:pos x="hc" y="b"/>
              </a:cxn>
              <a:cxn ang="10800000">
                <a:pos x="l" y="vc"/>
              </a:cxn>
              <a:cxn ang="16200000">
                <a:pos x="hc" y="t"/>
              </a:cxn>
            </a:cxnLst>
            <a:rect l="0" t="0" r="0" b="0"/>
            <a:pathLst>
              <a:path>
                <a:moveTo>
                  <a:pt x="0" y="31"/>
                </a:moveTo>
                <a:lnTo>
                  <a:pt x="31" y="31"/>
                </a:lnTo>
                <a:lnTo>
                  <a:pt x="180" y="90"/>
                </a:lnTo>
                <a:lnTo>
                  <a:pt x="31" y="31"/>
                </a:lnTo>
                <a:lnTo>
                  <a:pt x="270" y="90"/>
                </a:lnTo>
                <a:close/>
              </a:path>
            </a:pathLst>
          </a:custGeom>
          <a:solidFill>
            <a:srgbClr val="1F1D1B">
              <a:alpha val="7999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de-DE"/>
          </a:p>
        </p:txBody>
      </p:sp>
      <p:sp>
        <p:nvSpPr>
          <p:cNvPr id="3293" name="AutoShape 221">
            <a:extLst>
              <a:ext uri="{FF2B5EF4-FFF2-40B4-BE49-F238E27FC236}">
                <a16:creationId xmlns:a16="http://schemas.microsoft.com/office/drawing/2014/main" id="{6557C9AB-67EC-CF7A-1B16-8AC76345CF8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94525" y="9726613"/>
            <a:ext cx="23813" cy="23812"/>
          </a:xfrm>
          <a:custGeom>
            <a:avLst/>
            <a:gdLst>
              <a:gd name="G0" fmla="*/ 69 1 2"/>
              <a:gd name="G1" fmla="*/ 1 48365 11520"/>
              <a:gd name="G2" fmla="*/ G1 32767 1"/>
              <a:gd name="G3" fmla="*/ G2 1 32767"/>
              <a:gd name="G4" fmla="cos G0 G3"/>
              <a:gd name="G5" fmla="*/ 69 1 2"/>
              <a:gd name="G6" fmla="*/ 1 48365 11520"/>
              <a:gd name="G7" fmla="*/ G6 32767 1"/>
              <a:gd name="G8" fmla="*/ G7 1 32767"/>
              <a:gd name="G9" fmla="sin G5 G8"/>
              <a:gd name="G10" fmla="*/ 69 1 2"/>
              <a:gd name="G11" fmla="+- G10 0 G4"/>
              <a:gd name="G12" fmla="+- G10 G4 0"/>
              <a:gd name="G13" fmla="+- G12 0 0"/>
              <a:gd name="G14" fmla="*/ 69 1 2"/>
              <a:gd name="G15" fmla="+- G14 0 G9"/>
              <a:gd name="G16" fmla="+- G14 G9 0"/>
              <a:gd name="G17" fmla="+- G16 0 0"/>
              <a:gd name="G18" fmla="+- 69 0 0"/>
              <a:gd name="G19" fmla="+- 69 0 0"/>
              <a:gd name="G20" fmla="+- 180 0 0"/>
              <a:gd name="G21" fmla="+- 90 0 0"/>
              <a:gd name="G22" fmla="+- 270 0 0"/>
              <a:gd name="G23" fmla="+- 90 0 0"/>
              <a:gd name="G24" fmla="+- 0 0 0"/>
              <a:gd name="G25" fmla="+- 90 0 0"/>
              <a:gd name="G26" fmla="+- 90 0 0"/>
              <a:gd name="G27" fmla="+- 90 0 0"/>
            </a:gdLst>
            <a:ahLst/>
            <a:cxnLst>
              <a:cxn ang="0">
                <a:pos x="r" y="vc"/>
              </a:cxn>
              <a:cxn ang="5400000">
                <a:pos x="hc" y="b"/>
              </a:cxn>
              <a:cxn ang="10800000">
                <a:pos x="l" y="vc"/>
              </a:cxn>
              <a:cxn ang="16200000">
                <a:pos x="hc" y="t"/>
              </a:cxn>
            </a:cxnLst>
            <a:rect l="0" t="0" r="0" b="0"/>
            <a:pathLst>
              <a:path>
                <a:moveTo>
                  <a:pt x="0" y="35"/>
                </a:moveTo>
                <a:lnTo>
                  <a:pt x="35" y="35"/>
                </a:lnTo>
                <a:lnTo>
                  <a:pt x="180" y="90"/>
                </a:lnTo>
                <a:lnTo>
                  <a:pt x="35" y="35"/>
                </a:lnTo>
                <a:lnTo>
                  <a:pt x="270" y="90"/>
                </a:lnTo>
                <a:close/>
              </a:path>
            </a:pathLst>
          </a:custGeom>
          <a:solidFill>
            <a:srgbClr val="1F1D1B">
              <a:alpha val="7999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de-DE"/>
          </a:p>
        </p:txBody>
      </p:sp>
      <p:sp>
        <p:nvSpPr>
          <p:cNvPr id="3294" name="AutoShape 222">
            <a:extLst>
              <a:ext uri="{FF2B5EF4-FFF2-40B4-BE49-F238E27FC236}">
                <a16:creationId xmlns:a16="http://schemas.microsoft.com/office/drawing/2014/main" id="{3492BFBD-97D2-2127-5E70-9B30E61C437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73563" y="7062788"/>
            <a:ext cx="19050" cy="19050"/>
          </a:xfrm>
          <a:custGeom>
            <a:avLst/>
            <a:gdLst>
              <a:gd name="G0" fmla="*/ 53 1 2"/>
              <a:gd name="G1" fmla="*/ 1 48365 11520"/>
              <a:gd name="G2" fmla="*/ G1 32767 1"/>
              <a:gd name="G3" fmla="*/ G2 1 32767"/>
              <a:gd name="G4" fmla="cos G0 G3"/>
              <a:gd name="G5" fmla="*/ 53 1 2"/>
              <a:gd name="G6" fmla="*/ 1 48365 11520"/>
              <a:gd name="G7" fmla="*/ G6 32767 1"/>
              <a:gd name="G8" fmla="*/ G7 1 32767"/>
              <a:gd name="G9" fmla="sin G5 G8"/>
              <a:gd name="G10" fmla="*/ 53 1 2"/>
              <a:gd name="G11" fmla="+- G10 0 G4"/>
              <a:gd name="G12" fmla="+- G10 G4 0"/>
              <a:gd name="G13" fmla="+- G12 0 0"/>
              <a:gd name="G14" fmla="*/ 53 1 2"/>
              <a:gd name="G15" fmla="+- G14 0 G9"/>
              <a:gd name="G16" fmla="+- G14 G9 0"/>
              <a:gd name="G17" fmla="+- G16 0 0"/>
              <a:gd name="G18" fmla="+- 53 0 0"/>
              <a:gd name="G19" fmla="+- 53 0 0"/>
              <a:gd name="G20" fmla="+- 180 0 0"/>
              <a:gd name="G21" fmla="+- 90 0 0"/>
              <a:gd name="G22" fmla="+- 270 0 0"/>
              <a:gd name="G23" fmla="+- 90 0 0"/>
              <a:gd name="G24" fmla="+- 0 0 0"/>
              <a:gd name="G25" fmla="+- 90 0 0"/>
              <a:gd name="G26" fmla="+- 90 0 0"/>
              <a:gd name="G27" fmla="+- 90 0 0"/>
            </a:gdLst>
            <a:ahLst/>
            <a:cxnLst>
              <a:cxn ang="0">
                <a:pos x="r" y="vc"/>
              </a:cxn>
              <a:cxn ang="5400000">
                <a:pos x="hc" y="b"/>
              </a:cxn>
              <a:cxn ang="10800000">
                <a:pos x="l" y="vc"/>
              </a:cxn>
              <a:cxn ang="16200000">
                <a:pos x="hc" y="t"/>
              </a:cxn>
            </a:cxnLst>
            <a:rect l="0" t="0" r="0" b="0"/>
            <a:pathLst>
              <a:path>
                <a:moveTo>
                  <a:pt x="0" y="27"/>
                </a:moveTo>
                <a:lnTo>
                  <a:pt x="27" y="27"/>
                </a:lnTo>
                <a:lnTo>
                  <a:pt x="180" y="90"/>
                </a:lnTo>
                <a:lnTo>
                  <a:pt x="27" y="27"/>
                </a:lnTo>
                <a:lnTo>
                  <a:pt x="270" y="90"/>
                </a:lnTo>
                <a:close/>
              </a:path>
            </a:pathLst>
          </a:custGeom>
          <a:solidFill>
            <a:srgbClr val="1F1D1B">
              <a:alpha val="7999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de-DE"/>
          </a:p>
        </p:txBody>
      </p:sp>
      <p:sp>
        <p:nvSpPr>
          <p:cNvPr id="3295" name="AutoShape 223">
            <a:extLst>
              <a:ext uri="{FF2B5EF4-FFF2-40B4-BE49-F238E27FC236}">
                <a16:creationId xmlns:a16="http://schemas.microsoft.com/office/drawing/2014/main" id="{645CB14D-1A04-0E34-8FC9-BC7FA3F4D3C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45238" y="8564563"/>
            <a:ext cx="11112" cy="11112"/>
          </a:xfrm>
          <a:custGeom>
            <a:avLst/>
            <a:gdLst>
              <a:gd name="G0" fmla="*/ 31 1 2"/>
              <a:gd name="G1" fmla="*/ 1 48365 11520"/>
              <a:gd name="G2" fmla="*/ G1 32767 1"/>
              <a:gd name="G3" fmla="*/ G2 1 32767"/>
              <a:gd name="G4" fmla="cos G0 G3"/>
              <a:gd name="G5" fmla="*/ 31 1 2"/>
              <a:gd name="G6" fmla="*/ 1 48365 11520"/>
              <a:gd name="G7" fmla="*/ G6 32767 1"/>
              <a:gd name="G8" fmla="*/ G7 1 32767"/>
              <a:gd name="G9" fmla="sin G5 G8"/>
              <a:gd name="G10" fmla="*/ 31 1 2"/>
              <a:gd name="G11" fmla="+- G10 0 G4"/>
              <a:gd name="G12" fmla="+- G10 G4 0"/>
              <a:gd name="G13" fmla="+- G12 0 0"/>
              <a:gd name="G14" fmla="*/ 31 1 2"/>
              <a:gd name="G15" fmla="+- G14 0 G9"/>
              <a:gd name="G16" fmla="+- G14 G9 0"/>
              <a:gd name="G17" fmla="+- G16 0 0"/>
              <a:gd name="G18" fmla="+- 31 0 0"/>
              <a:gd name="G19" fmla="+- 31 0 0"/>
              <a:gd name="G20" fmla="+- 180 0 0"/>
              <a:gd name="G21" fmla="+- 90 0 0"/>
              <a:gd name="G22" fmla="+- 270 0 0"/>
              <a:gd name="G23" fmla="+- 90 0 0"/>
              <a:gd name="G24" fmla="+- 0 0 0"/>
              <a:gd name="G25" fmla="+- 90 0 0"/>
              <a:gd name="G26" fmla="+- 90 0 0"/>
              <a:gd name="G27" fmla="+- 90 0 0"/>
            </a:gdLst>
            <a:ahLst/>
            <a:cxnLst>
              <a:cxn ang="0">
                <a:pos x="r" y="vc"/>
              </a:cxn>
              <a:cxn ang="5400000">
                <a:pos x="hc" y="b"/>
              </a:cxn>
              <a:cxn ang="10800000">
                <a:pos x="l" y="vc"/>
              </a:cxn>
              <a:cxn ang="16200000">
                <a:pos x="hc" y="t"/>
              </a:cxn>
            </a:cxnLst>
            <a:rect l="0" t="0" r="0" b="0"/>
            <a:pathLst>
              <a:path>
                <a:moveTo>
                  <a:pt x="0" y="16"/>
                </a:moveTo>
                <a:lnTo>
                  <a:pt x="16" y="16"/>
                </a:lnTo>
                <a:lnTo>
                  <a:pt x="180" y="90"/>
                </a:lnTo>
                <a:lnTo>
                  <a:pt x="16" y="16"/>
                </a:lnTo>
                <a:lnTo>
                  <a:pt x="270" y="90"/>
                </a:lnTo>
                <a:close/>
              </a:path>
            </a:pathLst>
          </a:custGeom>
          <a:solidFill>
            <a:srgbClr val="1F1D1B">
              <a:alpha val="7999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de-DE"/>
          </a:p>
        </p:txBody>
      </p:sp>
      <p:sp>
        <p:nvSpPr>
          <p:cNvPr id="3296" name="AutoShape 224">
            <a:extLst>
              <a:ext uri="{FF2B5EF4-FFF2-40B4-BE49-F238E27FC236}">
                <a16:creationId xmlns:a16="http://schemas.microsoft.com/office/drawing/2014/main" id="{EF2B6228-B86D-4304-A637-9935ADA3CC20}"/>
              </a:ext>
            </a:extLst>
          </p:cNvPr>
          <p:cNvSpPr>
            <a:spLocks noChangeArrowheads="1"/>
          </p:cNvSpPr>
          <p:nvPr/>
        </p:nvSpPr>
        <p:spPr bwMode="auto">
          <a:xfrm>
            <a:off x="963613" y="8367713"/>
            <a:ext cx="23812" cy="23812"/>
          </a:xfrm>
          <a:custGeom>
            <a:avLst/>
            <a:gdLst>
              <a:gd name="G0" fmla="*/ 69 1 2"/>
              <a:gd name="G1" fmla="*/ 1 48365 11520"/>
              <a:gd name="G2" fmla="*/ G1 32767 1"/>
              <a:gd name="G3" fmla="*/ G2 1 32767"/>
              <a:gd name="G4" fmla="cos G0 G3"/>
              <a:gd name="G5" fmla="*/ 69 1 2"/>
              <a:gd name="G6" fmla="*/ 1 48365 11520"/>
              <a:gd name="G7" fmla="*/ G6 32767 1"/>
              <a:gd name="G8" fmla="*/ G7 1 32767"/>
              <a:gd name="G9" fmla="sin G5 G8"/>
              <a:gd name="G10" fmla="*/ 69 1 2"/>
              <a:gd name="G11" fmla="+- G10 0 G4"/>
              <a:gd name="G12" fmla="+- G10 G4 0"/>
              <a:gd name="G13" fmla="+- G12 0 0"/>
              <a:gd name="G14" fmla="*/ 69 1 2"/>
              <a:gd name="G15" fmla="+- G14 0 G9"/>
              <a:gd name="G16" fmla="+- G14 G9 0"/>
              <a:gd name="G17" fmla="+- G16 0 0"/>
              <a:gd name="G18" fmla="+- 69 0 0"/>
              <a:gd name="G19" fmla="+- 69 0 0"/>
              <a:gd name="G20" fmla="+- 180 0 0"/>
              <a:gd name="G21" fmla="+- 90 0 0"/>
              <a:gd name="G22" fmla="+- 270 0 0"/>
              <a:gd name="G23" fmla="+- 90 0 0"/>
              <a:gd name="G24" fmla="+- 0 0 0"/>
              <a:gd name="G25" fmla="+- 90 0 0"/>
              <a:gd name="G26" fmla="+- 90 0 0"/>
              <a:gd name="G27" fmla="+- 90 0 0"/>
            </a:gdLst>
            <a:ahLst/>
            <a:cxnLst>
              <a:cxn ang="0">
                <a:pos x="r" y="vc"/>
              </a:cxn>
              <a:cxn ang="5400000">
                <a:pos x="hc" y="b"/>
              </a:cxn>
              <a:cxn ang="10800000">
                <a:pos x="l" y="vc"/>
              </a:cxn>
              <a:cxn ang="16200000">
                <a:pos x="hc" y="t"/>
              </a:cxn>
            </a:cxnLst>
            <a:rect l="0" t="0" r="0" b="0"/>
            <a:pathLst>
              <a:path>
                <a:moveTo>
                  <a:pt x="0" y="35"/>
                </a:moveTo>
                <a:lnTo>
                  <a:pt x="35" y="35"/>
                </a:lnTo>
                <a:lnTo>
                  <a:pt x="180" y="90"/>
                </a:lnTo>
                <a:lnTo>
                  <a:pt x="35" y="35"/>
                </a:lnTo>
                <a:lnTo>
                  <a:pt x="270" y="90"/>
                </a:lnTo>
                <a:close/>
              </a:path>
            </a:pathLst>
          </a:custGeom>
          <a:solidFill>
            <a:srgbClr val="1F1D1B">
              <a:alpha val="7999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de-DE"/>
          </a:p>
        </p:txBody>
      </p:sp>
      <p:sp>
        <p:nvSpPr>
          <p:cNvPr id="3297" name="AutoShape 225">
            <a:extLst>
              <a:ext uri="{FF2B5EF4-FFF2-40B4-BE49-F238E27FC236}">
                <a16:creationId xmlns:a16="http://schemas.microsoft.com/office/drawing/2014/main" id="{85B5A001-E8D2-C098-6A54-026CD4CC37C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62713" y="603250"/>
            <a:ext cx="17462" cy="17463"/>
          </a:xfrm>
          <a:custGeom>
            <a:avLst/>
            <a:gdLst>
              <a:gd name="G0" fmla="*/ 49 1 2"/>
              <a:gd name="G1" fmla="*/ 1 48365 11520"/>
              <a:gd name="G2" fmla="*/ G1 32767 1"/>
              <a:gd name="G3" fmla="*/ G2 1 32767"/>
              <a:gd name="G4" fmla="cos G0 G3"/>
              <a:gd name="G5" fmla="*/ 49 1 2"/>
              <a:gd name="G6" fmla="*/ 1 48365 11520"/>
              <a:gd name="G7" fmla="*/ G6 32767 1"/>
              <a:gd name="G8" fmla="*/ G7 1 32767"/>
              <a:gd name="G9" fmla="sin G5 G8"/>
              <a:gd name="G10" fmla="*/ 49 1 2"/>
              <a:gd name="G11" fmla="+- G10 0 G4"/>
              <a:gd name="G12" fmla="+- G10 G4 0"/>
              <a:gd name="G13" fmla="+- G12 0 0"/>
              <a:gd name="G14" fmla="*/ 49 1 2"/>
              <a:gd name="G15" fmla="+- G14 0 G9"/>
              <a:gd name="G16" fmla="+- G14 G9 0"/>
              <a:gd name="G17" fmla="+- G16 0 0"/>
              <a:gd name="G18" fmla="+- 49 0 0"/>
              <a:gd name="G19" fmla="+- 49 0 0"/>
              <a:gd name="G20" fmla="+- 180 0 0"/>
              <a:gd name="G21" fmla="+- 90 0 0"/>
              <a:gd name="G22" fmla="+- 270 0 0"/>
              <a:gd name="G23" fmla="+- 90 0 0"/>
              <a:gd name="G24" fmla="+- 0 0 0"/>
              <a:gd name="G25" fmla="+- 90 0 0"/>
              <a:gd name="G26" fmla="+- 90 0 0"/>
              <a:gd name="G27" fmla="+- 90 0 0"/>
            </a:gdLst>
            <a:ahLst/>
            <a:cxnLst>
              <a:cxn ang="0">
                <a:pos x="r" y="vc"/>
              </a:cxn>
              <a:cxn ang="5400000">
                <a:pos x="hc" y="b"/>
              </a:cxn>
              <a:cxn ang="10800000">
                <a:pos x="l" y="vc"/>
              </a:cxn>
              <a:cxn ang="16200000">
                <a:pos x="hc" y="t"/>
              </a:cxn>
            </a:cxnLst>
            <a:rect l="0" t="0" r="0" b="0"/>
            <a:pathLst>
              <a:path>
                <a:moveTo>
                  <a:pt x="0" y="25"/>
                </a:moveTo>
                <a:lnTo>
                  <a:pt x="25" y="25"/>
                </a:lnTo>
                <a:lnTo>
                  <a:pt x="180" y="90"/>
                </a:lnTo>
                <a:lnTo>
                  <a:pt x="25" y="25"/>
                </a:lnTo>
                <a:lnTo>
                  <a:pt x="270" y="90"/>
                </a:lnTo>
                <a:close/>
              </a:path>
            </a:pathLst>
          </a:custGeom>
          <a:solidFill>
            <a:srgbClr val="1F1D1B">
              <a:alpha val="7999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de-DE"/>
          </a:p>
        </p:txBody>
      </p:sp>
      <p:sp>
        <p:nvSpPr>
          <p:cNvPr id="3298" name="AutoShape 226">
            <a:extLst>
              <a:ext uri="{FF2B5EF4-FFF2-40B4-BE49-F238E27FC236}">
                <a16:creationId xmlns:a16="http://schemas.microsoft.com/office/drawing/2014/main" id="{2E8046F7-21EA-D9FB-3979-53C31C27C5B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51213" y="9580563"/>
            <a:ext cx="11112" cy="11112"/>
          </a:xfrm>
          <a:custGeom>
            <a:avLst/>
            <a:gdLst>
              <a:gd name="G0" fmla="*/ 34 1 2"/>
              <a:gd name="G1" fmla="*/ 1 48365 11520"/>
              <a:gd name="G2" fmla="*/ G1 32767 1"/>
              <a:gd name="G3" fmla="*/ G2 1 32767"/>
              <a:gd name="G4" fmla="cos G0 G3"/>
              <a:gd name="G5" fmla="*/ 34 1 2"/>
              <a:gd name="G6" fmla="*/ 1 48365 11520"/>
              <a:gd name="G7" fmla="*/ G6 32767 1"/>
              <a:gd name="G8" fmla="*/ G7 1 32767"/>
              <a:gd name="G9" fmla="sin G5 G8"/>
              <a:gd name="G10" fmla="*/ 34 1 2"/>
              <a:gd name="G11" fmla="+- G10 0 G4"/>
              <a:gd name="G12" fmla="+- G10 G4 0"/>
              <a:gd name="G13" fmla="+- G12 0 0"/>
              <a:gd name="G14" fmla="*/ 34 1 2"/>
              <a:gd name="G15" fmla="+- G14 0 G9"/>
              <a:gd name="G16" fmla="+- G14 G9 0"/>
              <a:gd name="G17" fmla="+- G16 0 0"/>
              <a:gd name="G18" fmla="+- 34 0 0"/>
              <a:gd name="G19" fmla="+- 34 0 0"/>
              <a:gd name="G20" fmla="+- 180 0 0"/>
              <a:gd name="G21" fmla="+- 90 0 0"/>
              <a:gd name="G22" fmla="+- 270 0 0"/>
              <a:gd name="G23" fmla="+- 90 0 0"/>
              <a:gd name="G24" fmla="+- 0 0 0"/>
              <a:gd name="G25" fmla="+- 90 0 0"/>
              <a:gd name="G26" fmla="+- 90 0 0"/>
              <a:gd name="G27" fmla="+- 90 0 0"/>
            </a:gdLst>
            <a:ahLst/>
            <a:cxnLst>
              <a:cxn ang="0">
                <a:pos x="r" y="vc"/>
              </a:cxn>
              <a:cxn ang="5400000">
                <a:pos x="hc" y="b"/>
              </a:cxn>
              <a:cxn ang="10800000">
                <a:pos x="l" y="vc"/>
              </a:cxn>
              <a:cxn ang="16200000">
                <a:pos x="hc" y="t"/>
              </a:cxn>
            </a:cxnLst>
            <a:rect l="0" t="0" r="0" b="0"/>
            <a:pathLst>
              <a:path>
                <a:moveTo>
                  <a:pt x="0" y="17"/>
                </a:moveTo>
                <a:lnTo>
                  <a:pt x="17" y="17"/>
                </a:lnTo>
                <a:lnTo>
                  <a:pt x="180" y="90"/>
                </a:lnTo>
                <a:lnTo>
                  <a:pt x="17" y="17"/>
                </a:lnTo>
                <a:lnTo>
                  <a:pt x="270" y="90"/>
                </a:lnTo>
                <a:close/>
              </a:path>
            </a:pathLst>
          </a:custGeom>
          <a:solidFill>
            <a:srgbClr val="1F1D1B">
              <a:alpha val="7999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de-DE"/>
          </a:p>
        </p:txBody>
      </p:sp>
      <p:sp>
        <p:nvSpPr>
          <p:cNvPr id="3299" name="AutoShape 227">
            <a:extLst>
              <a:ext uri="{FF2B5EF4-FFF2-40B4-BE49-F238E27FC236}">
                <a16:creationId xmlns:a16="http://schemas.microsoft.com/office/drawing/2014/main" id="{3F0A4E81-80ED-D800-9ECB-EC19D8369A2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19338" y="9313863"/>
            <a:ext cx="15875" cy="15875"/>
          </a:xfrm>
          <a:custGeom>
            <a:avLst/>
            <a:gdLst>
              <a:gd name="G0" fmla="*/ 45 1 2"/>
              <a:gd name="G1" fmla="*/ 1 48365 11520"/>
              <a:gd name="G2" fmla="*/ G1 32767 1"/>
              <a:gd name="G3" fmla="*/ G2 1 32767"/>
              <a:gd name="G4" fmla="cos G0 G3"/>
              <a:gd name="G5" fmla="*/ 45 1 2"/>
              <a:gd name="G6" fmla="*/ 1 48365 11520"/>
              <a:gd name="G7" fmla="*/ G6 32767 1"/>
              <a:gd name="G8" fmla="*/ G7 1 32767"/>
              <a:gd name="G9" fmla="sin G5 G8"/>
              <a:gd name="G10" fmla="*/ 45 1 2"/>
              <a:gd name="G11" fmla="+- G10 0 G4"/>
              <a:gd name="G12" fmla="+- G10 G4 0"/>
              <a:gd name="G13" fmla="+- G12 0 0"/>
              <a:gd name="G14" fmla="*/ 45 1 2"/>
              <a:gd name="G15" fmla="+- G14 0 G9"/>
              <a:gd name="G16" fmla="+- G14 G9 0"/>
              <a:gd name="G17" fmla="+- G16 0 0"/>
              <a:gd name="G18" fmla="+- 45 0 0"/>
              <a:gd name="G19" fmla="+- 45 0 0"/>
              <a:gd name="G20" fmla="+- 180 0 0"/>
              <a:gd name="G21" fmla="+- 90 0 0"/>
              <a:gd name="G22" fmla="+- 270 0 0"/>
              <a:gd name="G23" fmla="+- 90 0 0"/>
              <a:gd name="G24" fmla="+- 0 0 0"/>
              <a:gd name="G25" fmla="+- 90 0 0"/>
              <a:gd name="G26" fmla="+- 90 0 0"/>
              <a:gd name="G27" fmla="+- 90 0 0"/>
            </a:gdLst>
            <a:ahLst/>
            <a:cxnLst>
              <a:cxn ang="0">
                <a:pos x="r" y="vc"/>
              </a:cxn>
              <a:cxn ang="5400000">
                <a:pos x="hc" y="b"/>
              </a:cxn>
              <a:cxn ang="10800000">
                <a:pos x="l" y="vc"/>
              </a:cxn>
              <a:cxn ang="16200000">
                <a:pos x="hc" y="t"/>
              </a:cxn>
            </a:cxnLst>
            <a:rect l="0" t="0" r="0" b="0"/>
            <a:pathLst>
              <a:path>
                <a:moveTo>
                  <a:pt x="0" y="23"/>
                </a:moveTo>
                <a:lnTo>
                  <a:pt x="23" y="23"/>
                </a:lnTo>
                <a:lnTo>
                  <a:pt x="180" y="90"/>
                </a:lnTo>
                <a:lnTo>
                  <a:pt x="23" y="23"/>
                </a:lnTo>
                <a:lnTo>
                  <a:pt x="270" y="90"/>
                </a:lnTo>
                <a:close/>
              </a:path>
            </a:pathLst>
          </a:custGeom>
          <a:solidFill>
            <a:srgbClr val="1F1D1B">
              <a:alpha val="7999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de-DE"/>
          </a:p>
        </p:txBody>
      </p:sp>
      <p:sp>
        <p:nvSpPr>
          <p:cNvPr id="3300" name="AutoShape 228">
            <a:extLst>
              <a:ext uri="{FF2B5EF4-FFF2-40B4-BE49-F238E27FC236}">
                <a16:creationId xmlns:a16="http://schemas.microsoft.com/office/drawing/2014/main" id="{8140E5D8-CCC6-62FB-DD65-C208D6A0242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08750" y="3994150"/>
            <a:ext cx="19050" cy="19050"/>
          </a:xfrm>
          <a:custGeom>
            <a:avLst/>
            <a:gdLst>
              <a:gd name="G0" fmla="*/ 55 1 2"/>
              <a:gd name="G1" fmla="*/ 1 48365 11520"/>
              <a:gd name="G2" fmla="*/ G1 32767 1"/>
              <a:gd name="G3" fmla="*/ G2 1 32767"/>
              <a:gd name="G4" fmla="cos G0 G3"/>
              <a:gd name="G5" fmla="*/ 55 1 2"/>
              <a:gd name="G6" fmla="*/ 1 48365 11520"/>
              <a:gd name="G7" fmla="*/ G6 32767 1"/>
              <a:gd name="G8" fmla="*/ G7 1 32767"/>
              <a:gd name="G9" fmla="sin G5 G8"/>
              <a:gd name="G10" fmla="*/ 55 1 2"/>
              <a:gd name="G11" fmla="+- G10 0 G4"/>
              <a:gd name="G12" fmla="+- G10 G4 0"/>
              <a:gd name="G13" fmla="+- G12 0 0"/>
              <a:gd name="G14" fmla="*/ 55 1 2"/>
              <a:gd name="G15" fmla="+- G14 0 G9"/>
              <a:gd name="G16" fmla="+- G14 G9 0"/>
              <a:gd name="G17" fmla="+- G16 0 0"/>
              <a:gd name="G18" fmla="+- 55 0 0"/>
              <a:gd name="G19" fmla="+- 55 0 0"/>
              <a:gd name="G20" fmla="+- 180 0 0"/>
              <a:gd name="G21" fmla="+- 90 0 0"/>
              <a:gd name="G22" fmla="+- 270 0 0"/>
              <a:gd name="G23" fmla="+- 90 0 0"/>
              <a:gd name="G24" fmla="+- 0 0 0"/>
              <a:gd name="G25" fmla="+- 90 0 0"/>
              <a:gd name="G26" fmla="+- 90 0 0"/>
              <a:gd name="G27" fmla="+- 90 0 0"/>
            </a:gdLst>
            <a:ahLst/>
            <a:cxnLst>
              <a:cxn ang="0">
                <a:pos x="r" y="vc"/>
              </a:cxn>
              <a:cxn ang="5400000">
                <a:pos x="hc" y="b"/>
              </a:cxn>
              <a:cxn ang="10800000">
                <a:pos x="l" y="vc"/>
              </a:cxn>
              <a:cxn ang="16200000">
                <a:pos x="hc" y="t"/>
              </a:cxn>
            </a:cxnLst>
            <a:rect l="0" t="0" r="0" b="0"/>
            <a:pathLst>
              <a:path>
                <a:moveTo>
                  <a:pt x="0" y="28"/>
                </a:moveTo>
                <a:lnTo>
                  <a:pt x="28" y="28"/>
                </a:lnTo>
                <a:lnTo>
                  <a:pt x="180" y="90"/>
                </a:lnTo>
                <a:lnTo>
                  <a:pt x="28" y="28"/>
                </a:lnTo>
                <a:lnTo>
                  <a:pt x="270" y="90"/>
                </a:lnTo>
                <a:close/>
              </a:path>
            </a:pathLst>
          </a:custGeom>
          <a:solidFill>
            <a:srgbClr val="1F1D1B">
              <a:alpha val="7999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de-DE"/>
          </a:p>
        </p:txBody>
      </p:sp>
      <p:sp>
        <p:nvSpPr>
          <p:cNvPr id="3301" name="AutoShape 229">
            <a:extLst>
              <a:ext uri="{FF2B5EF4-FFF2-40B4-BE49-F238E27FC236}">
                <a16:creationId xmlns:a16="http://schemas.microsoft.com/office/drawing/2014/main" id="{E428AC6E-9A2D-2E2D-1AF7-5AF7E3765F2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73513" y="7872413"/>
            <a:ext cx="12700" cy="12700"/>
          </a:xfrm>
          <a:custGeom>
            <a:avLst/>
            <a:gdLst>
              <a:gd name="G0" fmla="*/ 37 1 2"/>
              <a:gd name="G1" fmla="*/ 1 48365 11520"/>
              <a:gd name="G2" fmla="*/ G1 32767 1"/>
              <a:gd name="G3" fmla="*/ G2 1 32767"/>
              <a:gd name="G4" fmla="cos G0 G3"/>
              <a:gd name="G5" fmla="*/ 37 1 2"/>
              <a:gd name="G6" fmla="*/ 1 48365 11520"/>
              <a:gd name="G7" fmla="*/ G6 32767 1"/>
              <a:gd name="G8" fmla="*/ G7 1 32767"/>
              <a:gd name="G9" fmla="sin G5 G8"/>
              <a:gd name="G10" fmla="*/ 37 1 2"/>
              <a:gd name="G11" fmla="+- G10 0 G4"/>
              <a:gd name="G12" fmla="+- G10 G4 0"/>
              <a:gd name="G13" fmla="+- G12 0 0"/>
              <a:gd name="G14" fmla="*/ 37 1 2"/>
              <a:gd name="G15" fmla="+- G14 0 G9"/>
              <a:gd name="G16" fmla="+- G14 G9 0"/>
              <a:gd name="G17" fmla="+- G16 0 0"/>
              <a:gd name="G18" fmla="+- 37 0 0"/>
              <a:gd name="G19" fmla="+- 37 0 0"/>
              <a:gd name="G20" fmla="+- 180 0 0"/>
              <a:gd name="G21" fmla="+- 90 0 0"/>
              <a:gd name="G22" fmla="+- 270 0 0"/>
              <a:gd name="G23" fmla="+- 90 0 0"/>
              <a:gd name="G24" fmla="+- 0 0 0"/>
              <a:gd name="G25" fmla="+- 90 0 0"/>
              <a:gd name="G26" fmla="+- 90 0 0"/>
              <a:gd name="G27" fmla="+- 90 0 0"/>
            </a:gdLst>
            <a:ahLst/>
            <a:cxnLst>
              <a:cxn ang="0">
                <a:pos x="r" y="vc"/>
              </a:cxn>
              <a:cxn ang="5400000">
                <a:pos x="hc" y="b"/>
              </a:cxn>
              <a:cxn ang="10800000">
                <a:pos x="l" y="vc"/>
              </a:cxn>
              <a:cxn ang="16200000">
                <a:pos x="hc" y="t"/>
              </a:cxn>
            </a:cxnLst>
            <a:rect l="0" t="0" r="0" b="0"/>
            <a:pathLst>
              <a:path>
                <a:moveTo>
                  <a:pt x="0" y="19"/>
                </a:moveTo>
                <a:lnTo>
                  <a:pt x="19" y="19"/>
                </a:lnTo>
                <a:lnTo>
                  <a:pt x="180" y="90"/>
                </a:lnTo>
                <a:lnTo>
                  <a:pt x="19" y="19"/>
                </a:lnTo>
                <a:lnTo>
                  <a:pt x="270" y="90"/>
                </a:lnTo>
                <a:close/>
              </a:path>
            </a:pathLst>
          </a:custGeom>
          <a:solidFill>
            <a:srgbClr val="1F1D1B">
              <a:alpha val="7999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de-DE"/>
          </a:p>
        </p:txBody>
      </p:sp>
      <p:sp>
        <p:nvSpPr>
          <p:cNvPr id="3302" name="AutoShape 230">
            <a:extLst>
              <a:ext uri="{FF2B5EF4-FFF2-40B4-BE49-F238E27FC236}">
                <a16:creationId xmlns:a16="http://schemas.microsoft.com/office/drawing/2014/main" id="{3DF71BEF-E880-442A-B726-E1A4015C76F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03850" y="5019675"/>
            <a:ext cx="19050" cy="19050"/>
          </a:xfrm>
          <a:custGeom>
            <a:avLst/>
            <a:gdLst>
              <a:gd name="G0" fmla="*/ 55 1 2"/>
              <a:gd name="G1" fmla="*/ 1 48365 11520"/>
              <a:gd name="G2" fmla="*/ G1 32767 1"/>
              <a:gd name="G3" fmla="*/ G2 1 32767"/>
              <a:gd name="G4" fmla="cos G0 G3"/>
              <a:gd name="G5" fmla="*/ 55 1 2"/>
              <a:gd name="G6" fmla="*/ 1 48365 11520"/>
              <a:gd name="G7" fmla="*/ G6 32767 1"/>
              <a:gd name="G8" fmla="*/ G7 1 32767"/>
              <a:gd name="G9" fmla="sin G5 G8"/>
              <a:gd name="G10" fmla="*/ 55 1 2"/>
              <a:gd name="G11" fmla="+- G10 0 G4"/>
              <a:gd name="G12" fmla="+- G10 G4 0"/>
              <a:gd name="G13" fmla="+- G12 0 0"/>
              <a:gd name="G14" fmla="*/ 55 1 2"/>
              <a:gd name="G15" fmla="+- G14 0 G9"/>
              <a:gd name="G16" fmla="+- G14 G9 0"/>
              <a:gd name="G17" fmla="+- G16 0 0"/>
              <a:gd name="G18" fmla="+- 55 0 0"/>
              <a:gd name="G19" fmla="+- 55 0 0"/>
              <a:gd name="G20" fmla="+- 180 0 0"/>
              <a:gd name="G21" fmla="+- 90 0 0"/>
              <a:gd name="G22" fmla="+- 270 0 0"/>
              <a:gd name="G23" fmla="+- 90 0 0"/>
              <a:gd name="G24" fmla="+- 0 0 0"/>
              <a:gd name="G25" fmla="+- 90 0 0"/>
              <a:gd name="G26" fmla="+- 90 0 0"/>
              <a:gd name="G27" fmla="+- 90 0 0"/>
            </a:gdLst>
            <a:ahLst/>
            <a:cxnLst>
              <a:cxn ang="0">
                <a:pos x="r" y="vc"/>
              </a:cxn>
              <a:cxn ang="5400000">
                <a:pos x="hc" y="b"/>
              </a:cxn>
              <a:cxn ang="10800000">
                <a:pos x="l" y="vc"/>
              </a:cxn>
              <a:cxn ang="16200000">
                <a:pos x="hc" y="t"/>
              </a:cxn>
            </a:cxnLst>
            <a:rect l="0" t="0" r="0" b="0"/>
            <a:pathLst>
              <a:path>
                <a:moveTo>
                  <a:pt x="0" y="28"/>
                </a:moveTo>
                <a:lnTo>
                  <a:pt x="28" y="28"/>
                </a:lnTo>
                <a:lnTo>
                  <a:pt x="180" y="90"/>
                </a:lnTo>
                <a:lnTo>
                  <a:pt x="28" y="28"/>
                </a:lnTo>
                <a:lnTo>
                  <a:pt x="270" y="90"/>
                </a:lnTo>
                <a:close/>
              </a:path>
            </a:pathLst>
          </a:custGeom>
          <a:solidFill>
            <a:srgbClr val="1F1D1B">
              <a:alpha val="7999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de-DE"/>
          </a:p>
        </p:txBody>
      </p:sp>
      <p:sp>
        <p:nvSpPr>
          <p:cNvPr id="3303" name="AutoShape 231">
            <a:extLst>
              <a:ext uri="{FF2B5EF4-FFF2-40B4-BE49-F238E27FC236}">
                <a16:creationId xmlns:a16="http://schemas.microsoft.com/office/drawing/2014/main" id="{2F45E77B-FC4D-7E8E-98E3-29D1EF4403C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97625" y="9690100"/>
            <a:ext cx="12700" cy="12700"/>
          </a:xfrm>
          <a:custGeom>
            <a:avLst/>
            <a:gdLst>
              <a:gd name="G0" fmla="*/ 38 1 2"/>
              <a:gd name="G1" fmla="*/ 1 48365 11520"/>
              <a:gd name="G2" fmla="*/ G1 32767 1"/>
              <a:gd name="G3" fmla="*/ G2 1 32767"/>
              <a:gd name="G4" fmla="cos G0 G3"/>
              <a:gd name="G5" fmla="*/ 38 1 2"/>
              <a:gd name="G6" fmla="*/ 1 48365 11520"/>
              <a:gd name="G7" fmla="*/ G6 32767 1"/>
              <a:gd name="G8" fmla="*/ G7 1 32767"/>
              <a:gd name="G9" fmla="sin G5 G8"/>
              <a:gd name="G10" fmla="*/ 38 1 2"/>
              <a:gd name="G11" fmla="+- G10 0 G4"/>
              <a:gd name="G12" fmla="+- G10 G4 0"/>
              <a:gd name="G13" fmla="+- G12 0 0"/>
              <a:gd name="G14" fmla="*/ 38 1 2"/>
              <a:gd name="G15" fmla="+- G14 0 G9"/>
              <a:gd name="G16" fmla="+- G14 G9 0"/>
              <a:gd name="G17" fmla="+- G16 0 0"/>
              <a:gd name="G18" fmla="+- 38 0 0"/>
              <a:gd name="G19" fmla="+- 38 0 0"/>
              <a:gd name="G20" fmla="+- 180 0 0"/>
              <a:gd name="G21" fmla="+- 90 0 0"/>
              <a:gd name="G22" fmla="+- 270 0 0"/>
              <a:gd name="G23" fmla="+- 90 0 0"/>
              <a:gd name="G24" fmla="+- 0 0 0"/>
              <a:gd name="G25" fmla="+- 90 0 0"/>
              <a:gd name="G26" fmla="+- 90 0 0"/>
              <a:gd name="G27" fmla="+- 90 0 0"/>
            </a:gdLst>
            <a:ahLst/>
            <a:cxnLst>
              <a:cxn ang="0">
                <a:pos x="r" y="vc"/>
              </a:cxn>
              <a:cxn ang="5400000">
                <a:pos x="hc" y="b"/>
              </a:cxn>
              <a:cxn ang="10800000">
                <a:pos x="l" y="vc"/>
              </a:cxn>
              <a:cxn ang="16200000">
                <a:pos x="hc" y="t"/>
              </a:cxn>
            </a:cxnLst>
            <a:rect l="0" t="0" r="0" b="0"/>
            <a:pathLst>
              <a:path>
                <a:moveTo>
                  <a:pt x="0" y="19"/>
                </a:moveTo>
                <a:lnTo>
                  <a:pt x="19" y="19"/>
                </a:lnTo>
                <a:lnTo>
                  <a:pt x="180" y="90"/>
                </a:lnTo>
                <a:lnTo>
                  <a:pt x="19" y="19"/>
                </a:lnTo>
                <a:lnTo>
                  <a:pt x="270" y="90"/>
                </a:lnTo>
                <a:close/>
              </a:path>
            </a:pathLst>
          </a:custGeom>
          <a:solidFill>
            <a:srgbClr val="1F1D1B">
              <a:alpha val="7999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de-DE"/>
          </a:p>
        </p:txBody>
      </p:sp>
      <p:sp>
        <p:nvSpPr>
          <p:cNvPr id="3304" name="AutoShape 232">
            <a:extLst>
              <a:ext uri="{FF2B5EF4-FFF2-40B4-BE49-F238E27FC236}">
                <a16:creationId xmlns:a16="http://schemas.microsoft.com/office/drawing/2014/main" id="{B9129F01-4BBF-BC48-93DE-CF3C44077B8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52700" y="5953125"/>
            <a:ext cx="17463" cy="17463"/>
          </a:xfrm>
          <a:custGeom>
            <a:avLst/>
            <a:gdLst>
              <a:gd name="G0" fmla="*/ 50 1 2"/>
              <a:gd name="G1" fmla="*/ 1 48365 11520"/>
              <a:gd name="G2" fmla="*/ G1 32767 1"/>
              <a:gd name="G3" fmla="*/ G2 1 32767"/>
              <a:gd name="G4" fmla="cos G0 G3"/>
              <a:gd name="G5" fmla="*/ 50 1 2"/>
              <a:gd name="G6" fmla="*/ 1 48365 11520"/>
              <a:gd name="G7" fmla="*/ G6 32767 1"/>
              <a:gd name="G8" fmla="*/ G7 1 32767"/>
              <a:gd name="G9" fmla="sin G5 G8"/>
              <a:gd name="G10" fmla="*/ 50 1 2"/>
              <a:gd name="G11" fmla="+- G10 0 G4"/>
              <a:gd name="G12" fmla="+- G10 G4 0"/>
              <a:gd name="G13" fmla="+- G12 0 0"/>
              <a:gd name="G14" fmla="*/ 50 1 2"/>
              <a:gd name="G15" fmla="+- G14 0 G9"/>
              <a:gd name="G16" fmla="+- G14 G9 0"/>
              <a:gd name="G17" fmla="+- G16 0 0"/>
              <a:gd name="G18" fmla="+- 50 0 0"/>
              <a:gd name="G19" fmla="+- 50 0 0"/>
              <a:gd name="G20" fmla="+- 180 0 0"/>
              <a:gd name="G21" fmla="+- 90 0 0"/>
              <a:gd name="G22" fmla="+- 270 0 0"/>
              <a:gd name="G23" fmla="+- 90 0 0"/>
              <a:gd name="G24" fmla="+- 0 0 0"/>
              <a:gd name="G25" fmla="+- 90 0 0"/>
              <a:gd name="G26" fmla="+- 90 0 0"/>
              <a:gd name="G27" fmla="+- 90 0 0"/>
            </a:gdLst>
            <a:ahLst/>
            <a:cxnLst>
              <a:cxn ang="0">
                <a:pos x="r" y="vc"/>
              </a:cxn>
              <a:cxn ang="5400000">
                <a:pos x="hc" y="b"/>
              </a:cxn>
              <a:cxn ang="10800000">
                <a:pos x="l" y="vc"/>
              </a:cxn>
              <a:cxn ang="16200000">
                <a:pos x="hc" y="t"/>
              </a:cxn>
            </a:cxnLst>
            <a:rect l="0" t="0" r="0" b="0"/>
            <a:pathLst>
              <a:path>
                <a:moveTo>
                  <a:pt x="0" y="25"/>
                </a:moveTo>
                <a:lnTo>
                  <a:pt x="25" y="25"/>
                </a:lnTo>
                <a:lnTo>
                  <a:pt x="180" y="90"/>
                </a:lnTo>
                <a:lnTo>
                  <a:pt x="25" y="25"/>
                </a:lnTo>
                <a:lnTo>
                  <a:pt x="270" y="90"/>
                </a:lnTo>
                <a:close/>
              </a:path>
            </a:pathLst>
          </a:custGeom>
          <a:solidFill>
            <a:srgbClr val="1F1D1B">
              <a:alpha val="7999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de-DE"/>
          </a:p>
        </p:txBody>
      </p:sp>
      <p:sp>
        <p:nvSpPr>
          <p:cNvPr id="3305" name="AutoShape 233">
            <a:extLst>
              <a:ext uri="{FF2B5EF4-FFF2-40B4-BE49-F238E27FC236}">
                <a16:creationId xmlns:a16="http://schemas.microsoft.com/office/drawing/2014/main" id="{852108C6-B86E-64DF-032F-11055207DCE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59300" y="8061325"/>
            <a:ext cx="22225" cy="22225"/>
          </a:xfrm>
          <a:custGeom>
            <a:avLst/>
            <a:gdLst>
              <a:gd name="G0" fmla="*/ 64 1 2"/>
              <a:gd name="G1" fmla="*/ 1 48365 11520"/>
              <a:gd name="G2" fmla="*/ G1 32767 1"/>
              <a:gd name="G3" fmla="*/ G2 1 32767"/>
              <a:gd name="G4" fmla="cos G0 G3"/>
              <a:gd name="G5" fmla="*/ 64 1 2"/>
              <a:gd name="G6" fmla="*/ 1 48365 11520"/>
              <a:gd name="G7" fmla="*/ G6 32767 1"/>
              <a:gd name="G8" fmla="*/ G7 1 32767"/>
              <a:gd name="G9" fmla="sin G5 G8"/>
              <a:gd name="G10" fmla="*/ 64 1 2"/>
              <a:gd name="G11" fmla="+- G10 0 G4"/>
              <a:gd name="G12" fmla="+- G10 G4 0"/>
              <a:gd name="G13" fmla="+- G12 0 0"/>
              <a:gd name="G14" fmla="*/ 64 1 2"/>
              <a:gd name="G15" fmla="+- G14 0 G9"/>
              <a:gd name="G16" fmla="+- G14 G9 0"/>
              <a:gd name="G17" fmla="+- G16 0 0"/>
              <a:gd name="G18" fmla="+- 64 0 0"/>
              <a:gd name="G19" fmla="+- 64 0 0"/>
              <a:gd name="G20" fmla="+- 180 0 0"/>
              <a:gd name="G21" fmla="+- 90 0 0"/>
              <a:gd name="G22" fmla="+- 270 0 0"/>
              <a:gd name="G23" fmla="+- 90 0 0"/>
              <a:gd name="G24" fmla="+- 0 0 0"/>
              <a:gd name="G25" fmla="+- 90 0 0"/>
              <a:gd name="G26" fmla="+- 90 0 0"/>
              <a:gd name="G27" fmla="+- 90 0 0"/>
            </a:gdLst>
            <a:ahLst/>
            <a:cxnLst>
              <a:cxn ang="0">
                <a:pos x="r" y="vc"/>
              </a:cxn>
              <a:cxn ang="5400000">
                <a:pos x="hc" y="b"/>
              </a:cxn>
              <a:cxn ang="10800000">
                <a:pos x="l" y="vc"/>
              </a:cxn>
              <a:cxn ang="16200000">
                <a:pos x="hc" y="t"/>
              </a:cxn>
            </a:cxnLst>
            <a:rect l="0" t="0" r="0" b="0"/>
            <a:pathLst>
              <a:path>
                <a:moveTo>
                  <a:pt x="0" y="32"/>
                </a:moveTo>
                <a:lnTo>
                  <a:pt x="32" y="32"/>
                </a:lnTo>
                <a:lnTo>
                  <a:pt x="180" y="90"/>
                </a:lnTo>
                <a:lnTo>
                  <a:pt x="32" y="32"/>
                </a:lnTo>
                <a:lnTo>
                  <a:pt x="270" y="90"/>
                </a:lnTo>
                <a:close/>
              </a:path>
            </a:pathLst>
          </a:custGeom>
          <a:solidFill>
            <a:srgbClr val="1F1D1B">
              <a:alpha val="7999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de-DE"/>
          </a:p>
        </p:txBody>
      </p:sp>
      <p:sp>
        <p:nvSpPr>
          <p:cNvPr id="3306" name="AutoShape 234">
            <a:extLst>
              <a:ext uri="{FF2B5EF4-FFF2-40B4-BE49-F238E27FC236}">
                <a16:creationId xmlns:a16="http://schemas.microsoft.com/office/drawing/2014/main" id="{59E98D3F-25B3-7A5C-06FF-75BF94061D7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9900" y="87313"/>
            <a:ext cx="19050" cy="19050"/>
          </a:xfrm>
          <a:custGeom>
            <a:avLst/>
            <a:gdLst>
              <a:gd name="G0" fmla="*/ 54 1 2"/>
              <a:gd name="G1" fmla="*/ 1 48365 11520"/>
              <a:gd name="G2" fmla="*/ G1 32767 1"/>
              <a:gd name="G3" fmla="*/ G2 1 32767"/>
              <a:gd name="G4" fmla="cos G0 G3"/>
              <a:gd name="G5" fmla="*/ 54 1 2"/>
              <a:gd name="G6" fmla="*/ 1 48365 11520"/>
              <a:gd name="G7" fmla="*/ G6 32767 1"/>
              <a:gd name="G8" fmla="*/ G7 1 32767"/>
              <a:gd name="G9" fmla="sin G5 G8"/>
              <a:gd name="G10" fmla="*/ 54 1 2"/>
              <a:gd name="G11" fmla="+- G10 0 G4"/>
              <a:gd name="G12" fmla="+- G10 G4 0"/>
              <a:gd name="G13" fmla="+- G12 0 0"/>
              <a:gd name="G14" fmla="*/ 54 1 2"/>
              <a:gd name="G15" fmla="+- G14 0 G9"/>
              <a:gd name="G16" fmla="+- G14 G9 0"/>
              <a:gd name="G17" fmla="+- G16 0 0"/>
              <a:gd name="G18" fmla="+- 54 0 0"/>
              <a:gd name="G19" fmla="+- 54 0 0"/>
              <a:gd name="G20" fmla="+- 180 0 0"/>
              <a:gd name="G21" fmla="+- 90 0 0"/>
              <a:gd name="G22" fmla="+- 270 0 0"/>
              <a:gd name="G23" fmla="+- 90 0 0"/>
              <a:gd name="G24" fmla="+- 0 0 0"/>
              <a:gd name="G25" fmla="+- 90 0 0"/>
              <a:gd name="G26" fmla="+- 90 0 0"/>
              <a:gd name="G27" fmla="+- 90 0 0"/>
            </a:gdLst>
            <a:ahLst/>
            <a:cxnLst>
              <a:cxn ang="0">
                <a:pos x="r" y="vc"/>
              </a:cxn>
              <a:cxn ang="5400000">
                <a:pos x="hc" y="b"/>
              </a:cxn>
              <a:cxn ang="10800000">
                <a:pos x="l" y="vc"/>
              </a:cxn>
              <a:cxn ang="16200000">
                <a:pos x="hc" y="t"/>
              </a:cxn>
            </a:cxnLst>
            <a:rect l="0" t="0" r="0" b="0"/>
            <a:pathLst>
              <a:path>
                <a:moveTo>
                  <a:pt x="0" y="27"/>
                </a:moveTo>
                <a:lnTo>
                  <a:pt x="27" y="27"/>
                </a:lnTo>
                <a:lnTo>
                  <a:pt x="180" y="90"/>
                </a:lnTo>
                <a:lnTo>
                  <a:pt x="27" y="27"/>
                </a:lnTo>
                <a:lnTo>
                  <a:pt x="270" y="90"/>
                </a:lnTo>
                <a:close/>
              </a:path>
            </a:pathLst>
          </a:custGeom>
          <a:solidFill>
            <a:srgbClr val="1F1D1B">
              <a:alpha val="7999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de-DE"/>
          </a:p>
        </p:txBody>
      </p:sp>
      <p:sp>
        <p:nvSpPr>
          <p:cNvPr id="3307" name="AutoShape 235">
            <a:extLst>
              <a:ext uri="{FF2B5EF4-FFF2-40B4-BE49-F238E27FC236}">
                <a16:creationId xmlns:a16="http://schemas.microsoft.com/office/drawing/2014/main" id="{6A54E04E-ADAF-E3E4-5D6C-29E9EA3E5958}"/>
              </a:ext>
            </a:extLst>
          </p:cNvPr>
          <p:cNvSpPr>
            <a:spLocks noChangeArrowheads="1"/>
          </p:cNvSpPr>
          <p:nvPr/>
        </p:nvSpPr>
        <p:spPr bwMode="auto">
          <a:xfrm>
            <a:off x="974725" y="6340475"/>
            <a:ext cx="12700" cy="12700"/>
          </a:xfrm>
          <a:custGeom>
            <a:avLst/>
            <a:gdLst>
              <a:gd name="G0" fmla="*/ 38 1 2"/>
              <a:gd name="G1" fmla="*/ 1 48365 11520"/>
              <a:gd name="G2" fmla="*/ G1 32767 1"/>
              <a:gd name="G3" fmla="*/ G2 1 32767"/>
              <a:gd name="G4" fmla="cos G0 G3"/>
              <a:gd name="G5" fmla="*/ 38 1 2"/>
              <a:gd name="G6" fmla="*/ 1 48365 11520"/>
              <a:gd name="G7" fmla="*/ G6 32767 1"/>
              <a:gd name="G8" fmla="*/ G7 1 32767"/>
              <a:gd name="G9" fmla="sin G5 G8"/>
              <a:gd name="G10" fmla="*/ 38 1 2"/>
              <a:gd name="G11" fmla="+- G10 0 G4"/>
              <a:gd name="G12" fmla="+- G10 G4 0"/>
              <a:gd name="G13" fmla="+- G12 0 0"/>
              <a:gd name="G14" fmla="*/ 38 1 2"/>
              <a:gd name="G15" fmla="+- G14 0 G9"/>
              <a:gd name="G16" fmla="+- G14 G9 0"/>
              <a:gd name="G17" fmla="+- G16 0 0"/>
              <a:gd name="G18" fmla="+- 38 0 0"/>
              <a:gd name="G19" fmla="+- 38 0 0"/>
              <a:gd name="G20" fmla="+- 180 0 0"/>
              <a:gd name="G21" fmla="+- 90 0 0"/>
              <a:gd name="G22" fmla="+- 270 0 0"/>
              <a:gd name="G23" fmla="+- 90 0 0"/>
              <a:gd name="G24" fmla="+- 0 0 0"/>
              <a:gd name="G25" fmla="+- 90 0 0"/>
              <a:gd name="G26" fmla="+- 90 0 0"/>
              <a:gd name="G27" fmla="+- 90 0 0"/>
            </a:gdLst>
            <a:ahLst/>
            <a:cxnLst>
              <a:cxn ang="0">
                <a:pos x="r" y="vc"/>
              </a:cxn>
              <a:cxn ang="5400000">
                <a:pos x="hc" y="b"/>
              </a:cxn>
              <a:cxn ang="10800000">
                <a:pos x="l" y="vc"/>
              </a:cxn>
              <a:cxn ang="16200000">
                <a:pos x="hc" y="t"/>
              </a:cxn>
            </a:cxnLst>
            <a:rect l="0" t="0" r="0" b="0"/>
            <a:pathLst>
              <a:path>
                <a:moveTo>
                  <a:pt x="0" y="19"/>
                </a:moveTo>
                <a:lnTo>
                  <a:pt x="19" y="19"/>
                </a:lnTo>
                <a:lnTo>
                  <a:pt x="180" y="90"/>
                </a:lnTo>
                <a:lnTo>
                  <a:pt x="19" y="19"/>
                </a:lnTo>
                <a:lnTo>
                  <a:pt x="270" y="90"/>
                </a:lnTo>
                <a:close/>
              </a:path>
            </a:pathLst>
          </a:custGeom>
          <a:solidFill>
            <a:srgbClr val="1F1D1B">
              <a:alpha val="7999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de-DE"/>
          </a:p>
        </p:txBody>
      </p:sp>
      <p:sp>
        <p:nvSpPr>
          <p:cNvPr id="3308" name="AutoShape 236">
            <a:extLst>
              <a:ext uri="{FF2B5EF4-FFF2-40B4-BE49-F238E27FC236}">
                <a16:creationId xmlns:a16="http://schemas.microsoft.com/office/drawing/2014/main" id="{6920318E-E5BC-3E84-84C5-DF7589D4E0F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70050" y="835025"/>
            <a:ext cx="12700" cy="12700"/>
          </a:xfrm>
          <a:custGeom>
            <a:avLst/>
            <a:gdLst>
              <a:gd name="G0" fmla="*/ 37 1 2"/>
              <a:gd name="G1" fmla="*/ 1 48365 11520"/>
              <a:gd name="G2" fmla="*/ G1 32767 1"/>
              <a:gd name="G3" fmla="*/ G2 1 32767"/>
              <a:gd name="G4" fmla="cos G0 G3"/>
              <a:gd name="G5" fmla="*/ 37 1 2"/>
              <a:gd name="G6" fmla="*/ 1 48365 11520"/>
              <a:gd name="G7" fmla="*/ G6 32767 1"/>
              <a:gd name="G8" fmla="*/ G7 1 32767"/>
              <a:gd name="G9" fmla="sin G5 G8"/>
              <a:gd name="G10" fmla="*/ 37 1 2"/>
              <a:gd name="G11" fmla="+- G10 0 G4"/>
              <a:gd name="G12" fmla="+- G10 G4 0"/>
              <a:gd name="G13" fmla="+- G12 0 0"/>
              <a:gd name="G14" fmla="*/ 37 1 2"/>
              <a:gd name="G15" fmla="+- G14 0 G9"/>
              <a:gd name="G16" fmla="+- G14 G9 0"/>
              <a:gd name="G17" fmla="+- G16 0 0"/>
              <a:gd name="G18" fmla="+- 37 0 0"/>
              <a:gd name="G19" fmla="+- 37 0 0"/>
              <a:gd name="G20" fmla="+- 180 0 0"/>
              <a:gd name="G21" fmla="+- 90 0 0"/>
              <a:gd name="G22" fmla="+- 270 0 0"/>
              <a:gd name="G23" fmla="+- 90 0 0"/>
              <a:gd name="G24" fmla="+- 0 0 0"/>
              <a:gd name="G25" fmla="+- 90 0 0"/>
              <a:gd name="G26" fmla="+- 90 0 0"/>
              <a:gd name="G27" fmla="+- 90 0 0"/>
            </a:gdLst>
            <a:ahLst/>
            <a:cxnLst>
              <a:cxn ang="0">
                <a:pos x="r" y="vc"/>
              </a:cxn>
              <a:cxn ang="5400000">
                <a:pos x="hc" y="b"/>
              </a:cxn>
              <a:cxn ang="10800000">
                <a:pos x="l" y="vc"/>
              </a:cxn>
              <a:cxn ang="16200000">
                <a:pos x="hc" y="t"/>
              </a:cxn>
            </a:cxnLst>
            <a:rect l="0" t="0" r="0" b="0"/>
            <a:pathLst>
              <a:path>
                <a:moveTo>
                  <a:pt x="0" y="19"/>
                </a:moveTo>
                <a:lnTo>
                  <a:pt x="19" y="19"/>
                </a:lnTo>
                <a:lnTo>
                  <a:pt x="180" y="90"/>
                </a:lnTo>
                <a:lnTo>
                  <a:pt x="19" y="19"/>
                </a:lnTo>
                <a:lnTo>
                  <a:pt x="270" y="90"/>
                </a:lnTo>
                <a:close/>
              </a:path>
            </a:pathLst>
          </a:custGeom>
          <a:solidFill>
            <a:srgbClr val="1F1D1B">
              <a:alpha val="7999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de-DE"/>
          </a:p>
        </p:txBody>
      </p:sp>
      <p:sp>
        <p:nvSpPr>
          <p:cNvPr id="3309" name="AutoShape 237">
            <a:extLst>
              <a:ext uri="{FF2B5EF4-FFF2-40B4-BE49-F238E27FC236}">
                <a16:creationId xmlns:a16="http://schemas.microsoft.com/office/drawing/2014/main" id="{AC4B14FE-1FAC-67D0-B3C0-F77460E9D5E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02300" y="7878763"/>
            <a:ext cx="23813" cy="23812"/>
          </a:xfrm>
          <a:custGeom>
            <a:avLst/>
            <a:gdLst>
              <a:gd name="G0" fmla="*/ 69 1 2"/>
              <a:gd name="G1" fmla="*/ 1 48365 11520"/>
              <a:gd name="G2" fmla="*/ G1 32767 1"/>
              <a:gd name="G3" fmla="*/ G2 1 32767"/>
              <a:gd name="G4" fmla="cos G0 G3"/>
              <a:gd name="G5" fmla="*/ 69 1 2"/>
              <a:gd name="G6" fmla="*/ 1 48365 11520"/>
              <a:gd name="G7" fmla="*/ G6 32767 1"/>
              <a:gd name="G8" fmla="*/ G7 1 32767"/>
              <a:gd name="G9" fmla="sin G5 G8"/>
              <a:gd name="G10" fmla="*/ 69 1 2"/>
              <a:gd name="G11" fmla="+- G10 0 G4"/>
              <a:gd name="G12" fmla="+- G10 G4 0"/>
              <a:gd name="G13" fmla="+- G12 0 0"/>
              <a:gd name="G14" fmla="*/ 69 1 2"/>
              <a:gd name="G15" fmla="+- G14 0 G9"/>
              <a:gd name="G16" fmla="+- G14 G9 0"/>
              <a:gd name="G17" fmla="+- G16 0 0"/>
              <a:gd name="G18" fmla="+- 69 0 0"/>
              <a:gd name="G19" fmla="+- 69 0 0"/>
              <a:gd name="G20" fmla="+- 180 0 0"/>
              <a:gd name="G21" fmla="+- 90 0 0"/>
              <a:gd name="G22" fmla="+- 270 0 0"/>
              <a:gd name="G23" fmla="+- 90 0 0"/>
              <a:gd name="G24" fmla="+- 0 0 0"/>
              <a:gd name="G25" fmla="+- 90 0 0"/>
              <a:gd name="G26" fmla="+- 90 0 0"/>
              <a:gd name="G27" fmla="+- 90 0 0"/>
            </a:gdLst>
            <a:ahLst/>
            <a:cxnLst>
              <a:cxn ang="0">
                <a:pos x="r" y="vc"/>
              </a:cxn>
              <a:cxn ang="5400000">
                <a:pos x="hc" y="b"/>
              </a:cxn>
              <a:cxn ang="10800000">
                <a:pos x="l" y="vc"/>
              </a:cxn>
              <a:cxn ang="16200000">
                <a:pos x="hc" y="t"/>
              </a:cxn>
            </a:cxnLst>
            <a:rect l="0" t="0" r="0" b="0"/>
            <a:pathLst>
              <a:path>
                <a:moveTo>
                  <a:pt x="0" y="35"/>
                </a:moveTo>
                <a:lnTo>
                  <a:pt x="35" y="35"/>
                </a:lnTo>
                <a:lnTo>
                  <a:pt x="180" y="90"/>
                </a:lnTo>
                <a:lnTo>
                  <a:pt x="35" y="35"/>
                </a:lnTo>
                <a:lnTo>
                  <a:pt x="270" y="90"/>
                </a:lnTo>
                <a:close/>
              </a:path>
            </a:pathLst>
          </a:custGeom>
          <a:solidFill>
            <a:srgbClr val="1F1D1B">
              <a:alpha val="7999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de-DE"/>
          </a:p>
        </p:txBody>
      </p:sp>
      <p:sp>
        <p:nvSpPr>
          <p:cNvPr id="3310" name="AutoShape 238">
            <a:extLst>
              <a:ext uri="{FF2B5EF4-FFF2-40B4-BE49-F238E27FC236}">
                <a16:creationId xmlns:a16="http://schemas.microsoft.com/office/drawing/2014/main" id="{E2D9406A-DF71-F98C-2C4F-30388C4FF4A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25538" y="1489075"/>
            <a:ext cx="22225" cy="22225"/>
          </a:xfrm>
          <a:custGeom>
            <a:avLst/>
            <a:gdLst>
              <a:gd name="G0" fmla="*/ 61 1 2"/>
              <a:gd name="G1" fmla="*/ 1 48365 11520"/>
              <a:gd name="G2" fmla="*/ G1 32767 1"/>
              <a:gd name="G3" fmla="*/ G2 1 32767"/>
              <a:gd name="G4" fmla="cos G0 G3"/>
              <a:gd name="G5" fmla="*/ 61 1 2"/>
              <a:gd name="G6" fmla="*/ 1 48365 11520"/>
              <a:gd name="G7" fmla="*/ G6 32767 1"/>
              <a:gd name="G8" fmla="*/ G7 1 32767"/>
              <a:gd name="G9" fmla="sin G5 G8"/>
              <a:gd name="G10" fmla="*/ 61 1 2"/>
              <a:gd name="G11" fmla="+- G10 0 G4"/>
              <a:gd name="G12" fmla="+- G10 G4 0"/>
              <a:gd name="G13" fmla="+- G12 0 0"/>
              <a:gd name="G14" fmla="*/ 61 1 2"/>
              <a:gd name="G15" fmla="+- G14 0 G9"/>
              <a:gd name="G16" fmla="+- G14 G9 0"/>
              <a:gd name="G17" fmla="+- G16 0 0"/>
              <a:gd name="G18" fmla="+- 61 0 0"/>
              <a:gd name="G19" fmla="+- 61 0 0"/>
              <a:gd name="G20" fmla="+- 180 0 0"/>
              <a:gd name="G21" fmla="+- 90 0 0"/>
              <a:gd name="G22" fmla="+- 270 0 0"/>
              <a:gd name="G23" fmla="+- 90 0 0"/>
              <a:gd name="G24" fmla="+- 0 0 0"/>
              <a:gd name="G25" fmla="+- 90 0 0"/>
              <a:gd name="G26" fmla="+- 90 0 0"/>
              <a:gd name="G27" fmla="+- 90 0 0"/>
            </a:gdLst>
            <a:ahLst/>
            <a:cxnLst>
              <a:cxn ang="0">
                <a:pos x="r" y="vc"/>
              </a:cxn>
              <a:cxn ang="5400000">
                <a:pos x="hc" y="b"/>
              </a:cxn>
              <a:cxn ang="10800000">
                <a:pos x="l" y="vc"/>
              </a:cxn>
              <a:cxn ang="16200000">
                <a:pos x="hc" y="t"/>
              </a:cxn>
            </a:cxnLst>
            <a:rect l="0" t="0" r="0" b="0"/>
            <a:pathLst>
              <a:path>
                <a:moveTo>
                  <a:pt x="0" y="31"/>
                </a:moveTo>
                <a:lnTo>
                  <a:pt x="31" y="31"/>
                </a:lnTo>
                <a:lnTo>
                  <a:pt x="180" y="90"/>
                </a:lnTo>
                <a:lnTo>
                  <a:pt x="31" y="31"/>
                </a:lnTo>
                <a:lnTo>
                  <a:pt x="270" y="90"/>
                </a:lnTo>
                <a:close/>
              </a:path>
            </a:pathLst>
          </a:custGeom>
          <a:solidFill>
            <a:srgbClr val="1F1D1B">
              <a:alpha val="7999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de-DE"/>
          </a:p>
        </p:txBody>
      </p:sp>
      <p:sp>
        <p:nvSpPr>
          <p:cNvPr id="3311" name="AutoShape 239">
            <a:extLst>
              <a:ext uri="{FF2B5EF4-FFF2-40B4-BE49-F238E27FC236}">
                <a16:creationId xmlns:a16="http://schemas.microsoft.com/office/drawing/2014/main" id="{A90C9B98-0596-6C9F-A81C-90332F1AE13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69025" y="5970588"/>
            <a:ext cx="11113" cy="11112"/>
          </a:xfrm>
          <a:custGeom>
            <a:avLst/>
            <a:gdLst>
              <a:gd name="G0" fmla="*/ 32 1 2"/>
              <a:gd name="G1" fmla="*/ 1 48365 11520"/>
              <a:gd name="G2" fmla="*/ G1 32767 1"/>
              <a:gd name="G3" fmla="*/ G2 1 32767"/>
              <a:gd name="G4" fmla="cos G0 G3"/>
              <a:gd name="G5" fmla="*/ 32 1 2"/>
              <a:gd name="G6" fmla="*/ 1 48365 11520"/>
              <a:gd name="G7" fmla="*/ G6 32767 1"/>
              <a:gd name="G8" fmla="*/ G7 1 32767"/>
              <a:gd name="G9" fmla="sin G5 G8"/>
              <a:gd name="G10" fmla="*/ 32 1 2"/>
              <a:gd name="G11" fmla="+- G10 0 G4"/>
              <a:gd name="G12" fmla="+- G10 G4 0"/>
              <a:gd name="G13" fmla="+- G12 0 0"/>
              <a:gd name="G14" fmla="*/ 32 1 2"/>
              <a:gd name="G15" fmla="+- G14 0 G9"/>
              <a:gd name="G16" fmla="+- G14 G9 0"/>
              <a:gd name="G17" fmla="+- G16 0 0"/>
              <a:gd name="G18" fmla="+- 32 0 0"/>
              <a:gd name="G19" fmla="+- 32 0 0"/>
              <a:gd name="G20" fmla="+- 180 0 0"/>
              <a:gd name="G21" fmla="+- 90 0 0"/>
              <a:gd name="G22" fmla="+- 270 0 0"/>
              <a:gd name="G23" fmla="+- 90 0 0"/>
              <a:gd name="G24" fmla="+- 0 0 0"/>
              <a:gd name="G25" fmla="+- 90 0 0"/>
              <a:gd name="G26" fmla="+- 90 0 0"/>
              <a:gd name="G27" fmla="+- 90 0 0"/>
            </a:gdLst>
            <a:ahLst/>
            <a:cxnLst>
              <a:cxn ang="0">
                <a:pos x="r" y="vc"/>
              </a:cxn>
              <a:cxn ang="5400000">
                <a:pos x="hc" y="b"/>
              </a:cxn>
              <a:cxn ang="10800000">
                <a:pos x="l" y="vc"/>
              </a:cxn>
              <a:cxn ang="16200000">
                <a:pos x="hc" y="t"/>
              </a:cxn>
            </a:cxnLst>
            <a:rect l="0" t="0" r="0" b="0"/>
            <a:pathLst>
              <a:path>
                <a:moveTo>
                  <a:pt x="0" y="16"/>
                </a:moveTo>
                <a:lnTo>
                  <a:pt x="16" y="16"/>
                </a:lnTo>
                <a:lnTo>
                  <a:pt x="180" y="90"/>
                </a:lnTo>
                <a:lnTo>
                  <a:pt x="16" y="16"/>
                </a:lnTo>
                <a:lnTo>
                  <a:pt x="270" y="90"/>
                </a:lnTo>
                <a:close/>
              </a:path>
            </a:pathLst>
          </a:custGeom>
          <a:solidFill>
            <a:srgbClr val="1F1D1B">
              <a:alpha val="7999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de-DE"/>
          </a:p>
        </p:txBody>
      </p:sp>
      <p:sp>
        <p:nvSpPr>
          <p:cNvPr id="3312" name="AutoShape 240">
            <a:extLst>
              <a:ext uri="{FF2B5EF4-FFF2-40B4-BE49-F238E27FC236}">
                <a16:creationId xmlns:a16="http://schemas.microsoft.com/office/drawing/2014/main" id="{205B8D46-7F67-F436-D215-E26C7A6EF74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47788" y="5402263"/>
            <a:ext cx="17462" cy="17462"/>
          </a:xfrm>
          <a:custGeom>
            <a:avLst/>
            <a:gdLst>
              <a:gd name="G0" fmla="*/ 48 1 2"/>
              <a:gd name="G1" fmla="*/ 1 48365 11520"/>
              <a:gd name="G2" fmla="*/ G1 32767 1"/>
              <a:gd name="G3" fmla="*/ G2 1 32767"/>
              <a:gd name="G4" fmla="cos G0 G3"/>
              <a:gd name="G5" fmla="*/ 48 1 2"/>
              <a:gd name="G6" fmla="*/ 1 48365 11520"/>
              <a:gd name="G7" fmla="*/ G6 32767 1"/>
              <a:gd name="G8" fmla="*/ G7 1 32767"/>
              <a:gd name="G9" fmla="sin G5 G8"/>
              <a:gd name="G10" fmla="*/ 48 1 2"/>
              <a:gd name="G11" fmla="+- G10 0 G4"/>
              <a:gd name="G12" fmla="+- G10 G4 0"/>
              <a:gd name="G13" fmla="+- G12 0 0"/>
              <a:gd name="G14" fmla="*/ 48 1 2"/>
              <a:gd name="G15" fmla="+- G14 0 G9"/>
              <a:gd name="G16" fmla="+- G14 G9 0"/>
              <a:gd name="G17" fmla="+- G16 0 0"/>
              <a:gd name="G18" fmla="+- 48 0 0"/>
              <a:gd name="G19" fmla="+- 48 0 0"/>
              <a:gd name="G20" fmla="+- 180 0 0"/>
              <a:gd name="G21" fmla="+- 90 0 0"/>
              <a:gd name="G22" fmla="+- 270 0 0"/>
              <a:gd name="G23" fmla="+- 90 0 0"/>
              <a:gd name="G24" fmla="+- 0 0 0"/>
              <a:gd name="G25" fmla="+- 90 0 0"/>
              <a:gd name="G26" fmla="+- 90 0 0"/>
              <a:gd name="G27" fmla="+- 90 0 0"/>
            </a:gdLst>
            <a:ahLst/>
            <a:cxnLst>
              <a:cxn ang="0">
                <a:pos x="r" y="vc"/>
              </a:cxn>
              <a:cxn ang="5400000">
                <a:pos x="hc" y="b"/>
              </a:cxn>
              <a:cxn ang="10800000">
                <a:pos x="l" y="vc"/>
              </a:cxn>
              <a:cxn ang="16200000">
                <a:pos x="hc" y="t"/>
              </a:cxn>
            </a:cxnLst>
            <a:rect l="0" t="0" r="0" b="0"/>
            <a:pathLst>
              <a:path>
                <a:moveTo>
                  <a:pt x="0" y="24"/>
                </a:moveTo>
                <a:lnTo>
                  <a:pt x="24" y="24"/>
                </a:lnTo>
                <a:lnTo>
                  <a:pt x="180" y="90"/>
                </a:lnTo>
                <a:lnTo>
                  <a:pt x="24" y="24"/>
                </a:lnTo>
                <a:lnTo>
                  <a:pt x="270" y="90"/>
                </a:lnTo>
                <a:close/>
              </a:path>
            </a:pathLst>
          </a:custGeom>
          <a:solidFill>
            <a:srgbClr val="1F1D1B">
              <a:alpha val="7999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de-DE"/>
          </a:p>
        </p:txBody>
      </p:sp>
      <p:sp>
        <p:nvSpPr>
          <p:cNvPr id="3313" name="AutoShape 241">
            <a:extLst>
              <a:ext uri="{FF2B5EF4-FFF2-40B4-BE49-F238E27FC236}">
                <a16:creationId xmlns:a16="http://schemas.microsoft.com/office/drawing/2014/main" id="{DE6E99C7-B67F-25F9-EED0-C906A3691A3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89500" y="3970338"/>
            <a:ext cx="12700" cy="12700"/>
          </a:xfrm>
          <a:custGeom>
            <a:avLst/>
            <a:gdLst>
              <a:gd name="G0" fmla="*/ 36 1 2"/>
              <a:gd name="G1" fmla="*/ 1 48365 11520"/>
              <a:gd name="G2" fmla="*/ G1 32767 1"/>
              <a:gd name="G3" fmla="*/ G2 1 32767"/>
              <a:gd name="G4" fmla="cos G0 G3"/>
              <a:gd name="G5" fmla="*/ 36 1 2"/>
              <a:gd name="G6" fmla="*/ 1 48365 11520"/>
              <a:gd name="G7" fmla="*/ G6 32767 1"/>
              <a:gd name="G8" fmla="*/ G7 1 32767"/>
              <a:gd name="G9" fmla="sin G5 G8"/>
              <a:gd name="G10" fmla="*/ 36 1 2"/>
              <a:gd name="G11" fmla="+- G10 0 G4"/>
              <a:gd name="G12" fmla="+- G10 G4 0"/>
              <a:gd name="G13" fmla="+- G12 0 0"/>
              <a:gd name="G14" fmla="*/ 36 1 2"/>
              <a:gd name="G15" fmla="+- G14 0 G9"/>
              <a:gd name="G16" fmla="+- G14 G9 0"/>
              <a:gd name="G17" fmla="+- G16 0 0"/>
              <a:gd name="G18" fmla="+- 36 0 0"/>
              <a:gd name="G19" fmla="+- 36 0 0"/>
              <a:gd name="G20" fmla="+- 180 0 0"/>
              <a:gd name="G21" fmla="+- 90 0 0"/>
              <a:gd name="G22" fmla="+- 270 0 0"/>
              <a:gd name="G23" fmla="+- 90 0 0"/>
              <a:gd name="G24" fmla="+- 0 0 0"/>
              <a:gd name="G25" fmla="+- 90 0 0"/>
              <a:gd name="G26" fmla="+- 90 0 0"/>
              <a:gd name="G27" fmla="+- 90 0 0"/>
            </a:gdLst>
            <a:ahLst/>
            <a:cxnLst>
              <a:cxn ang="0">
                <a:pos x="r" y="vc"/>
              </a:cxn>
              <a:cxn ang="5400000">
                <a:pos x="hc" y="b"/>
              </a:cxn>
              <a:cxn ang="10800000">
                <a:pos x="l" y="vc"/>
              </a:cxn>
              <a:cxn ang="16200000">
                <a:pos x="hc" y="t"/>
              </a:cxn>
            </a:cxnLst>
            <a:rect l="0" t="0" r="0" b="0"/>
            <a:pathLst>
              <a:path>
                <a:moveTo>
                  <a:pt x="0" y="18"/>
                </a:moveTo>
                <a:lnTo>
                  <a:pt x="18" y="18"/>
                </a:lnTo>
                <a:lnTo>
                  <a:pt x="180" y="90"/>
                </a:lnTo>
                <a:lnTo>
                  <a:pt x="18" y="18"/>
                </a:lnTo>
                <a:lnTo>
                  <a:pt x="270" y="90"/>
                </a:lnTo>
                <a:close/>
              </a:path>
            </a:pathLst>
          </a:custGeom>
          <a:solidFill>
            <a:srgbClr val="1F1D1B">
              <a:alpha val="7999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de-DE"/>
          </a:p>
        </p:txBody>
      </p:sp>
      <p:sp>
        <p:nvSpPr>
          <p:cNvPr id="3314" name="AutoShape 242">
            <a:extLst>
              <a:ext uri="{FF2B5EF4-FFF2-40B4-BE49-F238E27FC236}">
                <a16:creationId xmlns:a16="http://schemas.microsoft.com/office/drawing/2014/main" id="{1354B179-EAAF-B7B8-A156-E08C3CDB386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52988" y="5868988"/>
            <a:ext cx="22225" cy="22225"/>
          </a:xfrm>
          <a:custGeom>
            <a:avLst/>
            <a:gdLst>
              <a:gd name="G0" fmla="*/ 61 1 2"/>
              <a:gd name="G1" fmla="*/ 1 48365 11520"/>
              <a:gd name="G2" fmla="*/ G1 32767 1"/>
              <a:gd name="G3" fmla="*/ G2 1 32767"/>
              <a:gd name="G4" fmla="cos G0 G3"/>
              <a:gd name="G5" fmla="*/ 61 1 2"/>
              <a:gd name="G6" fmla="*/ 1 48365 11520"/>
              <a:gd name="G7" fmla="*/ G6 32767 1"/>
              <a:gd name="G8" fmla="*/ G7 1 32767"/>
              <a:gd name="G9" fmla="sin G5 G8"/>
              <a:gd name="G10" fmla="*/ 61 1 2"/>
              <a:gd name="G11" fmla="+- G10 0 G4"/>
              <a:gd name="G12" fmla="+- G10 G4 0"/>
              <a:gd name="G13" fmla="+- G12 0 0"/>
              <a:gd name="G14" fmla="*/ 61 1 2"/>
              <a:gd name="G15" fmla="+- G14 0 G9"/>
              <a:gd name="G16" fmla="+- G14 G9 0"/>
              <a:gd name="G17" fmla="+- G16 0 0"/>
              <a:gd name="G18" fmla="+- 61 0 0"/>
              <a:gd name="G19" fmla="+- 61 0 0"/>
              <a:gd name="G20" fmla="+- 180 0 0"/>
              <a:gd name="G21" fmla="+- 90 0 0"/>
              <a:gd name="G22" fmla="+- 270 0 0"/>
              <a:gd name="G23" fmla="+- 90 0 0"/>
              <a:gd name="G24" fmla="+- 0 0 0"/>
              <a:gd name="G25" fmla="+- 90 0 0"/>
              <a:gd name="G26" fmla="+- 90 0 0"/>
              <a:gd name="G27" fmla="+- 90 0 0"/>
            </a:gdLst>
            <a:ahLst/>
            <a:cxnLst>
              <a:cxn ang="0">
                <a:pos x="r" y="vc"/>
              </a:cxn>
              <a:cxn ang="5400000">
                <a:pos x="hc" y="b"/>
              </a:cxn>
              <a:cxn ang="10800000">
                <a:pos x="l" y="vc"/>
              </a:cxn>
              <a:cxn ang="16200000">
                <a:pos x="hc" y="t"/>
              </a:cxn>
            </a:cxnLst>
            <a:rect l="0" t="0" r="0" b="0"/>
            <a:pathLst>
              <a:path>
                <a:moveTo>
                  <a:pt x="0" y="31"/>
                </a:moveTo>
                <a:lnTo>
                  <a:pt x="31" y="31"/>
                </a:lnTo>
                <a:lnTo>
                  <a:pt x="180" y="90"/>
                </a:lnTo>
                <a:lnTo>
                  <a:pt x="31" y="31"/>
                </a:lnTo>
                <a:lnTo>
                  <a:pt x="270" y="90"/>
                </a:lnTo>
                <a:close/>
              </a:path>
            </a:pathLst>
          </a:custGeom>
          <a:solidFill>
            <a:srgbClr val="1F1D1B">
              <a:alpha val="7999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de-DE"/>
          </a:p>
        </p:txBody>
      </p:sp>
      <p:sp>
        <p:nvSpPr>
          <p:cNvPr id="3315" name="AutoShape 243">
            <a:extLst>
              <a:ext uri="{FF2B5EF4-FFF2-40B4-BE49-F238E27FC236}">
                <a16:creationId xmlns:a16="http://schemas.microsoft.com/office/drawing/2014/main" id="{B2307E84-759D-640E-8318-D763EA4C902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79913" y="5230813"/>
            <a:ext cx="17462" cy="17462"/>
          </a:xfrm>
          <a:custGeom>
            <a:avLst/>
            <a:gdLst>
              <a:gd name="G0" fmla="*/ 50 1 2"/>
              <a:gd name="G1" fmla="*/ 1 48365 11520"/>
              <a:gd name="G2" fmla="*/ G1 32767 1"/>
              <a:gd name="G3" fmla="*/ G2 1 32767"/>
              <a:gd name="G4" fmla="cos G0 G3"/>
              <a:gd name="G5" fmla="*/ 50 1 2"/>
              <a:gd name="G6" fmla="*/ 1 48365 11520"/>
              <a:gd name="G7" fmla="*/ G6 32767 1"/>
              <a:gd name="G8" fmla="*/ G7 1 32767"/>
              <a:gd name="G9" fmla="sin G5 G8"/>
              <a:gd name="G10" fmla="*/ 50 1 2"/>
              <a:gd name="G11" fmla="+- G10 0 G4"/>
              <a:gd name="G12" fmla="+- G10 G4 0"/>
              <a:gd name="G13" fmla="+- G12 0 0"/>
              <a:gd name="G14" fmla="*/ 50 1 2"/>
              <a:gd name="G15" fmla="+- G14 0 G9"/>
              <a:gd name="G16" fmla="+- G14 G9 0"/>
              <a:gd name="G17" fmla="+- G16 0 0"/>
              <a:gd name="G18" fmla="+- 50 0 0"/>
              <a:gd name="G19" fmla="+- 50 0 0"/>
              <a:gd name="G20" fmla="+- 180 0 0"/>
              <a:gd name="G21" fmla="+- 90 0 0"/>
              <a:gd name="G22" fmla="+- 270 0 0"/>
              <a:gd name="G23" fmla="+- 90 0 0"/>
              <a:gd name="G24" fmla="+- 0 0 0"/>
              <a:gd name="G25" fmla="+- 90 0 0"/>
              <a:gd name="G26" fmla="+- 90 0 0"/>
              <a:gd name="G27" fmla="+- 90 0 0"/>
            </a:gdLst>
            <a:ahLst/>
            <a:cxnLst>
              <a:cxn ang="0">
                <a:pos x="r" y="vc"/>
              </a:cxn>
              <a:cxn ang="5400000">
                <a:pos x="hc" y="b"/>
              </a:cxn>
              <a:cxn ang="10800000">
                <a:pos x="l" y="vc"/>
              </a:cxn>
              <a:cxn ang="16200000">
                <a:pos x="hc" y="t"/>
              </a:cxn>
            </a:cxnLst>
            <a:rect l="0" t="0" r="0" b="0"/>
            <a:pathLst>
              <a:path>
                <a:moveTo>
                  <a:pt x="0" y="25"/>
                </a:moveTo>
                <a:lnTo>
                  <a:pt x="25" y="25"/>
                </a:lnTo>
                <a:lnTo>
                  <a:pt x="180" y="90"/>
                </a:lnTo>
                <a:lnTo>
                  <a:pt x="25" y="25"/>
                </a:lnTo>
                <a:lnTo>
                  <a:pt x="270" y="90"/>
                </a:lnTo>
                <a:close/>
              </a:path>
            </a:pathLst>
          </a:custGeom>
          <a:solidFill>
            <a:srgbClr val="1F1D1B">
              <a:alpha val="7999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de-DE"/>
          </a:p>
        </p:txBody>
      </p:sp>
      <p:sp>
        <p:nvSpPr>
          <p:cNvPr id="3316" name="AutoShape 244">
            <a:extLst>
              <a:ext uri="{FF2B5EF4-FFF2-40B4-BE49-F238E27FC236}">
                <a16:creationId xmlns:a16="http://schemas.microsoft.com/office/drawing/2014/main" id="{E6EA7ECC-ADA6-3515-C5F2-D766A18463B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11938" y="6243638"/>
            <a:ext cx="23812" cy="23812"/>
          </a:xfrm>
          <a:custGeom>
            <a:avLst/>
            <a:gdLst>
              <a:gd name="G0" fmla="*/ 68 1 2"/>
              <a:gd name="G1" fmla="*/ 1 48365 11520"/>
              <a:gd name="G2" fmla="*/ G1 32767 1"/>
              <a:gd name="G3" fmla="*/ G2 1 32767"/>
              <a:gd name="G4" fmla="cos G0 G3"/>
              <a:gd name="G5" fmla="*/ 68 1 2"/>
              <a:gd name="G6" fmla="*/ 1 48365 11520"/>
              <a:gd name="G7" fmla="*/ G6 32767 1"/>
              <a:gd name="G8" fmla="*/ G7 1 32767"/>
              <a:gd name="G9" fmla="sin G5 G8"/>
              <a:gd name="G10" fmla="*/ 68 1 2"/>
              <a:gd name="G11" fmla="+- G10 0 G4"/>
              <a:gd name="G12" fmla="+- G10 G4 0"/>
              <a:gd name="G13" fmla="+- G12 0 0"/>
              <a:gd name="G14" fmla="*/ 68 1 2"/>
              <a:gd name="G15" fmla="+- G14 0 G9"/>
              <a:gd name="G16" fmla="+- G14 G9 0"/>
              <a:gd name="G17" fmla="+- G16 0 0"/>
              <a:gd name="G18" fmla="+- 68 0 0"/>
              <a:gd name="G19" fmla="+- 68 0 0"/>
              <a:gd name="G20" fmla="+- 180 0 0"/>
              <a:gd name="G21" fmla="+- 90 0 0"/>
              <a:gd name="G22" fmla="+- 270 0 0"/>
              <a:gd name="G23" fmla="+- 90 0 0"/>
              <a:gd name="G24" fmla="+- 0 0 0"/>
              <a:gd name="G25" fmla="+- 90 0 0"/>
              <a:gd name="G26" fmla="+- 90 0 0"/>
              <a:gd name="G27" fmla="+- 90 0 0"/>
            </a:gdLst>
            <a:ahLst/>
            <a:cxnLst>
              <a:cxn ang="0">
                <a:pos x="r" y="vc"/>
              </a:cxn>
              <a:cxn ang="5400000">
                <a:pos x="hc" y="b"/>
              </a:cxn>
              <a:cxn ang="10800000">
                <a:pos x="l" y="vc"/>
              </a:cxn>
              <a:cxn ang="16200000">
                <a:pos x="hc" y="t"/>
              </a:cxn>
            </a:cxnLst>
            <a:rect l="0" t="0" r="0" b="0"/>
            <a:pathLst>
              <a:path>
                <a:moveTo>
                  <a:pt x="0" y="34"/>
                </a:moveTo>
                <a:lnTo>
                  <a:pt x="34" y="34"/>
                </a:lnTo>
                <a:lnTo>
                  <a:pt x="180" y="90"/>
                </a:lnTo>
                <a:lnTo>
                  <a:pt x="34" y="34"/>
                </a:lnTo>
                <a:lnTo>
                  <a:pt x="270" y="90"/>
                </a:lnTo>
                <a:close/>
              </a:path>
            </a:pathLst>
          </a:custGeom>
          <a:solidFill>
            <a:srgbClr val="1F1D1B">
              <a:alpha val="7999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de-DE"/>
          </a:p>
        </p:txBody>
      </p:sp>
      <p:sp>
        <p:nvSpPr>
          <p:cNvPr id="3317" name="AutoShape 245">
            <a:extLst>
              <a:ext uri="{FF2B5EF4-FFF2-40B4-BE49-F238E27FC236}">
                <a16:creationId xmlns:a16="http://schemas.microsoft.com/office/drawing/2014/main" id="{C09CD72F-95CF-99D2-C7E7-0307ABE66A0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51688" y="3043238"/>
            <a:ext cx="15875" cy="15875"/>
          </a:xfrm>
          <a:custGeom>
            <a:avLst/>
            <a:gdLst>
              <a:gd name="G0" fmla="*/ 43 1 2"/>
              <a:gd name="G1" fmla="*/ 1 48365 11520"/>
              <a:gd name="G2" fmla="*/ G1 32767 1"/>
              <a:gd name="G3" fmla="*/ G2 1 32767"/>
              <a:gd name="G4" fmla="cos G0 G3"/>
              <a:gd name="G5" fmla="*/ 43 1 2"/>
              <a:gd name="G6" fmla="*/ 1 48365 11520"/>
              <a:gd name="G7" fmla="*/ G6 32767 1"/>
              <a:gd name="G8" fmla="*/ G7 1 32767"/>
              <a:gd name="G9" fmla="sin G5 G8"/>
              <a:gd name="G10" fmla="*/ 43 1 2"/>
              <a:gd name="G11" fmla="+- G10 0 G4"/>
              <a:gd name="G12" fmla="+- G10 G4 0"/>
              <a:gd name="G13" fmla="+- G12 0 0"/>
              <a:gd name="G14" fmla="*/ 43 1 2"/>
              <a:gd name="G15" fmla="+- G14 0 G9"/>
              <a:gd name="G16" fmla="+- G14 G9 0"/>
              <a:gd name="G17" fmla="+- G16 0 0"/>
              <a:gd name="G18" fmla="+- 43 0 0"/>
              <a:gd name="G19" fmla="+- 43 0 0"/>
              <a:gd name="G20" fmla="+- 180 0 0"/>
              <a:gd name="G21" fmla="+- 90 0 0"/>
              <a:gd name="G22" fmla="+- 270 0 0"/>
              <a:gd name="G23" fmla="+- 90 0 0"/>
              <a:gd name="G24" fmla="+- 0 0 0"/>
              <a:gd name="G25" fmla="+- 90 0 0"/>
              <a:gd name="G26" fmla="+- 90 0 0"/>
              <a:gd name="G27" fmla="+- 90 0 0"/>
            </a:gdLst>
            <a:ahLst/>
            <a:cxnLst>
              <a:cxn ang="0">
                <a:pos x="r" y="vc"/>
              </a:cxn>
              <a:cxn ang="5400000">
                <a:pos x="hc" y="b"/>
              </a:cxn>
              <a:cxn ang="10800000">
                <a:pos x="l" y="vc"/>
              </a:cxn>
              <a:cxn ang="16200000">
                <a:pos x="hc" y="t"/>
              </a:cxn>
            </a:cxnLst>
            <a:rect l="0" t="0" r="0" b="0"/>
            <a:pathLst>
              <a:path>
                <a:moveTo>
                  <a:pt x="0" y="22"/>
                </a:moveTo>
                <a:lnTo>
                  <a:pt x="22" y="22"/>
                </a:lnTo>
                <a:lnTo>
                  <a:pt x="180" y="90"/>
                </a:lnTo>
                <a:lnTo>
                  <a:pt x="22" y="22"/>
                </a:lnTo>
                <a:lnTo>
                  <a:pt x="270" y="90"/>
                </a:lnTo>
                <a:close/>
              </a:path>
            </a:pathLst>
          </a:custGeom>
          <a:solidFill>
            <a:srgbClr val="1F1D1B">
              <a:alpha val="7999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de-DE"/>
          </a:p>
        </p:txBody>
      </p:sp>
      <p:sp>
        <p:nvSpPr>
          <p:cNvPr id="3318" name="AutoShape 246">
            <a:extLst>
              <a:ext uri="{FF2B5EF4-FFF2-40B4-BE49-F238E27FC236}">
                <a16:creationId xmlns:a16="http://schemas.microsoft.com/office/drawing/2014/main" id="{57CCD23E-1558-EBD1-59D9-F92274322A0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95438" y="9877425"/>
            <a:ext cx="14287" cy="14288"/>
          </a:xfrm>
          <a:custGeom>
            <a:avLst/>
            <a:gdLst>
              <a:gd name="G0" fmla="*/ 39 1 2"/>
              <a:gd name="G1" fmla="*/ 1 48365 11520"/>
              <a:gd name="G2" fmla="*/ G1 32767 1"/>
              <a:gd name="G3" fmla="*/ G2 1 32767"/>
              <a:gd name="G4" fmla="cos G0 G3"/>
              <a:gd name="G5" fmla="*/ 39 1 2"/>
              <a:gd name="G6" fmla="*/ 1 48365 11520"/>
              <a:gd name="G7" fmla="*/ G6 32767 1"/>
              <a:gd name="G8" fmla="*/ G7 1 32767"/>
              <a:gd name="G9" fmla="sin G5 G8"/>
              <a:gd name="G10" fmla="*/ 39 1 2"/>
              <a:gd name="G11" fmla="+- G10 0 G4"/>
              <a:gd name="G12" fmla="+- G10 G4 0"/>
              <a:gd name="G13" fmla="+- G12 0 0"/>
              <a:gd name="G14" fmla="*/ 39 1 2"/>
              <a:gd name="G15" fmla="+- G14 0 G9"/>
              <a:gd name="G16" fmla="+- G14 G9 0"/>
              <a:gd name="G17" fmla="+- G16 0 0"/>
              <a:gd name="G18" fmla="+- 39 0 0"/>
              <a:gd name="G19" fmla="+- 39 0 0"/>
              <a:gd name="G20" fmla="+- 180 0 0"/>
              <a:gd name="G21" fmla="+- 90 0 0"/>
              <a:gd name="G22" fmla="+- 270 0 0"/>
              <a:gd name="G23" fmla="+- 90 0 0"/>
              <a:gd name="G24" fmla="+- 0 0 0"/>
              <a:gd name="G25" fmla="+- 90 0 0"/>
              <a:gd name="G26" fmla="+- 90 0 0"/>
              <a:gd name="G27" fmla="+- 90 0 0"/>
            </a:gdLst>
            <a:ahLst/>
            <a:cxnLst>
              <a:cxn ang="0">
                <a:pos x="r" y="vc"/>
              </a:cxn>
              <a:cxn ang="5400000">
                <a:pos x="hc" y="b"/>
              </a:cxn>
              <a:cxn ang="10800000">
                <a:pos x="l" y="vc"/>
              </a:cxn>
              <a:cxn ang="16200000">
                <a:pos x="hc" y="t"/>
              </a:cxn>
            </a:cxnLst>
            <a:rect l="0" t="0" r="0" b="0"/>
            <a:pathLst>
              <a:path>
                <a:moveTo>
                  <a:pt x="0" y="20"/>
                </a:moveTo>
                <a:lnTo>
                  <a:pt x="20" y="20"/>
                </a:lnTo>
                <a:lnTo>
                  <a:pt x="180" y="90"/>
                </a:lnTo>
                <a:lnTo>
                  <a:pt x="20" y="20"/>
                </a:lnTo>
                <a:lnTo>
                  <a:pt x="270" y="90"/>
                </a:lnTo>
                <a:close/>
              </a:path>
            </a:pathLst>
          </a:custGeom>
          <a:solidFill>
            <a:srgbClr val="1F1D1B">
              <a:alpha val="7999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de-DE"/>
          </a:p>
        </p:txBody>
      </p:sp>
      <p:sp>
        <p:nvSpPr>
          <p:cNvPr id="3319" name="AutoShape 247">
            <a:extLst>
              <a:ext uri="{FF2B5EF4-FFF2-40B4-BE49-F238E27FC236}">
                <a16:creationId xmlns:a16="http://schemas.microsoft.com/office/drawing/2014/main" id="{C40BB8DB-E0E6-9F49-A0F1-07CD91D289B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3413" y="763588"/>
            <a:ext cx="26987" cy="26987"/>
          </a:xfrm>
          <a:custGeom>
            <a:avLst/>
            <a:gdLst>
              <a:gd name="G0" fmla="*/ 76 1 2"/>
              <a:gd name="G1" fmla="*/ 1 48365 11520"/>
              <a:gd name="G2" fmla="*/ G1 32767 1"/>
              <a:gd name="G3" fmla="*/ G2 1 32767"/>
              <a:gd name="G4" fmla="cos G0 G3"/>
              <a:gd name="G5" fmla="*/ 76 1 2"/>
              <a:gd name="G6" fmla="*/ 1 48365 11520"/>
              <a:gd name="G7" fmla="*/ G6 32767 1"/>
              <a:gd name="G8" fmla="*/ G7 1 32767"/>
              <a:gd name="G9" fmla="sin G5 G8"/>
              <a:gd name="G10" fmla="*/ 76 1 2"/>
              <a:gd name="G11" fmla="+- G10 0 G4"/>
              <a:gd name="G12" fmla="+- G10 G4 0"/>
              <a:gd name="G13" fmla="+- G12 0 0"/>
              <a:gd name="G14" fmla="*/ 76 1 2"/>
              <a:gd name="G15" fmla="+- G14 0 G9"/>
              <a:gd name="G16" fmla="+- G14 G9 0"/>
              <a:gd name="G17" fmla="+- G16 0 0"/>
              <a:gd name="G18" fmla="+- 76 0 0"/>
              <a:gd name="G19" fmla="+- 76 0 0"/>
              <a:gd name="G20" fmla="+- 180 0 0"/>
              <a:gd name="G21" fmla="+- 90 0 0"/>
              <a:gd name="G22" fmla="+- 270 0 0"/>
              <a:gd name="G23" fmla="+- 90 0 0"/>
              <a:gd name="G24" fmla="+- 0 0 0"/>
              <a:gd name="G25" fmla="+- 90 0 0"/>
              <a:gd name="G26" fmla="+- 90 0 0"/>
              <a:gd name="G27" fmla="+- 90 0 0"/>
            </a:gdLst>
            <a:ahLst/>
            <a:cxnLst>
              <a:cxn ang="0">
                <a:pos x="r" y="vc"/>
              </a:cxn>
              <a:cxn ang="5400000">
                <a:pos x="hc" y="b"/>
              </a:cxn>
              <a:cxn ang="10800000">
                <a:pos x="l" y="vc"/>
              </a:cxn>
              <a:cxn ang="16200000">
                <a:pos x="hc" y="t"/>
              </a:cxn>
            </a:cxnLst>
            <a:rect l="0" t="0" r="0" b="0"/>
            <a:pathLst>
              <a:path>
                <a:moveTo>
                  <a:pt x="0" y="38"/>
                </a:moveTo>
                <a:lnTo>
                  <a:pt x="38" y="38"/>
                </a:lnTo>
                <a:lnTo>
                  <a:pt x="180" y="90"/>
                </a:lnTo>
                <a:lnTo>
                  <a:pt x="38" y="38"/>
                </a:lnTo>
                <a:lnTo>
                  <a:pt x="270" y="90"/>
                </a:lnTo>
                <a:close/>
              </a:path>
            </a:pathLst>
          </a:custGeom>
          <a:solidFill>
            <a:srgbClr val="1F1D1B">
              <a:alpha val="7999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de-DE"/>
          </a:p>
        </p:txBody>
      </p:sp>
      <p:sp>
        <p:nvSpPr>
          <p:cNvPr id="3320" name="AutoShape 248">
            <a:extLst>
              <a:ext uri="{FF2B5EF4-FFF2-40B4-BE49-F238E27FC236}">
                <a16:creationId xmlns:a16="http://schemas.microsoft.com/office/drawing/2014/main" id="{CE09E83F-5D15-9910-C786-09A19BACBE25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07275" y="7938"/>
            <a:ext cx="12700" cy="12700"/>
          </a:xfrm>
          <a:custGeom>
            <a:avLst/>
            <a:gdLst>
              <a:gd name="G0" fmla="*/ 35 1 2"/>
              <a:gd name="G1" fmla="*/ 1 48365 11520"/>
              <a:gd name="G2" fmla="*/ G1 32767 1"/>
              <a:gd name="G3" fmla="*/ G2 1 32767"/>
              <a:gd name="G4" fmla="cos G0 G3"/>
              <a:gd name="G5" fmla="*/ 35 1 2"/>
              <a:gd name="G6" fmla="*/ 1 48365 11520"/>
              <a:gd name="G7" fmla="*/ G6 32767 1"/>
              <a:gd name="G8" fmla="*/ G7 1 32767"/>
              <a:gd name="G9" fmla="sin G5 G8"/>
              <a:gd name="G10" fmla="*/ 35 1 2"/>
              <a:gd name="G11" fmla="+- G10 0 G4"/>
              <a:gd name="G12" fmla="+- G10 G4 0"/>
              <a:gd name="G13" fmla="+- G12 0 0"/>
              <a:gd name="G14" fmla="*/ 35 1 2"/>
              <a:gd name="G15" fmla="+- G14 0 G9"/>
              <a:gd name="G16" fmla="+- G14 G9 0"/>
              <a:gd name="G17" fmla="+- G16 0 0"/>
              <a:gd name="G18" fmla="+- 35 0 0"/>
              <a:gd name="G19" fmla="+- 35 0 0"/>
              <a:gd name="G20" fmla="+- 180 0 0"/>
              <a:gd name="G21" fmla="+- 90 0 0"/>
              <a:gd name="G22" fmla="+- 270 0 0"/>
              <a:gd name="G23" fmla="+- 90 0 0"/>
              <a:gd name="G24" fmla="+- 0 0 0"/>
              <a:gd name="G25" fmla="+- 90 0 0"/>
              <a:gd name="G26" fmla="+- 90 0 0"/>
              <a:gd name="G27" fmla="+- 90 0 0"/>
            </a:gdLst>
            <a:ahLst/>
            <a:cxnLst>
              <a:cxn ang="0">
                <a:pos x="r" y="vc"/>
              </a:cxn>
              <a:cxn ang="5400000">
                <a:pos x="hc" y="b"/>
              </a:cxn>
              <a:cxn ang="10800000">
                <a:pos x="l" y="vc"/>
              </a:cxn>
              <a:cxn ang="16200000">
                <a:pos x="hc" y="t"/>
              </a:cxn>
            </a:cxnLst>
            <a:rect l="0" t="0" r="0" b="0"/>
            <a:pathLst>
              <a:path>
                <a:moveTo>
                  <a:pt x="0" y="18"/>
                </a:moveTo>
                <a:lnTo>
                  <a:pt x="18" y="18"/>
                </a:lnTo>
                <a:lnTo>
                  <a:pt x="180" y="90"/>
                </a:lnTo>
                <a:lnTo>
                  <a:pt x="18" y="18"/>
                </a:lnTo>
                <a:lnTo>
                  <a:pt x="270" y="90"/>
                </a:lnTo>
                <a:close/>
              </a:path>
            </a:pathLst>
          </a:custGeom>
          <a:solidFill>
            <a:srgbClr val="1F1D1B">
              <a:alpha val="7999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de-DE"/>
          </a:p>
        </p:txBody>
      </p:sp>
      <p:sp>
        <p:nvSpPr>
          <p:cNvPr id="3321" name="AutoShape 249">
            <a:extLst>
              <a:ext uri="{FF2B5EF4-FFF2-40B4-BE49-F238E27FC236}">
                <a16:creationId xmlns:a16="http://schemas.microsoft.com/office/drawing/2014/main" id="{D8998991-DCE3-FB4F-35A4-CDFF4947550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27288" y="1743075"/>
            <a:ext cx="25400" cy="25400"/>
          </a:xfrm>
          <a:custGeom>
            <a:avLst/>
            <a:gdLst>
              <a:gd name="G0" fmla="*/ 73 1 2"/>
              <a:gd name="G1" fmla="*/ 1 48365 11520"/>
              <a:gd name="G2" fmla="*/ G1 32767 1"/>
              <a:gd name="G3" fmla="*/ G2 1 32767"/>
              <a:gd name="G4" fmla="cos G0 G3"/>
              <a:gd name="G5" fmla="*/ 73 1 2"/>
              <a:gd name="G6" fmla="*/ 1 48365 11520"/>
              <a:gd name="G7" fmla="*/ G6 32767 1"/>
              <a:gd name="G8" fmla="*/ G7 1 32767"/>
              <a:gd name="G9" fmla="sin G5 G8"/>
              <a:gd name="G10" fmla="*/ 73 1 2"/>
              <a:gd name="G11" fmla="+- G10 0 G4"/>
              <a:gd name="G12" fmla="+- G10 G4 0"/>
              <a:gd name="G13" fmla="+- G12 0 0"/>
              <a:gd name="G14" fmla="*/ 73 1 2"/>
              <a:gd name="G15" fmla="+- G14 0 G9"/>
              <a:gd name="G16" fmla="+- G14 G9 0"/>
              <a:gd name="G17" fmla="+- G16 0 0"/>
              <a:gd name="G18" fmla="+- 73 0 0"/>
              <a:gd name="G19" fmla="+- 73 0 0"/>
              <a:gd name="G20" fmla="+- 180 0 0"/>
              <a:gd name="G21" fmla="+- 90 0 0"/>
              <a:gd name="G22" fmla="+- 270 0 0"/>
              <a:gd name="G23" fmla="+- 90 0 0"/>
              <a:gd name="G24" fmla="+- 0 0 0"/>
              <a:gd name="G25" fmla="+- 90 0 0"/>
              <a:gd name="G26" fmla="+- 90 0 0"/>
              <a:gd name="G27" fmla="+- 90 0 0"/>
            </a:gdLst>
            <a:ahLst/>
            <a:cxnLst>
              <a:cxn ang="0">
                <a:pos x="r" y="vc"/>
              </a:cxn>
              <a:cxn ang="5400000">
                <a:pos x="hc" y="b"/>
              </a:cxn>
              <a:cxn ang="10800000">
                <a:pos x="l" y="vc"/>
              </a:cxn>
              <a:cxn ang="16200000">
                <a:pos x="hc" y="t"/>
              </a:cxn>
            </a:cxnLst>
            <a:rect l="0" t="0" r="0" b="0"/>
            <a:pathLst>
              <a:path>
                <a:moveTo>
                  <a:pt x="0" y="37"/>
                </a:moveTo>
                <a:lnTo>
                  <a:pt x="37" y="37"/>
                </a:lnTo>
                <a:lnTo>
                  <a:pt x="180" y="90"/>
                </a:lnTo>
                <a:lnTo>
                  <a:pt x="37" y="37"/>
                </a:lnTo>
                <a:lnTo>
                  <a:pt x="270" y="90"/>
                </a:lnTo>
                <a:close/>
              </a:path>
            </a:pathLst>
          </a:custGeom>
          <a:solidFill>
            <a:srgbClr val="1F1D1B">
              <a:alpha val="7999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de-DE"/>
          </a:p>
        </p:txBody>
      </p:sp>
      <p:sp>
        <p:nvSpPr>
          <p:cNvPr id="3322" name="AutoShape 250">
            <a:extLst>
              <a:ext uri="{FF2B5EF4-FFF2-40B4-BE49-F238E27FC236}">
                <a16:creationId xmlns:a16="http://schemas.microsoft.com/office/drawing/2014/main" id="{465401B7-B297-A2FA-D59C-DDE47F670A6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27475" y="101600"/>
            <a:ext cx="25400" cy="25400"/>
          </a:xfrm>
          <a:custGeom>
            <a:avLst/>
            <a:gdLst>
              <a:gd name="G0" fmla="*/ 72 1 2"/>
              <a:gd name="G1" fmla="*/ 1 48365 11520"/>
              <a:gd name="G2" fmla="*/ G1 32767 1"/>
              <a:gd name="G3" fmla="*/ G2 1 32767"/>
              <a:gd name="G4" fmla="cos G0 G3"/>
              <a:gd name="G5" fmla="*/ 72 1 2"/>
              <a:gd name="G6" fmla="*/ 1 48365 11520"/>
              <a:gd name="G7" fmla="*/ G6 32767 1"/>
              <a:gd name="G8" fmla="*/ G7 1 32767"/>
              <a:gd name="G9" fmla="sin G5 G8"/>
              <a:gd name="G10" fmla="*/ 72 1 2"/>
              <a:gd name="G11" fmla="+- G10 0 G4"/>
              <a:gd name="G12" fmla="+- G10 G4 0"/>
              <a:gd name="G13" fmla="+- G12 0 0"/>
              <a:gd name="G14" fmla="*/ 72 1 2"/>
              <a:gd name="G15" fmla="+- G14 0 G9"/>
              <a:gd name="G16" fmla="+- G14 G9 0"/>
              <a:gd name="G17" fmla="+- G16 0 0"/>
              <a:gd name="G18" fmla="+- 72 0 0"/>
              <a:gd name="G19" fmla="+- 72 0 0"/>
              <a:gd name="G20" fmla="+- 180 0 0"/>
              <a:gd name="G21" fmla="+- 90 0 0"/>
              <a:gd name="G22" fmla="+- 270 0 0"/>
              <a:gd name="G23" fmla="+- 90 0 0"/>
              <a:gd name="G24" fmla="+- 0 0 0"/>
              <a:gd name="G25" fmla="+- 90 0 0"/>
              <a:gd name="G26" fmla="+- 90 0 0"/>
              <a:gd name="G27" fmla="+- 90 0 0"/>
            </a:gdLst>
            <a:ahLst/>
            <a:cxnLst>
              <a:cxn ang="0">
                <a:pos x="r" y="vc"/>
              </a:cxn>
              <a:cxn ang="5400000">
                <a:pos x="hc" y="b"/>
              </a:cxn>
              <a:cxn ang="10800000">
                <a:pos x="l" y="vc"/>
              </a:cxn>
              <a:cxn ang="16200000">
                <a:pos x="hc" y="t"/>
              </a:cxn>
            </a:cxnLst>
            <a:rect l="0" t="0" r="0" b="0"/>
            <a:pathLst>
              <a:path>
                <a:moveTo>
                  <a:pt x="0" y="36"/>
                </a:moveTo>
                <a:lnTo>
                  <a:pt x="36" y="36"/>
                </a:lnTo>
                <a:lnTo>
                  <a:pt x="180" y="90"/>
                </a:lnTo>
                <a:lnTo>
                  <a:pt x="36" y="36"/>
                </a:lnTo>
                <a:lnTo>
                  <a:pt x="270" y="90"/>
                </a:lnTo>
                <a:close/>
              </a:path>
            </a:pathLst>
          </a:custGeom>
          <a:solidFill>
            <a:srgbClr val="1F1D1B">
              <a:alpha val="7999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de-DE"/>
          </a:p>
        </p:txBody>
      </p:sp>
      <p:sp>
        <p:nvSpPr>
          <p:cNvPr id="3323" name="AutoShape 251">
            <a:extLst>
              <a:ext uri="{FF2B5EF4-FFF2-40B4-BE49-F238E27FC236}">
                <a16:creationId xmlns:a16="http://schemas.microsoft.com/office/drawing/2014/main" id="{19BC608D-D326-6064-EDBB-F37B4B578AEE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04113" y="9334500"/>
            <a:ext cx="17462" cy="17463"/>
          </a:xfrm>
          <a:custGeom>
            <a:avLst/>
            <a:gdLst>
              <a:gd name="G0" fmla="*/ 50 1 2"/>
              <a:gd name="G1" fmla="*/ 1 48365 11520"/>
              <a:gd name="G2" fmla="*/ G1 32767 1"/>
              <a:gd name="G3" fmla="*/ G2 1 32767"/>
              <a:gd name="G4" fmla="cos G0 G3"/>
              <a:gd name="G5" fmla="*/ 50 1 2"/>
              <a:gd name="G6" fmla="*/ 1 48365 11520"/>
              <a:gd name="G7" fmla="*/ G6 32767 1"/>
              <a:gd name="G8" fmla="*/ G7 1 32767"/>
              <a:gd name="G9" fmla="sin G5 G8"/>
              <a:gd name="G10" fmla="*/ 50 1 2"/>
              <a:gd name="G11" fmla="+- G10 0 G4"/>
              <a:gd name="G12" fmla="+- G10 G4 0"/>
              <a:gd name="G13" fmla="+- G12 0 0"/>
              <a:gd name="G14" fmla="*/ 50 1 2"/>
              <a:gd name="G15" fmla="+- G14 0 G9"/>
              <a:gd name="G16" fmla="+- G14 G9 0"/>
              <a:gd name="G17" fmla="+- G16 0 0"/>
              <a:gd name="G18" fmla="+- 50 0 0"/>
              <a:gd name="G19" fmla="+- 50 0 0"/>
              <a:gd name="G20" fmla="+- 180 0 0"/>
              <a:gd name="G21" fmla="+- 90 0 0"/>
              <a:gd name="G22" fmla="+- 270 0 0"/>
              <a:gd name="G23" fmla="+- 90 0 0"/>
              <a:gd name="G24" fmla="+- 0 0 0"/>
              <a:gd name="G25" fmla="+- 90 0 0"/>
              <a:gd name="G26" fmla="+- 90 0 0"/>
              <a:gd name="G27" fmla="+- 90 0 0"/>
            </a:gdLst>
            <a:ahLst/>
            <a:cxnLst>
              <a:cxn ang="0">
                <a:pos x="r" y="vc"/>
              </a:cxn>
              <a:cxn ang="5400000">
                <a:pos x="hc" y="b"/>
              </a:cxn>
              <a:cxn ang="10800000">
                <a:pos x="l" y="vc"/>
              </a:cxn>
              <a:cxn ang="16200000">
                <a:pos x="hc" y="t"/>
              </a:cxn>
            </a:cxnLst>
            <a:rect l="0" t="0" r="0" b="0"/>
            <a:pathLst>
              <a:path>
                <a:moveTo>
                  <a:pt x="0" y="25"/>
                </a:moveTo>
                <a:lnTo>
                  <a:pt x="25" y="25"/>
                </a:lnTo>
                <a:lnTo>
                  <a:pt x="180" y="90"/>
                </a:lnTo>
                <a:lnTo>
                  <a:pt x="25" y="25"/>
                </a:lnTo>
                <a:lnTo>
                  <a:pt x="270" y="90"/>
                </a:lnTo>
                <a:close/>
              </a:path>
            </a:pathLst>
          </a:custGeom>
          <a:solidFill>
            <a:srgbClr val="1F1D1B">
              <a:alpha val="7999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de-DE"/>
          </a:p>
        </p:txBody>
      </p:sp>
      <p:sp>
        <p:nvSpPr>
          <p:cNvPr id="3324" name="AutoShape 252">
            <a:extLst>
              <a:ext uri="{FF2B5EF4-FFF2-40B4-BE49-F238E27FC236}">
                <a16:creationId xmlns:a16="http://schemas.microsoft.com/office/drawing/2014/main" id="{ED279266-F7C9-4DD9-D5BD-9AA558155AF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16025" y="3457575"/>
            <a:ext cx="25400" cy="25400"/>
          </a:xfrm>
          <a:custGeom>
            <a:avLst/>
            <a:gdLst>
              <a:gd name="G0" fmla="*/ 72 1 2"/>
              <a:gd name="G1" fmla="*/ 1 48365 11520"/>
              <a:gd name="G2" fmla="*/ G1 32767 1"/>
              <a:gd name="G3" fmla="*/ G2 1 32767"/>
              <a:gd name="G4" fmla="cos G0 G3"/>
              <a:gd name="G5" fmla="*/ 72 1 2"/>
              <a:gd name="G6" fmla="*/ 1 48365 11520"/>
              <a:gd name="G7" fmla="*/ G6 32767 1"/>
              <a:gd name="G8" fmla="*/ G7 1 32767"/>
              <a:gd name="G9" fmla="sin G5 G8"/>
              <a:gd name="G10" fmla="*/ 72 1 2"/>
              <a:gd name="G11" fmla="+- G10 0 G4"/>
              <a:gd name="G12" fmla="+- G10 G4 0"/>
              <a:gd name="G13" fmla="+- G12 0 0"/>
              <a:gd name="G14" fmla="*/ 72 1 2"/>
              <a:gd name="G15" fmla="+- G14 0 G9"/>
              <a:gd name="G16" fmla="+- G14 G9 0"/>
              <a:gd name="G17" fmla="+- G16 0 0"/>
              <a:gd name="G18" fmla="+- 72 0 0"/>
              <a:gd name="G19" fmla="+- 72 0 0"/>
              <a:gd name="G20" fmla="+- 180 0 0"/>
              <a:gd name="G21" fmla="+- 90 0 0"/>
              <a:gd name="G22" fmla="+- 270 0 0"/>
              <a:gd name="G23" fmla="+- 90 0 0"/>
              <a:gd name="G24" fmla="+- 0 0 0"/>
              <a:gd name="G25" fmla="+- 90 0 0"/>
              <a:gd name="G26" fmla="+- 90 0 0"/>
              <a:gd name="G27" fmla="+- 90 0 0"/>
            </a:gdLst>
            <a:ahLst/>
            <a:cxnLst>
              <a:cxn ang="0">
                <a:pos x="r" y="vc"/>
              </a:cxn>
              <a:cxn ang="5400000">
                <a:pos x="hc" y="b"/>
              </a:cxn>
              <a:cxn ang="10800000">
                <a:pos x="l" y="vc"/>
              </a:cxn>
              <a:cxn ang="16200000">
                <a:pos x="hc" y="t"/>
              </a:cxn>
            </a:cxnLst>
            <a:rect l="0" t="0" r="0" b="0"/>
            <a:pathLst>
              <a:path>
                <a:moveTo>
                  <a:pt x="0" y="36"/>
                </a:moveTo>
                <a:lnTo>
                  <a:pt x="36" y="36"/>
                </a:lnTo>
                <a:lnTo>
                  <a:pt x="180" y="90"/>
                </a:lnTo>
                <a:lnTo>
                  <a:pt x="36" y="36"/>
                </a:lnTo>
                <a:lnTo>
                  <a:pt x="270" y="90"/>
                </a:lnTo>
                <a:close/>
              </a:path>
            </a:pathLst>
          </a:custGeom>
          <a:solidFill>
            <a:srgbClr val="1F1D1B">
              <a:alpha val="7999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de-DE"/>
          </a:p>
        </p:txBody>
      </p:sp>
      <p:sp>
        <p:nvSpPr>
          <p:cNvPr id="3325" name="AutoShape 253">
            <a:extLst>
              <a:ext uri="{FF2B5EF4-FFF2-40B4-BE49-F238E27FC236}">
                <a16:creationId xmlns:a16="http://schemas.microsoft.com/office/drawing/2014/main" id="{4F29E119-3544-A7FD-1964-DADF24EC5A0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92475" y="6775450"/>
            <a:ext cx="23813" cy="23813"/>
          </a:xfrm>
          <a:custGeom>
            <a:avLst/>
            <a:gdLst>
              <a:gd name="G0" fmla="*/ 66 1 2"/>
              <a:gd name="G1" fmla="*/ 1 48365 11520"/>
              <a:gd name="G2" fmla="*/ G1 32767 1"/>
              <a:gd name="G3" fmla="*/ G2 1 32767"/>
              <a:gd name="G4" fmla="cos G0 G3"/>
              <a:gd name="G5" fmla="*/ 66 1 2"/>
              <a:gd name="G6" fmla="*/ 1 48365 11520"/>
              <a:gd name="G7" fmla="*/ G6 32767 1"/>
              <a:gd name="G8" fmla="*/ G7 1 32767"/>
              <a:gd name="G9" fmla="sin G5 G8"/>
              <a:gd name="G10" fmla="*/ 66 1 2"/>
              <a:gd name="G11" fmla="+- G10 0 G4"/>
              <a:gd name="G12" fmla="+- G10 G4 0"/>
              <a:gd name="G13" fmla="+- G12 0 0"/>
              <a:gd name="G14" fmla="*/ 66 1 2"/>
              <a:gd name="G15" fmla="+- G14 0 G9"/>
              <a:gd name="G16" fmla="+- G14 G9 0"/>
              <a:gd name="G17" fmla="+- G16 0 0"/>
              <a:gd name="G18" fmla="+- 66 0 0"/>
              <a:gd name="G19" fmla="+- 66 0 0"/>
              <a:gd name="G20" fmla="+- 180 0 0"/>
              <a:gd name="G21" fmla="+- 90 0 0"/>
              <a:gd name="G22" fmla="+- 270 0 0"/>
              <a:gd name="G23" fmla="+- 90 0 0"/>
              <a:gd name="G24" fmla="+- 0 0 0"/>
              <a:gd name="G25" fmla="+- 90 0 0"/>
              <a:gd name="G26" fmla="+- 90 0 0"/>
              <a:gd name="G27" fmla="+- 90 0 0"/>
            </a:gdLst>
            <a:ahLst/>
            <a:cxnLst>
              <a:cxn ang="0">
                <a:pos x="r" y="vc"/>
              </a:cxn>
              <a:cxn ang="5400000">
                <a:pos x="hc" y="b"/>
              </a:cxn>
              <a:cxn ang="10800000">
                <a:pos x="l" y="vc"/>
              </a:cxn>
              <a:cxn ang="16200000">
                <a:pos x="hc" y="t"/>
              </a:cxn>
            </a:cxnLst>
            <a:rect l="0" t="0" r="0" b="0"/>
            <a:pathLst>
              <a:path>
                <a:moveTo>
                  <a:pt x="0" y="33"/>
                </a:moveTo>
                <a:lnTo>
                  <a:pt x="33" y="33"/>
                </a:lnTo>
                <a:lnTo>
                  <a:pt x="180" y="90"/>
                </a:lnTo>
                <a:lnTo>
                  <a:pt x="33" y="33"/>
                </a:lnTo>
                <a:lnTo>
                  <a:pt x="270" y="90"/>
                </a:lnTo>
                <a:close/>
              </a:path>
            </a:pathLst>
          </a:custGeom>
          <a:solidFill>
            <a:srgbClr val="1F1D1B">
              <a:alpha val="7999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de-DE"/>
          </a:p>
        </p:txBody>
      </p:sp>
      <p:sp>
        <p:nvSpPr>
          <p:cNvPr id="3326" name="AutoShape 254">
            <a:extLst>
              <a:ext uri="{FF2B5EF4-FFF2-40B4-BE49-F238E27FC236}">
                <a16:creationId xmlns:a16="http://schemas.microsoft.com/office/drawing/2014/main" id="{B1263376-02E8-9471-D994-24B9D2A341A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87525" y="3365500"/>
            <a:ext cx="19050" cy="19050"/>
          </a:xfrm>
          <a:custGeom>
            <a:avLst/>
            <a:gdLst>
              <a:gd name="G0" fmla="*/ 52 1 2"/>
              <a:gd name="G1" fmla="*/ 1 48365 11520"/>
              <a:gd name="G2" fmla="*/ G1 32767 1"/>
              <a:gd name="G3" fmla="*/ G2 1 32767"/>
              <a:gd name="G4" fmla="cos G0 G3"/>
              <a:gd name="G5" fmla="*/ 52 1 2"/>
              <a:gd name="G6" fmla="*/ 1 48365 11520"/>
              <a:gd name="G7" fmla="*/ G6 32767 1"/>
              <a:gd name="G8" fmla="*/ G7 1 32767"/>
              <a:gd name="G9" fmla="sin G5 G8"/>
              <a:gd name="G10" fmla="*/ 52 1 2"/>
              <a:gd name="G11" fmla="+- G10 0 G4"/>
              <a:gd name="G12" fmla="+- G10 G4 0"/>
              <a:gd name="G13" fmla="+- G12 0 0"/>
              <a:gd name="G14" fmla="*/ 52 1 2"/>
              <a:gd name="G15" fmla="+- G14 0 G9"/>
              <a:gd name="G16" fmla="+- G14 G9 0"/>
              <a:gd name="G17" fmla="+- G16 0 0"/>
              <a:gd name="G18" fmla="+- 52 0 0"/>
              <a:gd name="G19" fmla="+- 52 0 0"/>
              <a:gd name="G20" fmla="+- 180 0 0"/>
              <a:gd name="G21" fmla="+- 90 0 0"/>
              <a:gd name="G22" fmla="+- 270 0 0"/>
              <a:gd name="G23" fmla="+- 90 0 0"/>
              <a:gd name="G24" fmla="+- 0 0 0"/>
              <a:gd name="G25" fmla="+- 90 0 0"/>
              <a:gd name="G26" fmla="+- 90 0 0"/>
              <a:gd name="G27" fmla="+- 90 0 0"/>
            </a:gdLst>
            <a:ahLst/>
            <a:cxnLst>
              <a:cxn ang="0">
                <a:pos x="r" y="vc"/>
              </a:cxn>
              <a:cxn ang="5400000">
                <a:pos x="hc" y="b"/>
              </a:cxn>
              <a:cxn ang="10800000">
                <a:pos x="l" y="vc"/>
              </a:cxn>
              <a:cxn ang="16200000">
                <a:pos x="hc" y="t"/>
              </a:cxn>
            </a:cxnLst>
            <a:rect l="0" t="0" r="0" b="0"/>
            <a:pathLst>
              <a:path>
                <a:moveTo>
                  <a:pt x="0" y="26"/>
                </a:moveTo>
                <a:lnTo>
                  <a:pt x="26" y="26"/>
                </a:lnTo>
                <a:lnTo>
                  <a:pt x="180" y="90"/>
                </a:lnTo>
                <a:lnTo>
                  <a:pt x="26" y="26"/>
                </a:lnTo>
                <a:lnTo>
                  <a:pt x="270" y="90"/>
                </a:lnTo>
                <a:close/>
              </a:path>
            </a:pathLst>
          </a:custGeom>
          <a:solidFill>
            <a:srgbClr val="1F1D1B">
              <a:alpha val="7999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de-DE"/>
          </a:p>
        </p:txBody>
      </p:sp>
      <p:sp>
        <p:nvSpPr>
          <p:cNvPr id="3327" name="AutoShape 255">
            <a:extLst>
              <a:ext uri="{FF2B5EF4-FFF2-40B4-BE49-F238E27FC236}">
                <a16:creationId xmlns:a16="http://schemas.microsoft.com/office/drawing/2014/main" id="{423F005C-32C8-EC42-E939-0991DE40A8E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91400" y="7475538"/>
            <a:ext cx="15875" cy="15875"/>
          </a:xfrm>
          <a:custGeom>
            <a:avLst/>
            <a:gdLst>
              <a:gd name="G0" fmla="*/ 47 1 2"/>
              <a:gd name="G1" fmla="*/ 1 48365 11520"/>
              <a:gd name="G2" fmla="*/ G1 32767 1"/>
              <a:gd name="G3" fmla="*/ G2 1 32767"/>
              <a:gd name="G4" fmla="cos G0 G3"/>
              <a:gd name="G5" fmla="*/ 47 1 2"/>
              <a:gd name="G6" fmla="*/ 1 48365 11520"/>
              <a:gd name="G7" fmla="*/ G6 32767 1"/>
              <a:gd name="G8" fmla="*/ G7 1 32767"/>
              <a:gd name="G9" fmla="sin G5 G8"/>
              <a:gd name="G10" fmla="*/ 47 1 2"/>
              <a:gd name="G11" fmla="+- G10 0 G4"/>
              <a:gd name="G12" fmla="+- G10 G4 0"/>
              <a:gd name="G13" fmla="+- G12 0 0"/>
              <a:gd name="G14" fmla="*/ 47 1 2"/>
              <a:gd name="G15" fmla="+- G14 0 G9"/>
              <a:gd name="G16" fmla="+- G14 G9 0"/>
              <a:gd name="G17" fmla="+- G16 0 0"/>
              <a:gd name="G18" fmla="+- 47 0 0"/>
              <a:gd name="G19" fmla="+- 47 0 0"/>
              <a:gd name="G20" fmla="+- 180 0 0"/>
              <a:gd name="G21" fmla="+- 90 0 0"/>
              <a:gd name="G22" fmla="+- 270 0 0"/>
              <a:gd name="G23" fmla="+- 90 0 0"/>
              <a:gd name="G24" fmla="+- 0 0 0"/>
              <a:gd name="G25" fmla="+- 90 0 0"/>
              <a:gd name="G26" fmla="+- 90 0 0"/>
              <a:gd name="G27" fmla="+- 90 0 0"/>
            </a:gdLst>
            <a:ahLst/>
            <a:cxnLst>
              <a:cxn ang="0">
                <a:pos x="r" y="vc"/>
              </a:cxn>
              <a:cxn ang="5400000">
                <a:pos x="hc" y="b"/>
              </a:cxn>
              <a:cxn ang="10800000">
                <a:pos x="l" y="vc"/>
              </a:cxn>
              <a:cxn ang="16200000">
                <a:pos x="hc" y="t"/>
              </a:cxn>
            </a:cxnLst>
            <a:rect l="0" t="0" r="0" b="0"/>
            <a:pathLst>
              <a:path>
                <a:moveTo>
                  <a:pt x="0" y="24"/>
                </a:moveTo>
                <a:lnTo>
                  <a:pt x="24" y="24"/>
                </a:lnTo>
                <a:lnTo>
                  <a:pt x="180" y="90"/>
                </a:lnTo>
                <a:lnTo>
                  <a:pt x="24" y="24"/>
                </a:lnTo>
                <a:lnTo>
                  <a:pt x="270" y="90"/>
                </a:lnTo>
                <a:close/>
              </a:path>
            </a:pathLst>
          </a:custGeom>
          <a:solidFill>
            <a:srgbClr val="1F1D1B">
              <a:alpha val="7999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de-DE"/>
          </a:p>
        </p:txBody>
      </p:sp>
      <p:sp>
        <p:nvSpPr>
          <p:cNvPr id="3328" name="AutoShape 256">
            <a:extLst>
              <a:ext uri="{FF2B5EF4-FFF2-40B4-BE49-F238E27FC236}">
                <a16:creationId xmlns:a16="http://schemas.microsoft.com/office/drawing/2014/main" id="{257ED4B6-7084-3AEB-3CD4-8A624A21FD7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2775" y="3181350"/>
            <a:ext cx="25400" cy="25400"/>
          </a:xfrm>
          <a:custGeom>
            <a:avLst/>
            <a:gdLst>
              <a:gd name="G0" fmla="*/ 72 1 2"/>
              <a:gd name="G1" fmla="*/ 1 48365 11520"/>
              <a:gd name="G2" fmla="*/ G1 32767 1"/>
              <a:gd name="G3" fmla="*/ G2 1 32767"/>
              <a:gd name="G4" fmla="cos G0 G3"/>
              <a:gd name="G5" fmla="*/ 72 1 2"/>
              <a:gd name="G6" fmla="*/ 1 48365 11520"/>
              <a:gd name="G7" fmla="*/ G6 32767 1"/>
              <a:gd name="G8" fmla="*/ G7 1 32767"/>
              <a:gd name="G9" fmla="sin G5 G8"/>
              <a:gd name="G10" fmla="*/ 72 1 2"/>
              <a:gd name="G11" fmla="+- G10 0 G4"/>
              <a:gd name="G12" fmla="+- G10 G4 0"/>
              <a:gd name="G13" fmla="+- G12 0 0"/>
              <a:gd name="G14" fmla="*/ 72 1 2"/>
              <a:gd name="G15" fmla="+- G14 0 G9"/>
              <a:gd name="G16" fmla="+- G14 G9 0"/>
              <a:gd name="G17" fmla="+- G16 0 0"/>
              <a:gd name="G18" fmla="+- 72 0 0"/>
              <a:gd name="G19" fmla="+- 72 0 0"/>
              <a:gd name="G20" fmla="+- 180 0 0"/>
              <a:gd name="G21" fmla="+- 90 0 0"/>
              <a:gd name="G22" fmla="+- 270 0 0"/>
              <a:gd name="G23" fmla="+- 90 0 0"/>
              <a:gd name="G24" fmla="+- 0 0 0"/>
              <a:gd name="G25" fmla="+- 90 0 0"/>
              <a:gd name="G26" fmla="+- 90 0 0"/>
              <a:gd name="G27" fmla="+- 90 0 0"/>
            </a:gdLst>
            <a:ahLst/>
            <a:cxnLst>
              <a:cxn ang="0">
                <a:pos x="r" y="vc"/>
              </a:cxn>
              <a:cxn ang="5400000">
                <a:pos x="hc" y="b"/>
              </a:cxn>
              <a:cxn ang="10800000">
                <a:pos x="l" y="vc"/>
              </a:cxn>
              <a:cxn ang="16200000">
                <a:pos x="hc" y="t"/>
              </a:cxn>
            </a:cxnLst>
            <a:rect l="0" t="0" r="0" b="0"/>
            <a:pathLst>
              <a:path>
                <a:moveTo>
                  <a:pt x="0" y="36"/>
                </a:moveTo>
                <a:lnTo>
                  <a:pt x="36" y="36"/>
                </a:lnTo>
                <a:lnTo>
                  <a:pt x="180" y="90"/>
                </a:lnTo>
                <a:lnTo>
                  <a:pt x="36" y="36"/>
                </a:lnTo>
                <a:lnTo>
                  <a:pt x="270" y="90"/>
                </a:lnTo>
                <a:close/>
              </a:path>
            </a:pathLst>
          </a:custGeom>
          <a:solidFill>
            <a:srgbClr val="1F1D1B">
              <a:alpha val="7999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de-DE"/>
          </a:p>
        </p:txBody>
      </p:sp>
      <p:sp>
        <p:nvSpPr>
          <p:cNvPr id="3329" name="AutoShape 257">
            <a:extLst>
              <a:ext uri="{FF2B5EF4-FFF2-40B4-BE49-F238E27FC236}">
                <a16:creationId xmlns:a16="http://schemas.microsoft.com/office/drawing/2014/main" id="{9CB4A1E5-058E-CDAE-985D-1906D809A9B8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29475" y="4730750"/>
            <a:ext cx="19050" cy="19050"/>
          </a:xfrm>
          <a:custGeom>
            <a:avLst/>
            <a:gdLst>
              <a:gd name="G0" fmla="*/ 53 1 2"/>
              <a:gd name="G1" fmla="*/ 1 48365 11520"/>
              <a:gd name="G2" fmla="*/ G1 32767 1"/>
              <a:gd name="G3" fmla="*/ G2 1 32767"/>
              <a:gd name="G4" fmla="cos G0 G3"/>
              <a:gd name="G5" fmla="*/ 53 1 2"/>
              <a:gd name="G6" fmla="*/ 1 48365 11520"/>
              <a:gd name="G7" fmla="*/ G6 32767 1"/>
              <a:gd name="G8" fmla="*/ G7 1 32767"/>
              <a:gd name="G9" fmla="sin G5 G8"/>
              <a:gd name="G10" fmla="*/ 53 1 2"/>
              <a:gd name="G11" fmla="+- G10 0 G4"/>
              <a:gd name="G12" fmla="+- G10 G4 0"/>
              <a:gd name="G13" fmla="+- G12 0 0"/>
              <a:gd name="G14" fmla="*/ 53 1 2"/>
              <a:gd name="G15" fmla="+- G14 0 G9"/>
              <a:gd name="G16" fmla="+- G14 G9 0"/>
              <a:gd name="G17" fmla="+- G16 0 0"/>
              <a:gd name="G18" fmla="+- 53 0 0"/>
              <a:gd name="G19" fmla="+- 53 0 0"/>
              <a:gd name="G20" fmla="+- 180 0 0"/>
              <a:gd name="G21" fmla="+- 90 0 0"/>
              <a:gd name="G22" fmla="+- 270 0 0"/>
              <a:gd name="G23" fmla="+- 90 0 0"/>
              <a:gd name="G24" fmla="+- 0 0 0"/>
              <a:gd name="G25" fmla="+- 90 0 0"/>
              <a:gd name="G26" fmla="+- 90 0 0"/>
              <a:gd name="G27" fmla="+- 90 0 0"/>
            </a:gdLst>
            <a:ahLst/>
            <a:cxnLst>
              <a:cxn ang="0">
                <a:pos x="r" y="vc"/>
              </a:cxn>
              <a:cxn ang="5400000">
                <a:pos x="hc" y="b"/>
              </a:cxn>
              <a:cxn ang="10800000">
                <a:pos x="l" y="vc"/>
              </a:cxn>
              <a:cxn ang="16200000">
                <a:pos x="hc" y="t"/>
              </a:cxn>
            </a:cxnLst>
            <a:rect l="0" t="0" r="0" b="0"/>
            <a:pathLst>
              <a:path>
                <a:moveTo>
                  <a:pt x="0" y="27"/>
                </a:moveTo>
                <a:lnTo>
                  <a:pt x="27" y="27"/>
                </a:lnTo>
                <a:lnTo>
                  <a:pt x="180" y="90"/>
                </a:lnTo>
                <a:lnTo>
                  <a:pt x="27" y="27"/>
                </a:lnTo>
                <a:lnTo>
                  <a:pt x="270" y="90"/>
                </a:lnTo>
                <a:close/>
              </a:path>
            </a:pathLst>
          </a:custGeom>
          <a:solidFill>
            <a:srgbClr val="1F1D1B">
              <a:alpha val="7999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de-DE"/>
          </a:p>
        </p:txBody>
      </p:sp>
      <p:sp>
        <p:nvSpPr>
          <p:cNvPr id="3330" name="AutoShape 258">
            <a:extLst>
              <a:ext uri="{FF2B5EF4-FFF2-40B4-BE49-F238E27FC236}">
                <a16:creationId xmlns:a16="http://schemas.microsoft.com/office/drawing/2014/main" id="{426D6FE9-8C1C-D1D2-0DE8-B7CAFFE67C5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6375" y="6256338"/>
            <a:ext cx="19050" cy="19050"/>
          </a:xfrm>
          <a:custGeom>
            <a:avLst/>
            <a:gdLst>
              <a:gd name="G0" fmla="*/ 55 1 2"/>
              <a:gd name="G1" fmla="*/ 1 48365 11520"/>
              <a:gd name="G2" fmla="*/ G1 32767 1"/>
              <a:gd name="G3" fmla="*/ G2 1 32767"/>
              <a:gd name="G4" fmla="cos G0 G3"/>
              <a:gd name="G5" fmla="*/ 55 1 2"/>
              <a:gd name="G6" fmla="*/ 1 48365 11520"/>
              <a:gd name="G7" fmla="*/ G6 32767 1"/>
              <a:gd name="G8" fmla="*/ G7 1 32767"/>
              <a:gd name="G9" fmla="sin G5 G8"/>
              <a:gd name="G10" fmla="*/ 55 1 2"/>
              <a:gd name="G11" fmla="+- G10 0 G4"/>
              <a:gd name="G12" fmla="+- G10 G4 0"/>
              <a:gd name="G13" fmla="+- G12 0 0"/>
              <a:gd name="G14" fmla="*/ 55 1 2"/>
              <a:gd name="G15" fmla="+- G14 0 G9"/>
              <a:gd name="G16" fmla="+- G14 G9 0"/>
              <a:gd name="G17" fmla="+- G16 0 0"/>
              <a:gd name="G18" fmla="+- 55 0 0"/>
              <a:gd name="G19" fmla="+- 55 0 0"/>
              <a:gd name="G20" fmla="+- 180 0 0"/>
              <a:gd name="G21" fmla="+- 90 0 0"/>
              <a:gd name="G22" fmla="+- 270 0 0"/>
              <a:gd name="G23" fmla="+- 90 0 0"/>
              <a:gd name="G24" fmla="+- 0 0 0"/>
              <a:gd name="G25" fmla="+- 90 0 0"/>
              <a:gd name="G26" fmla="+- 90 0 0"/>
              <a:gd name="G27" fmla="+- 90 0 0"/>
            </a:gdLst>
            <a:ahLst/>
            <a:cxnLst>
              <a:cxn ang="0">
                <a:pos x="r" y="vc"/>
              </a:cxn>
              <a:cxn ang="5400000">
                <a:pos x="hc" y="b"/>
              </a:cxn>
              <a:cxn ang="10800000">
                <a:pos x="l" y="vc"/>
              </a:cxn>
              <a:cxn ang="16200000">
                <a:pos x="hc" y="t"/>
              </a:cxn>
            </a:cxnLst>
            <a:rect l="0" t="0" r="0" b="0"/>
            <a:pathLst>
              <a:path>
                <a:moveTo>
                  <a:pt x="0" y="28"/>
                </a:moveTo>
                <a:lnTo>
                  <a:pt x="28" y="28"/>
                </a:lnTo>
                <a:lnTo>
                  <a:pt x="180" y="90"/>
                </a:lnTo>
                <a:lnTo>
                  <a:pt x="28" y="28"/>
                </a:lnTo>
                <a:lnTo>
                  <a:pt x="270" y="90"/>
                </a:lnTo>
                <a:close/>
              </a:path>
            </a:pathLst>
          </a:custGeom>
          <a:solidFill>
            <a:srgbClr val="1F1D1B">
              <a:alpha val="7999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de-DE"/>
          </a:p>
        </p:txBody>
      </p:sp>
      <p:sp>
        <p:nvSpPr>
          <p:cNvPr id="3331" name="AutoShape 259">
            <a:extLst>
              <a:ext uri="{FF2B5EF4-FFF2-40B4-BE49-F238E27FC236}">
                <a16:creationId xmlns:a16="http://schemas.microsoft.com/office/drawing/2014/main" id="{9BB5C259-A218-EED1-926D-9E40F1F9E0B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21300" y="1892300"/>
            <a:ext cx="19050" cy="19050"/>
          </a:xfrm>
          <a:custGeom>
            <a:avLst/>
            <a:gdLst>
              <a:gd name="G0" fmla="*/ 53 1 2"/>
              <a:gd name="G1" fmla="*/ 1 48365 11520"/>
              <a:gd name="G2" fmla="*/ G1 32767 1"/>
              <a:gd name="G3" fmla="*/ G2 1 32767"/>
              <a:gd name="G4" fmla="cos G0 G3"/>
              <a:gd name="G5" fmla="*/ 53 1 2"/>
              <a:gd name="G6" fmla="*/ 1 48365 11520"/>
              <a:gd name="G7" fmla="*/ G6 32767 1"/>
              <a:gd name="G8" fmla="*/ G7 1 32767"/>
              <a:gd name="G9" fmla="sin G5 G8"/>
              <a:gd name="G10" fmla="*/ 53 1 2"/>
              <a:gd name="G11" fmla="+- G10 0 G4"/>
              <a:gd name="G12" fmla="+- G10 G4 0"/>
              <a:gd name="G13" fmla="+- G12 0 0"/>
              <a:gd name="G14" fmla="*/ 53 1 2"/>
              <a:gd name="G15" fmla="+- G14 0 G9"/>
              <a:gd name="G16" fmla="+- G14 G9 0"/>
              <a:gd name="G17" fmla="+- G16 0 0"/>
              <a:gd name="G18" fmla="+- 53 0 0"/>
              <a:gd name="G19" fmla="+- 53 0 0"/>
              <a:gd name="G20" fmla="+- 180 0 0"/>
              <a:gd name="G21" fmla="+- 90 0 0"/>
              <a:gd name="G22" fmla="+- 270 0 0"/>
              <a:gd name="G23" fmla="+- 90 0 0"/>
              <a:gd name="G24" fmla="+- 0 0 0"/>
              <a:gd name="G25" fmla="+- 90 0 0"/>
              <a:gd name="G26" fmla="+- 90 0 0"/>
              <a:gd name="G27" fmla="+- 90 0 0"/>
            </a:gdLst>
            <a:ahLst/>
            <a:cxnLst>
              <a:cxn ang="0">
                <a:pos x="r" y="vc"/>
              </a:cxn>
              <a:cxn ang="5400000">
                <a:pos x="hc" y="b"/>
              </a:cxn>
              <a:cxn ang="10800000">
                <a:pos x="l" y="vc"/>
              </a:cxn>
              <a:cxn ang="16200000">
                <a:pos x="hc" y="t"/>
              </a:cxn>
            </a:cxnLst>
            <a:rect l="0" t="0" r="0" b="0"/>
            <a:pathLst>
              <a:path>
                <a:moveTo>
                  <a:pt x="0" y="27"/>
                </a:moveTo>
                <a:lnTo>
                  <a:pt x="27" y="27"/>
                </a:lnTo>
                <a:lnTo>
                  <a:pt x="180" y="90"/>
                </a:lnTo>
                <a:lnTo>
                  <a:pt x="27" y="27"/>
                </a:lnTo>
                <a:lnTo>
                  <a:pt x="270" y="90"/>
                </a:lnTo>
                <a:close/>
              </a:path>
            </a:pathLst>
          </a:custGeom>
          <a:solidFill>
            <a:srgbClr val="1F1D1B">
              <a:alpha val="7999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de-DE"/>
          </a:p>
        </p:txBody>
      </p:sp>
      <p:sp>
        <p:nvSpPr>
          <p:cNvPr id="3332" name="AutoShape 260">
            <a:extLst>
              <a:ext uri="{FF2B5EF4-FFF2-40B4-BE49-F238E27FC236}">
                <a16:creationId xmlns:a16="http://schemas.microsoft.com/office/drawing/2014/main" id="{8BAD6F7A-2981-3ADC-8471-72572ED3346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84513" y="5884863"/>
            <a:ext cx="22225" cy="22225"/>
          </a:xfrm>
          <a:custGeom>
            <a:avLst/>
            <a:gdLst>
              <a:gd name="G0" fmla="*/ 64 1 2"/>
              <a:gd name="G1" fmla="*/ 1 48365 11520"/>
              <a:gd name="G2" fmla="*/ G1 32767 1"/>
              <a:gd name="G3" fmla="*/ G2 1 32767"/>
              <a:gd name="G4" fmla="cos G0 G3"/>
              <a:gd name="G5" fmla="*/ 64 1 2"/>
              <a:gd name="G6" fmla="*/ 1 48365 11520"/>
              <a:gd name="G7" fmla="*/ G6 32767 1"/>
              <a:gd name="G8" fmla="*/ G7 1 32767"/>
              <a:gd name="G9" fmla="sin G5 G8"/>
              <a:gd name="G10" fmla="*/ 64 1 2"/>
              <a:gd name="G11" fmla="+- G10 0 G4"/>
              <a:gd name="G12" fmla="+- G10 G4 0"/>
              <a:gd name="G13" fmla="+- G12 0 0"/>
              <a:gd name="G14" fmla="*/ 64 1 2"/>
              <a:gd name="G15" fmla="+- G14 0 G9"/>
              <a:gd name="G16" fmla="+- G14 G9 0"/>
              <a:gd name="G17" fmla="+- G16 0 0"/>
              <a:gd name="G18" fmla="+- 64 0 0"/>
              <a:gd name="G19" fmla="+- 64 0 0"/>
              <a:gd name="G20" fmla="+- 180 0 0"/>
              <a:gd name="G21" fmla="+- 90 0 0"/>
              <a:gd name="G22" fmla="+- 270 0 0"/>
              <a:gd name="G23" fmla="+- 90 0 0"/>
              <a:gd name="G24" fmla="+- 0 0 0"/>
              <a:gd name="G25" fmla="+- 90 0 0"/>
              <a:gd name="G26" fmla="+- 90 0 0"/>
              <a:gd name="G27" fmla="+- 90 0 0"/>
            </a:gdLst>
            <a:ahLst/>
            <a:cxnLst>
              <a:cxn ang="0">
                <a:pos x="r" y="vc"/>
              </a:cxn>
              <a:cxn ang="5400000">
                <a:pos x="hc" y="b"/>
              </a:cxn>
              <a:cxn ang="10800000">
                <a:pos x="l" y="vc"/>
              </a:cxn>
              <a:cxn ang="16200000">
                <a:pos x="hc" y="t"/>
              </a:cxn>
            </a:cxnLst>
            <a:rect l="0" t="0" r="0" b="0"/>
            <a:pathLst>
              <a:path>
                <a:moveTo>
                  <a:pt x="0" y="32"/>
                </a:moveTo>
                <a:lnTo>
                  <a:pt x="32" y="32"/>
                </a:lnTo>
                <a:lnTo>
                  <a:pt x="180" y="90"/>
                </a:lnTo>
                <a:lnTo>
                  <a:pt x="32" y="32"/>
                </a:lnTo>
                <a:lnTo>
                  <a:pt x="270" y="90"/>
                </a:lnTo>
                <a:close/>
              </a:path>
            </a:pathLst>
          </a:custGeom>
          <a:solidFill>
            <a:srgbClr val="1F1D1B">
              <a:alpha val="7999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de-DE"/>
          </a:p>
        </p:txBody>
      </p:sp>
      <p:sp>
        <p:nvSpPr>
          <p:cNvPr id="3333" name="AutoShape 261">
            <a:extLst>
              <a:ext uri="{FF2B5EF4-FFF2-40B4-BE49-F238E27FC236}">
                <a16:creationId xmlns:a16="http://schemas.microsoft.com/office/drawing/2014/main" id="{2FFC4A8C-3644-90A8-9172-9AE7923135F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81475" y="2312988"/>
            <a:ext cx="22225" cy="22225"/>
          </a:xfrm>
          <a:custGeom>
            <a:avLst/>
            <a:gdLst>
              <a:gd name="G0" fmla="*/ 63 1 2"/>
              <a:gd name="G1" fmla="*/ 1 48365 11520"/>
              <a:gd name="G2" fmla="*/ G1 32767 1"/>
              <a:gd name="G3" fmla="*/ G2 1 32767"/>
              <a:gd name="G4" fmla="cos G0 G3"/>
              <a:gd name="G5" fmla="*/ 63 1 2"/>
              <a:gd name="G6" fmla="*/ 1 48365 11520"/>
              <a:gd name="G7" fmla="*/ G6 32767 1"/>
              <a:gd name="G8" fmla="*/ G7 1 32767"/>
              <a:gd name="G9" fmla="sin G5 G8"/>
              <a:gd name="G10" fmla="*/ 63 1 2"/>
              <a:gd name="G11" fmla="+- G10 0 G4"/>
              <a:gd name="G12" fmla="+- G10 G4 0"/>
              <a:gd name="G13" fmla="+- G12 0 0"/>
              <a:gd name="G14" fmla="*/ 63 1 2"/>
              <a:gd name="G15" fmla="+- G14 0 G9"/>
              <a:gd name="G16" fmla="+- G14 G9 0"/>
              <a:gd name="G17" fmla="+- G16 0 0"/>
              <a:gd name="G18" fmla="+- 63 0 0"/>
              <a:gd name="G19" fmla="+- 63 0 0"/>
              <a:gd name="G20" fmla="+- 180 0 0"/>
              <a:gd name="G21" fmla="+- 90 0 0"/>
              <a:gd name="G22" fmla="+- 270 0 0"/>
              <a:gd name="G23" fmla="+- 90 0 0"/>
              <a:gd name="G24" fmla="+- 0 0 0"/>
              <a:gd name="G25" fmla="+- 90 0 0"/>
              <a:gd name="G26" fmla="+- 90 0 0"/>
              <a:gd name="G27" fmla="+- 90 0 0"/>
            </a:gdLst>
            <a:ahLst/>
            <a:cxnLst>
              <a:cxn ang="0">
                <a:pos x="r" y="vc"/>
              </a:cxn>
              <a:cxn ang="5400000">
                <a:pos x="hc" y="b"/>
              </a:cxn>
              <a:cxn ang="10800000">
                <a:pos x="l" y="vc"/>
              </a:cxn>
              <a:cxn ang="16200000">
                <a:pos x="hc" y="t"/>
              </a:cxn>
            </a:cxnLst>
            <a:rect l="0" t="0" r="0" b="0"/>
            <a:pathLst>
              <a:path>
                <a:moveTo>
                  <a:pt x="0" y="32"/>
                </a:moveTo>
                <a:lnTo>
                  <a:pt x="32" y="32"/>
                </a:lnTo>
                <a:lnTo>
                  <a:pt x="180" y="90"/>
                </a:lnTo>
                <a:lnTo>
                  <a:pt x="32" y="32"/>
                </a:lnTo>
                <a:lnTo>
                  <a:pt x="270" y="90"/>
                </a:lnTo>
                <a:close/>
              </a:path>
            </a:pathLst>
          </a:custGeom>
          <a:solidFill>
            <a:srgbClr val="1F1D1B">
              <a:alpha val="7999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de-DE"/>
          </a:p>
        </p:txBody>
      </p:sp>
      <p:sp>
        <p:nvSpPr>
          <p:cNvPr id="3334" name="AutoShape 262">
            <a:extLst>
              <a:ext uri="{FF2B5EF4-FFF2-40B4-BE49-F238E27FC236}">
                <a16:creationId xmlns:a16="http://schemas.microsoft.com/office/drawing/2014/main" id="{DE3F756C-CEC9-B8ED-4F03-7CEDD7877FA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14813" y="5421313"/>
            <a:ext cx="23812" cy="23812"/>
          </a:xfrm>
          <a:custGeom>
            <a:avLst/>
            <a:gdLst>
              <a:gd name="G0" fmla="*/ 68 1 2"/>
              <a:gd name="G1" fmla="*/ 1 48365 11520"/>
              <a:gd name="G2" fmla="*/ G1 32767 1"/>
              <a:gd name="G3" fmla="*/ G2 1 32767"/>
              <a:gd name="G4" fmla="cos G0 G3"/>
              <a:gd name="G5" fmla="*/ 68 1 2"/>
              <a:gd name="G6" fmla="*/ 1 48365 11520"/>
              <a:gd name="G7" fmla="*/ G6 32767 1"/>
              <a:gd name="G8" fmla="*/ G7 1 32767"/>
              <a:gd name="G9" fmla="sin G5 G8"/>
              <a:gd name="G10" fmla="*/ 68 1 2"/>
              <a:gd name="G11" fmla="+- G10 0 G4"/>
              <a:gd name="G12" fmla="+- G10 G4 0"/>
              <a:gd name="G13" fmla="+- G12 0 0"/>
              <a:gd name="G14" fmla="*/ 68 1 2"/>
              <a:gd name="G15" fmla="+- G14 0 G9"/>
              <a:gd name="G16" fmla="+- G14 G9 0"/>
              <a:gd name="G17" fmla="+- G16 0 0"/>
              <a:gd name="G18" fmla="+- 68 0 0"/>
              <a:gd name="G19" fmla="+- 68 0 0"/>
              <a:gd name="G20" fmla="+- 180 0 0"/>
              <a:gd name="G21" fmla="+- 90 0 0"/>
              <a:gd name="G22" fmla="+- 270 0 0"/>
              <a:gd name="G23" fmla="+- 90 0 0"/>
              <a:gd name="G24" fmla="+- 0 0 0"/>
              <a:gd name="G25" fmla="+- 90 0 0"/>
              <a:gd name="G26" fmla="+- 90 0 0"/>
              <a:gd name="G27" fmla="+- 90 0 0"/>
            </a:gdLst>
            <a:ahLst/>
            <a:cxnLst>
              <a:cxn ang="0">
                <a:pos x="r" y="vc"/>
              </a:cxn>
              <a:cxn ang="5400000">
                <a:pos x="hc" y="b"/>
              </a:cxn>
              <a:cxn ang="10800000">
                <a:pos x="l" y="vc"/>
              </a:cxn>
              <a:cxn ang="16200000">
                <a:pos x="hc" y="t"/>
              </a:cxn>
            </a:cxnLst>
            <a:rect l="0" t="0" r="0" b="0"/>
            <a:pathLst>
              <a:path>
                <a:moveTo>
                  <a:pt x="0" y="34"/>
                </a:moveTo>
                <a:lnTo>
                  <a:pt x="34" y="34"/>
                </a:lnTo>
                <a:lnTo>
                  <a:pt x="180" y="90"/>
                </a:lnTo>
                <a:lnTo>
                  <a:pt x="34" y="34"/>
                </a:lnTo>
                <a:lnTo>
                  <a:pt x="270" y="90"/>
                </a:lnTo>
                <a:close/>
              </a:path>
            </a:pathLst>
          </a:custGeom>
          <a:solidFill>
            <a:srgbClr val="1F1D1B">
              <a:alpha val="7999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de-DE"/>
          </a:p>
        </p:txBody>
      </p:sp>
      <p:sp>
        <p:nvSpPr>
          <p:cNvPr id="3335" name="AutoShape 263">
            <a:extLst>
              <a:ext uri="{FF2B5EF4-FFF2-40B4-BE49-F238E27FC236}">
                <a16:creationId xmlns:a16="http://schemas.microsoft.com/office/drawing/2014/main" id="{28D61011-2A4B-43A5-3D5A-6A79E7DC5B0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24600" y="9345613"/>
            <a:ext cx="19050" cy="19050"/>
          </a:xfrm>
          <a:custGeom>
            <a:avLst/>
            <a:gdLst>
              <a:gd name="G0" fmla="*/ 52 1 2"/>
              <a:gd name="G1" fmla="*/ 1 48365 11520"/>
              <a:gd name="G2" fmla="*/ G1 32767 1"/>
              <a:gd name="G3" fmla="*/ G2 1 32767"/>
              <a:gd name="G4" fmla="cos G0 G3"/>
              <a:gd name="G5" fmla="*/ 52 1 2"/>
              <a:gd name="G6" fmla="*/ 1 48365 11520"/>
              <a:gd name="G7" fmla="*/ G6 32767 1"/>
              <a:gd name="G8" fmla="*/ G7 1 32767"/>
              <a:gd name="G9" fmla="sin G5 G8"/>
              <a:gd name="G10" fmla="*/ 52 1 2"/>
              <a:gd name="G11" fmla="+- G10 0 G4"/>
              <a:gd name="G12" fmla="+- G10 G4 0"/>
              <a:gd name="G13" fmla="+- G12 0 0"/>
              <a:gd name="G14" fmla="*/ 52 1 2"/>
              <a:gd name="G15" fmla="+- G14 0 G9"/>
              <a:gd name="G16" fmla="+- G14 G9 0"/>
              <a:gd name="G17" fmla="+- G16 0 0"/>
              <a:gd name="G18" fmla="+- 52 0 0"/>
              <a:gd name="G19" fmla="+- 52 0 0"/>
              <a:gd name="G20" fmla="+- 180 0 0"/>
              <a:gd name="G21" fmla="+- 90 0 0"/>
              <a:gd name="G22" fmla="+- 270 0 0"/>
              <a:gd name="G23" fmla="+- 90 0 0"/>
              <a:gd name="G24" fmla="+- 0 0 0"/>
              <a:gd name="G25" fmla="+- 90 0 0"/>
              <a:gd name="G26" fmla="+- 90 0 0"/>
              <a:gd name="G27" fmla="+- 90 0 0"/>
            </a:gdLst>
            <a:ahLst/>
            <a:cxnLst>
              <a:cxn ang="0">
                <a:pos x="r" y="vc"/>
              </a:cxn>
              <a:cxn ang="5400000">
                <a:pos x="hc" y="b"/>
              </a:cxn>
              <a:cxn ang="10800000">
                <a:pos x="l" y="vc"/>
              </a:cxn>
              <a:cxn ang="16200000">
                <a:pos x="hc" y="t"/>
              </a:cxn>
            </a:cxnLst>
            <a:rect l="0" t="0" r="0" b="0"/>
            <a:pathLst>
              <a:path>
                <a:moveTo>
                  <a:pt x="0" y="26"/>
                </a:moveTo>
                <a:lnTo>
                  <a:pt x="26" y="26"/>
                </a:lnTo>
                <a:lnTo>
                  <a:pt x="180" y="90"/>
                </a:lnTo>
                <a:lnTo>
                  <a:pt x="26" y="26"/>
                </a:lnTo>
                <a:lnTo>
                  <a:pt x="270" y="90"/>
                </a:lnTo>
                <a:close/>
              </a:path>
            </a:pathLst>
          </a:custGeom>
          <a:solidFill>
            <a:srgbClr val="1F1D1B">
              <a:alpha val="7999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de-DE"/>
          </a:p>
        </p:txBody>
      </p:sp>
      <p:sp>
        <p:nvSpPr>
          <p:cNvPr id="3336" name="AutoShape 264">
            <a:extLst>
              <a:ext uri="{FF2B5EF4-FFF2-40B4-BE49-F238E27FC236}">
                <a16:creationId xmlns:a16="http://schemas.microsoft.com/office/drawing/2014/main" id="{E775CC08-D847-534F-EF11-D19EB03FF7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13463" y="8218488"/>
            <a:ext cx="12700" cy="12700"/>
          </a:xfrm>
          <a:custGeom>
            <a:avLst/>
            <a:gdLst>
              <a:gd name="G0" fmla="*/ 35 1 2"/>
              <a:gd name="G1" fmla="*/ 1 48365 11520"/>
              <a:gd name="G2" fmla="*/ G1 32767 1"/>
              <a:gd name="G3" fmla="*/ G2 1 32767"/>
              <a:gd name="G4" fmla="cos G0 G3"/>
              <a:gd name="G5" fmla="*/ 35 1 2"/>
              <a:gd name="G6" fmla="*/ 1 48365 11520"/>
              <a:gd name="G7" fmla="*/ G6 32767 1"/>
              <a:gd name="G8" fmla="*/ G7 1 32767"/>
              <a:gd name="G9" fmla="sin G5 G8"/>
              <a:gd name="G10" fmla="*/ 35 1 2"/>
              <a:gd name="G11" fmla="+- G10 0 G4"/>
              <a:gd name="G12" fmla="+- G10 G4 0"/>
              <a:gd name="G13" fmla="+- G12 0 0"/>
              <a:gd name="G14" fmla="*/ 35 1 2"/>
              <a:gd name="G15" fmla="+- G14 0 G9"/>
              <a:gd name="G16" fmla="+- G14 G9 0"/>
              <a:gd name="G17" fmla="+- G16 0 0"/>
              <a:gd name="G18" fmla="+- 35 0 0"/>
              <a:gd name="G19" fmla="+- 35 0 0"/>
              <a:gd name="G20" fmla="+- 180 0 0"/>
              <a:gd name="G21" fmla="+- 90 0 0"/>
              <a:gd name="G22" fmla="+- 270 0 0"/>
              <a:gd name="G23" fmla="+- 90 0 0"/>
              <a:gd name="G24" fmla="+- 0 0 0"/>
              <a:gd name="G25" fmla="+- 90 0 0"/>
              <a:gd name="G26" fmla="+- 90 0 0"/>
              <a:gd name="G27" fmla="+- 90 0 0"/>
            </a:gdLst>
            <a:ahLst/>
            <a:cxnLst>
              <a:cxn ang="0">
                <a:pos x="r" y="vc"/>
              </a:cxn>
              <a:cxn ang="5400000">
                <a:pos x="hc" y="b"/>
              </a:cxn>
              <a:cxn ang="10800000">
                <a:pos x="l" y="vc"/>
              </a:cxn>
              <a:cxn ang="16200000">
                <a:pos x="hc" y="t"/>
              </a:cxn>
            </a:cxnLst>
            <a:rect l="0" t="0" r="0" b="0"/>
            <a:pathLst>
              <a:path>
                <a:moveTo>
                  <a:pt x="0" y="18"/>
                </a:moveTo>
                <a:lnTo>
                  <a:pt x="18" y="18"/>
                </a:lnTo>
                <a:lnTo>
                  <a:pt x="180" y="90"/>
                </a:lnTo>
                <a:lnTo>
                  <a:pt x="18" y="18"/>
                </a:lnTo>
                <a:lnTo>
                  <a:pt x="270" y="90"/>
                </a:lnTo>
                <a:close/>
              </a:path>
            </a:pathLst>
          </a:custGeom>
          <a:solidFill>
            <a:srgbClr val="1F1D1B">
              <a:alpha val="7999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de-DE"/>
          </a:p>
        </p:txBody>
      </p:sp>
      <p:sp>
        <p:nvSpPr>
          <p:cNvPr id="3337" name="AutoShape 265">
            <a:extLst>
              <a:ext uri="{FF2B5EF4-FFF2-40B4-BE49-F238E27FC236}">
                <a16:creationId xmlns:a16="http://schemas.microsoft.com/office/drawing/2014/main" id="{084A8C39-6014-CCAD-6441-0086EEA7B30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23063" y="6227763"/>
            <a:ext cx="12700" cy="12700"/>
          </a:xfrm>
          <a:custGeom>
            <a:avLst/>
            <a:gdLst>
              <a:gd name="G0" fmla="*/ 36 1 2"/>
              <a:gd name="G1" fmla="*/ 1 48365 11520"/>
              <a:gd name="G2" fmla="*/ G1 32767 1"/>
              <a:gd name="G3" fmla="*/ G2 1 32767"/>
              <a:gd name="G4" fmla="cos G0 G3"/>
              <a:gd name="G5" fmla="*/ 36 1 2"/>
              <a:gd name="G6" fmla="*/ 1 48365 11520"/>
              <a:gd name="G7" fmla="*/ G6 32767 1"/>
              <a:gd name="G8" fmla="*/ G7 1 32767"/>
              <a:gd name="G9" fmla="sin G5 G8"/>
              <a:gd name="G10" fmla="*/ 36 1 2"/>
              <a:gd name="G11" fmla="+- G10 0 G4"/>
              <a:gd name="G12" fmla="+- G10 G4 0"/>
              <a:gd name="G13" fmla="+- G12 0 0"/>
              <a:gd name="G14" fmla="*/ 36 1 2"/>
              <a:gd name="G15" fmla="+- G14 0 G9"/>
              <a:gd name="G16" fmla="+- G14 G9 0"/>
              <a:gd name="G17" fmla="+- G16 0 0"/>
              <a:gd name="G18" fmla="+- 36 0 0"/>
              <a:gd name="G19" fmla="+- 36 0 0"/>
              <a:gd name="G20" fmla="+- 180 0 0"/>
              <a:gd name="G21" fmla="+- 90 0 0"/>
              <a:gd name="G22" fmla="+- 270 0 0"/>
              <a:gd name="G23" fmla="+- 90 0 0"/>
              <a:gd name="G24" fmla="+- 0 0 0"/>
              <a:gd name="G25" fmla="+- 90 0 0"/>
              <a:gd name="G26" fmla="+- 90 0 0"/>
              <a:gd name="G27" fmla="+- 90 0 0"/>
            </a:gdLst>
            <a:ahLst/>
            <a:cxnLst>
              <a:cxn ang="0">
                <a:pos x="r" y="vc"/>
              </a:cxn>
              <a:cxn ang="5400000">
                <a:pos x="hc" y="b"/>
              </a:cxn>
              <a:cxn ang="10800000">
                <a:pos x="l" y="vc"/>
              </a:cxn>
              <a:cxn ang="16200000">
                <a:pos x="hc" y="t"/>
              </a:cxn>
            </a:cxnLst>
            <a:rect l="0" t="0" r="0" b="0"/>
            <a:pathLst>
              <a:path>
                <a:moveTo>
                  <a:pt x="0" y="18"/>
                </a:moveTo>
                <a:lnTo>
                  <a:pt x="18" y="18"/>
                </a:lnTo>
                <a:lnTo>
                  <a:pt x="180" y="90"/>
                </a:lnTo>
                <a:lnTo>
                  <a:pt x="18" y="18"/>
                </a:lnTo>
                <a:lnTo>
                  <a:pt x="270" y="90"/>
                </a:lnTo>
                <a:close/>
              </a:path>
            </a:pathLst>
          </a:custGeom>
          <a:solidFill>
            <a:srgbClr val="1F1D1B">
              <a:alpha val="7999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de-DE"/>
          </a:p>
        </p:txBody>
      </p:sp>
      <p:sp>
        <p:nvSpPr>
          <p:cNvPr id="3338" name="AutoShape 266">
            <a:extLst>
              <a:ext uri="{FF2B5EF4-FFF2-40B4-BE49-F238E27FC236}">
                <a16:creationId xmlns:a16="http://schemas.microsoft.com/office/drawing/2014/main" id="{5C3F0547-7409-B8C2-72FD-A5C0C386D98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51263" y="7567613"/>
            <a:ext cx="25400" cy="25400"/>
          </a:xfrm>
          <a:custGeom>
            <a:avLst/>
            <a:gdLst>
              <a:gd name="G0" fmla="*/ 73 1 2"/>
              <a:gd name="G1" fmla="*/ 1 48365 11520"/>
              <a:gd name="G2" fmla="*/ G1 32767 1"/>
              <a:gd name="G3" fmla="*/ G2 1 32767"/>
              <a:gd name="G4" fmla="cos G0 G3"/>
              <a:gd name="G5" fmla="*/ 73 1 2"/>
              <a:gd name="G6" fmla="*/ 1 48365 11520"/>
              <a:gd name="G7" fmla="*/ G6 32767 1"/>
              <a:gd name="G8" fmla="*/ G7 1 32767"/>
              <a:gd name="G9" fmla="sin G5 G8"/>
              <a:gd name="G10" fmla="*/ 73 1 2"/>
              <a:gd name="G11" fmla="+- G10 0 G4"/>
              <a:gd name="G12" fmla="+- G10 G4 0"/>
              <a:gd name="G13" fmla="+- G12 0 0"/>
              <a:gd name="G14" fmla="*/ 73 1 2"/>
              <a:gd name="G15" fmla="+- G14 0 G9"/>
              <a:gd name="G16" fmla="+- G14 G9 0"/>
              <a:gd name="G17" fmla="+- G16 0 0"/>
              <a:gd name="G18" fmla="+- 73 0 0"/>
              <a:gd name="G19" fmla="+- 73 0 0"/>
              <a:gd name="G20" fmla="+- 180 0 0"/>
              <a:gd name="G21" fmla="+- 90 0 0"/>
              <a:gd name="G22" fmla="+- 270 0 0"/>
              <a:gd name="G23" fmla="+- 90 0 0"/>
              <a:gd name="G24" fmla="+- 0 0 0"/>
              <a:gd name="G25" fmla="+- 90 0 0"/>
              <a:gd name="G26" fmla="+- 90 0 0"/>
              <a:gd name="G27" fmla="+- 90 0 0"/>
            </a:gdLst>
            <a:ahLst/>
            <a:cxnLst>
              <a:cxn ang="0">
                <a:pos x="r" y="vc"/>
              </a:cxn>
              <a:cxn ang="5400000">
                <a:pos x="hc" y="b"/>
              </a:cxn>
              <a:cxn ang="10800000">
                <a:pos x="l" y="vc"/>
              </a:cxn>
              <a:cxn ang="16200000">
                <a:pos x="hc" y="t"/>
              </a:cxn>
            </a:cxnLst>
            <a:rect l="0" t="0" r="0" b="0"/>
            <a:pathLst>
              <a:path>
                <a:moveTo>
                  <a:pt x="0" y="37"/>
                </a:moveTo>
                <a:lnTo>
                  <a:pt x="37" y="37"/>
                </a:lnTo>
                <a:lnTo>
                  <a:pt x="180" y="90"/>
                </a:lnTo>
                <a:lnTo>
                  <a:pt x="37" y="37"/>
                </a:lnTo>
                <a:lnTo>
                  <a:pt x="270" y="90"/>
                </a:lnTo>
                <a:close/>
              </a:path>
            </a:pathLst>
          </a:custGeom>
          <a:solidFill>
            <a:srgbClr val="1F1D1B">
              <a:alpha val="7999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de-DE"/>
          </a:p>
        </p:txBody>
      </p:sp>
      <p:sp>
        <p:nvSpPr>
          <p:cNvPr id="3339" name="AutoShape 267">
            <a:extLst>
              <a:ext uri="{FF2B5EF4-FFF2-40B4-BE49-F238E27FC236}">
                <a16:creationId xmlns:a16="http://schemas.microsoft.com/office/drawing/2014/main" id="{56E3C478-CE6E-0EE9-DBCE-9EECFDFBD69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4488" y="6369050"/>
            <a:ext cx="26987" cy="26988"/>
          </a:xfrm>
          <a:custGeom>
            <a:avLst/>
            <a:gdLst>
              <a:gd name="G0" fmla="*/ 75 1 2"/>
              <a:gd name="G1" fmla="*/ 1 48365 11520"/>
              <a:gd name="G2" fmla="*/ G1 32767 1"/>
              <a:gd name="G3" fmla="*/ G2 1 32767"/>
              <a:gd name="G4" fmla="cos G0 G3"/>
              <a:gd name="G5" fmla="*/ 75 1 2"/>
              <a:gd name="G6" fmla="*/ 1 48365 11520"/>
              <a:gd name="G7" fmla="*/ G6 32767 1"/>
              <a:gd name="G8" fmla="*/ G7 1 32767"/>
              <a:gd name="G9" fmla="sin G5 G8"/>
              <a:gd name="G10" fmla="*/ 75 1 2"/>
              <a:gd name="G11" fmla="+- G10 0 G4"/>
              <a:gd name="G12" fmla="+- G10 G4 0"/>
              <a:gd name="G13" fmla="+- G12 0 0"/>
              <a:gd name="G14" fmla="*/ 75 1 2"/>
              <a:gd name="G15" fmla="+- G14 0 G9"/>
              <a:gd name="G16" fmla="+- G14 G9 0"/>
              <a:gd name="G17" fmla="+- G16 0 0"/>
              <a:gd name="G18" fmla="+- 75 0 0"/>
              <a:gd name="G19" fmla="+- 75 0 0"/>
              <a:gd name="G20" fmla="+- 180 0 0"/>
              <a:gd name="G21" fmla="+- 90 0 0"/>
              <a:gd name="G22" fmla="+- 270 0 0"/>
              <a:gd name="G23" fmla="+- 90 0 0"/>
              <a:gd name="G24" fmla="+- 0 0 0"/>
              <a:gd name="G25" fmla="+- 90 0 0"/>
              <a:gd name="G26" fmla="+- 90 0 0"/>
              <a:gd name="G27" fmla="+- 90 0 0"/>
            </a:gdLst>
            <a:ahLst/>
            <a:cxnLst>
              <a:cxn ang="0">
                <a:pos x="r" y="vc"/>
              </a:cxn>
              <a:cxn ang="5400000">
                <a:pos x="hc" y="b"/>
              </a:cxn>
              <a:cxn ang="10800000">
                <a:pos x="l" y="vc"/>
              </a:cxn>
              <a:cxn ang="16200000">
                <a:pos x="hc" y="t"/>
              </a:cxn>
            </a:cxnLst>
            <a:rect l="0" t="0" r="0" b="0"/>
            <a:pathLst>
              <a:path>
                <a:moveTo>
                  <a:pt x="0" y="38"/>
                </a:moveTo>
                <a:lnTo>
                  <a:pt x="38" y="38"/>
                </a:lnTo>
                <a:lnTo>
                  <a:pt x="180" y="90"/>
                </a:lnTo>
                <a:lnTo>
                  <a:pt x="38" y="38"/>
                </a:lnTo>
                <a:lnTo>
                  <a:pt x="270" y="90"/>
                </a:lnTo>
                <a:close/>
              </a:path>
            </a:pathLst>
          </a:custGeom>
          <a:solidFill>
            <a:srgbClr val="1F1D1B">
              <a:alpha val="7999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de-DE"/>
          </a:p>
        </p:txBody>
      </p:sp>
      <p:sp>
        <p:nvSpPr>
          <p:cNvPr id="3340" name="AutoShape 268">
            <a:extLst>
              <a:ext uri="{FF2B5EF4-FFF2-40B4-BE49-F238E27FC236}">
                <a16:creationId xmlns:a16="http://schemas.microsoft.com/office/drawing/2014/main" id="{E8D4B2B9-15E5-52EA-866A-44DB0A257E14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86613" y="6824663"/>
            <a:ext cx="20637" cy="20637"/>
          </a:xfrm>
          <a:custGeom>
            <a:avLst/>
            <a:gdLst>
              <a:gd name="G0" fmla="*/ 60 1 2"/>
              <a:gd name="G1" fmla="*/ 1 48365 11520"/>
              <a:gd name="G2" fmla="*/ G1 32767 1"/>
              <a:gd name="G3" fmla="*/ G2 1 32767"/>
              <a:gd name="G4" fmla="cos G0 G3"/>
              <a:gd name="G5" fmla="*/ 60 1 2"/>
              <a:gd name="G6" fmla="*/ 1 48365 11520"/>
              <a:gd name="G7" fmla="*/ G6 32767 1"/>
              <a:gd name="G8" fmla="*/ G7 1 32767"/>
              <a:gd name="G9" fmla="sin G5 G8"/>
              <a:gd name="G10" fmla="*/ 60 1 2"/>
              <a:gd name="G11" fmla="+- G10 0 G4"/>
              <a:gd name="G12" fmla="+- G10 G4 0"/>
              <a:gd name="G13" fmla="+- G12 0 0"/>
              <a:gd name="G14" fmla="*/ 60 1 2"/>
              <a:gd name="G15" fmla="+- G14 0 G9"/>
              <a:gd name="G16" fmla="+- G14 G9 0"/>
              <a:gd name="G17" fmla="+- G16 0 0"/>
              <a:gd name="G18" fmla="+- 60 0 0"/>
              <a:gd name="G19" fmla="+- 60 0 0"/>
              <a:gd name="G20" fmla="+- 180 0 0"/>
              <a:gd name="G21" fmla="+- 90 0 0"/>
              <a:gd name="G22" fmla="+- 270 0 0"/>
              <a:gd name="G23" fmla="+- 90 0 0"/>
              <a:gd name="G24" fmla="+- 0 0 0"/>
              <a:gd name="G25" fmla="+- 90 0 0"/>
              <a:gd name="G26" fmla="+- 90 0 0"/>
              <a:gd name="G27" fmla="+- 90 0 0"/>
            </a:gdLst>
            <a:ahLst/>
            <a:cxnLst>
              <a:cxn ang="0">
                <a:pos x="r" y="vc"/>
              </a:cxn>
              <a:cxn ang="5400000">
                <a:pos x="hc" y="b"/>
              </a:cxn>
              <a:cxn ang="10800000">
                <a:pos x="l" y="vc"/>
              </a:cxn>
              <a:cxn ang="16200000">
                <a:pos x="hc" y="t"/>
              </a:cxn>
            </a:cxnLst>
            <a:rect l="0" t="0" r="0" b="0"/>
            <a:pathLst>
              <a:path>
                <a:moveTo>
                  <a:pt x="0" y="30"/>
                </a:moveTo>
                <a:lnTo>
                  <a:pt x="30" y="30"/>
                </a:lnTo>
                <a:lnTo>
                  <a:pt x="180" y="90"/>
                </a:lnTo>
                <a:lnTo>
                  <a:pt x="30" y="30"/>
                </a:lnTo>
                <a:lnTo>
                  <a:pt x="270" y="90"/>
                </a:lnTo>
                <a:close/>
              </a:path>
            </a:pathLst>
          </a:custGeom>
          <a:solidFill>
            <a:srgbClr val="1F1D1B">
              <a:alpha val="7999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de-DE"/>
          </a:p>
        </p:txBody>
      </p:sp>
      <p:sp>
        <p:nvSpPr>
          <p:cNvPr id="3341" name="AutoShape 269">
            <a:extLst>
              <a:ext uri="{FF2B5EF4-FFF2-40B4-BE49-F238E27FC236}">
                <a16:creationId xmlns:a16="http://schemas.microsoft.com/office/drawing/2014/main" id="{32A6AA0C-AC0A-B0E1-FEDF-CDAE35E8E05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92663" y="3065463"/>
            <a:ext cx="15875" cy="15875"/>
          </a:xfrm>
          <a:custGeom>
            <a:avLst/>
            <a:gdLst>
              <a:gd name="G0" fmla="*/ 47 1 2"/>
              <a:gd name="G1" fmla="*/ 1 48365 11520"/>
              <a:gd name="G2" fmla="*/ G1 32767 1"/>
              <a:gd name="G3" fmla="*/ G2 1 32767"/>
              <a:gd name="G4" fmla="cos G0 G3"/>
              <a:gd name="G5" fmla="*/ 47 1 2"/>
              <a:gd name="G6" fmla="*/ 1 48365 11520"/>
              <a:gd name="G7" fmla="*/ G6 32767 1"/>
              <a:gd name="G8" fmla="*/ G7 1 32767"/>
              <a:gd name="G9" fmla="sin G5 G8"/>
              <a:gd name="G10" fmla="*/ 47 1 2"/>
              <a:gd name="G11" fmla="+- G10 0 G4"/>
              <a:gd name="G12" fmla="+- G10 G4 0"/>
              <a:gd name="G13" fmla="+- G12 0 0"/>
              <a:gd name="G14" fmla="*/ 47 1 2"/>
              <a:gd name="G15" fmla="+- G14 0 G9"/>
              <a:gd name="G16" fmla="+- G14 G9 0"/>
              <a:gd name="G17" fmla="+- G16 0 0"/>
              <a:gd name="G18" fmla="+- 47 0 0"/>
              <a:gd name="G19" fmla="+- 47 0 0"/>
              <a:gd name="G20" fmla="+- 180 0 0"/>
              <a:gd name="G21" fmla="+- 90 0 0"/>
              <a:gd name="G22" fmla="+- 270 0 0"/>
              <a:gd name="G23" fmla="+- 90 0 0"/>
              <a:gd name="G24" fmla="+- 0 0 0"/>
              <a:gd name="G25" fmla="+- 90 0 0"/>
              <a:gd name="G26" fmla="+- 90 0 0"/>
              <a:gd name="G27" fmla="+- 90 0 0"/>
            </a:gdLst>
            <a:ahLst/>
            <a:cxnLst>
              <a:cxn ang="0">
                <a:pos x="r" y="vc"/>
              </a:cxn>
              <a:cxn ang="5400000">
                <a:pos x="hc" y="b"/>
              </a:cxn>
              <a:cxn ang="10800000">
                <a:pos x="l" y="vc"/>
              </a:cxn>
              <a:cxn ang="16200000">
                <a:pos x="hc" y="t"/>
              </a:cxn>
            </a:cxnLst>
            <a:rect l="0" t="0" r="0" b="0"/>
            <a:pathLst>
              <a:path>
                <a:moveTo>
                  <a:pt x="0" y="24"/>
                </a:moveTo>
                <a:lnTo>
                  <a:pt x="24" y="24"/>
                </a:lnTo>
                <a:lnTo>
                  <a:pt x="180" y="90"/>
                </a:lnTo>
                <a:lnTo>
                  <a:pt x="24" y="24"/>
                </a:lnTo>
                <a:lnTo>
                  <a:pt x="270" y="90"/>
                </a:lnTo>
                <a:close/>
              </a:path>
            </a:pathLst>
          </a:custGeom>
          <a:solidFill>
            <a:srgbClr val="1F1D1B">
              <a:alpha val="7999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de-DE"/>
          </a:p>
        </p:txBody>
      </p:sp>
      <p:sp>
        <p:nvSpPr>
          <p:cNvPr id="3342" name="AutoShape 270">
            <a:extLst>
              <a:ext uri="{FF2B5EF4-FFF2-40B4-BE49-F238E27FC236}">
                <a16:creationId xmlns:a16="http://schemas.microsoft.com/office/drawing/2014/main" id="{1479DE9F-220E-D6D9-C44A-2D1BEBE40E3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48100" y="9340850"/>
            <a:ext cx="19050" cy="19050"/>
          </a:xfrm>
          <a:custGeom>
            <a:avLst/>
            <a:gdLst>
              <a:gd name="G0" fmla="*/ 56 1 2"/>
              <a:gd name="G1" fmla="*/ 1 48365 11520"/>
              <a:gd name="G2" fmla="*/ G1 32767 1"/>
              <a:gd name="G3" fmla="*/ G2 1 32767"/>
              <a:gd name="G4" fmla="cos G0 G3"/>
              <a:gd name="G5" fmla="*/ 56 1 2"/>
              <a:gd name="G6" fmla="*/ 1 48365 11520"/>
              <a:gd name="G7" fmla="*/ G6 32767 1"/>
              <a:gd name="G8" fmla="*/ G7 1 32767"/>
              <a:gd name="G9" fmla="sin G5 G8"/>
              <a:gd name="G10" fmla="*/ 56 1 2"/>
              <a:gd name="G11" fmla="+- G10 0 G4"/>
              <a:gd name="G12" fmla="+- G10 G4 0"/>
              <a:gd name="G13" fmla="+- G12 0 0"/>
              <a:gd name="G14" fmla="*/ 56 1 2"/>
              <a:gd name="G15" fmla="+- G14 0 G9"/>
              <a:gd name="G16" fmla="+- G14 G9 0"/>
              <a:gd name="G17" fmla="+- G16 0 0"/>
              <a:gd name="G18" fmla="+- 56 0 0"/>
              <a:gd name="G19" fmla="+- 56 0 0"/>
              <a:gd name="G20" fmla="+- 180 0 0"/>
              <a:gd name="G21" fmla="+- 90 0 0"/>
              <a:gd name="G22" fmla="+- 270 0 0"/>
              <a:gd name="G23" fmla="+- 90 0 0"/>
              <a:gd name="G24" fmla="+- 0 0 0"/>
              <a:gd name="G25" fmla="+- 90 0 0"/>
              <a:gd name="G26" fmla="+- 90 0 0"/>
              <a:gd name="G27" fmla="+- 90 0 0"/>
            </a:gdLst>
            <a:ahLst/>
            <a:cxnLst>
              <a:cxn ang="0">
                <a:pos x="r" y="vc"/>
              </a:cxn>
              <a:cxn ang="5400000">
                <a:pos x="hc" y="b"/>
              </a:cxn>
              <a:cxn ang="10800000">
                <a:pos x="l" y="vc"/>
              </a:cxn>
              <a:cxn ang="16200000">
                <a:pos x="hc" y="t"/>
              </a:cxn>
            </a:cxnLst>
            <a:rect l="0" t="0" r="0" b="0"/>
            <a:pathLst>
              <a:path>
                <a:moveTo>
                  <a:pt x="0" y="28"/>
                </a:moveTo>
                <a:lnTo>
                  <a:pt x="28" y="28"/>
                </a:lnTo>
                <a:lnTo>
                  <a:pt x="180" y="90"/>
                </a:lnTo>
                <a:lnTo>
                  <a:pt x="28" y="28"/>
                </a:lnTo>
                <a:lnTo>
                  <a:pt x="270" y="90"/>
                </a:lnTo>
                <a:close/>
              </a:path>
            </a:pathLst>
          </a:custGeom>
          <a:solidFill>
            <a:srgbClr val="1F1D1B">
              <a:alpha val="7999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de-DE"/>
          </a:p>
        </p:txBody>
      </p:sp>
      <p:sp>
        <p:nvSpPr>
          <p:cNvPr id="3343" name="AutoShape 271">
            <a:extLst>
              <a:ext uri="{FF2B5EF4-FFF2-40B4-BE49-F238E27FC236}">
                <a16:creationId xmlns:a16="http://schemas.microsoft.com/office/drawing/2014/main" id="{BC5A9220-712F-980D-F83D-2CD20309EF45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94588" y="9725025"/>
            <a:ext cx="20637" cy="20638"/>
          </a:xfrm>
          <a:custGeom>
            <a:avLst/>
            <a:gdLst>
              <a:gd name="G0" fmla="*/ 60 1 2"/>
              <a:gd name="G1" fmla="*/ 1 48365 11520"/>
              <a:gd name="G2" fmla="*/ G1 32767 1"/>
              <a:gd name="G3" fmla="*/ G2 1 32767"/>
              <a:gd name="G4" fmla="cos G0 G3"/>
              <a:gd name="G5" fmla="*/ 60 1 2"/>
              <a:gd name="G6" fmla="*/ 1 48365 11520"/>
              <a:gd name="G7" fmla="*/ G6 32767 1"/>
              <a:gd name="G8" fmla="*/ G7 1 32767"/>
              <a:gd name="G9" fmla="sin G5 G8"/>
              <a:gd name="G10" fmla="*/ 60 1 2"/>
              <a:gd name="G11" fmla="+- G10 0 G4"/>
              <a:gd name="G12" fmla="+- G10 G4 0"/>
              <a:gd name="G13" fmla="+- G12 0 0"/>
              <a:gd name="G14" fmla="*/ 60 1 2"/>
              <a:gd name="G15" fmla="+- G14 0 G9"/>
              <a:gd name="G16" fmla="+- G14 G9 0"/>
              <a:gd name="G17" fmla="+- G16 0 0"/>
              <a:gd name="G18" fmla="+- 60 0 0"/>
              <a:gd name="G19" fmla="+- 60 0 0"/>
              <a:gd name="G20" fmla="+- 180 0 0"/>
              <a:gd name="G21" fmla="+- 90 0 0"/>
              <a:gd name="G22" fmla="+- 270 0 0"/>
              <a:gd name="G23" fmla="+- 90 0 0"/>
              <a:gd name="G24" fmla="+- 0 0 0"/>
              <a:gd name="G25" fmla="+- 90 0 0"/>
              <a:gd name="G26" fmla="+- 90 0 0"/>
              <a:gd name="G27" fmla="+- 90 0 0"/>
            </a:gdLst>
            <a:ahLst/>
            <a:cxnLst>
              <a:cxn ang="0">
                <a:pos x="r" y="vc"/>
              </a:cxn>
              <a:cxn ang="5400000">
                <a:pos x="hc" y="b"/>
              </a:cxn>
              <a:cxn ang="10800000">
                <a:pos x="l" y="vc"/>
              </a:cxn>
              <a:cxn ang="16200000">
                <a:pos x="hc" y="t"/>
              </a:cxn>
            </a:cxnLst>
            <a:rect l="0" t="0" r="0" b="0"/>
            <a:pathLst>
              <a:path>
                <a:moveTo>
                  <a:pt x="0" y="30"/>
                </a:moveTo>
                <a:lnTo>
                  <a:pt x="30" y="30"/>
                </a:lnTo>
                <a:lnTo>
                  <a:pt x="180" y="90"/>
                </a:lnTo>
                <a:lnTo>
                  <a:pt x="30" y="30"/>
                </a:lnTo>
                <a:lnTo>
                  <a:pt x="270" y="90"/>
                </a:lnTo>
                <a:close/>
              </a:path>
            </a:pathLst>
          </a:custGeom>
          <a:solidFill>
            <a:srgbClr val="1F1D1B">
              <a:alpha val="7999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de-DE"/>
          </a:p>
        </p:txBody>
      </p:sp>
      <p:sp>
        <p:nvSpPr>
          <p:cNvPr id="3344" name="AutoShape 272">
            <a:extLst>
              <a:ext uri="{FF2B5EF4-FFF2-40B4-BE49-F238E27FC236}">
                <a16:creationId xmlns:a16="http://schemas.microsoft.com/office/drawing/2014/main" id="{1F5217D3-2712-FF6B-DEA9-F1ACADD003E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90950" y="8410575"/>
            <a:ext cx="11113" cy="11113"/>
          </a:xfrm>
          <a:custGeom>
            <a:avLst/>
            <a:gdLst>
              <a:gd name="G0" fmla="*/ 32 1 2"/>
              <a:gd name="G1" fmla="*/ 1 48365 11520"/>
              <a:gd name="G2" fmla="*/ G1 32767 1"/>
              <a:gd name="G3" fmla="*/ G2 1 32767"/>
              <a:gd name="G4" fmla="cos G0 G3"/>
              <a:gd name="G5" fmla="*/ 32 1 2"/>
              <a:gd name="G6" fmla="*/ 1 48365 11520"/>
              <a:gd name="G7" fmla="*/ G6 32767 1"/>
              <a:gd name="G8" fmla="*/ G7 1 32767"/>
              <a:gd name="G9" fmla="sin G5 G8"/>
              <a:gd name="G10" fmla="*/ 32 1 2"/>
              <a:gd name="G11" fmla="+- G10 0 G4"/>
              <a:gd name="G12" fmla="+- G10 G4 0"/>
              <a:gd name="G13" fmla="+- G12 0 0"/>
              <a:gd name="G14" fmla="*/ 32 1 2"/>
              <a:gd name="G15" fmla="+- G14 0 G9"/>
              <a:gd name="G16" fmla="+- G14 G9 0"/>
              <a:gd name="G17" fmla="+- G16 0 0"/>
              <a:gd name="G18" fmla="+- 32 0 0"/>
              <a:gd name="G19" fmla="+- 32 0 0"/>
              <a:gd name="G20" fmla="+- 180 0 0"/>
              <a:gd name="G21" fmla="+- 90 0 0"/>
              <a:gd name="G22" fmla="+- 270 0 0"/>
              <a:gd name="G23" fmla="+- 90 0 0"/>
              <a:gd name="G24" fmla="+- 0 0 0"/>
              <a:gd name="G25" fmla="+- 90 0 0"/>
              <a:gd name="G26" fmla="+- 90 0 0"/>
              <a:gd name="G27" fmla="+- 90 0 0"/>
            </a:gdLst>
            <a:ahLst/>
            <a:cxnLst>
              <a:cxn ang="0">
                <a:pos x="r" y="vc"/>
              </a:cxn>
              <a:cxn ang="5400000">
                <a:pos x="hc" y="b"/>
              </a:cxn>
              <a:cxn ang="10800000">
                <a:pos x="l" y="vc"/>
              </a:cxn>
              <a:cxn ang="16200000">
                <a:pos x="hc" y="t"/>
              </a:cxn>
            </a:cxnLst>
            <a:rect l="0" t="0" r="0" b="0"/>
            <a:pathLst>
              <a:path>
                <a:moveTo>
                  <a:pt x="0" y="16"/>
                </a:moveTo>
                <a:lnTo>
                  <a:pt x="16" y="16"/>
                </a:lnTo>
                <a:lnTo>
                  <a:pt x="180" y="90"/>
                </a:lnTo>
                <a:lnTo>
                  <a:pt x="16" y="16"/>
                </a:lnTo>
                <a:lnTo>
                  <a:pt x="270" y="90"/>
                </a:lnTo>
                <a:close/>
              </a:path>
            </a:pathLst>
          </a:custGeom>
          <a:solidFill>
            <a:srgbClr val="1F1D1B">
              <a:alpha val="7999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de-DE"/>
          </a:p>
        </p:txBody>
      </p:sp>
      <p:sp>
        <p:nvSpPr>
          <p:cNvPr id="3345" name="AutoShape 273">
            <a:extLst>
              <a:ext uri="{FF2B5EF4-FFF2-40B4-BE49-F238E27FC236}">
                <a16:creationId xmlns:a16="http://schemas.microsoft.com/office/drawing/2014/main" id="{CF232F78-E33A-BC6C-3F5F-EEE8EC9C377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21063" y="9588500"/>
            <a:ext cx="12700" cy="12700"/>
          </a:xfrm>
          <a:custGeom>
            <a:avLst/>
            <a:gdLst>
              <a:gd name="G0" fmla="*/ 37 1 2"/>
              <a:gd name="G1" fmla="*/ 1 48365 11520"/>
              <a:gd name="G2" fmla="*/ G1 32767 1"/>
              <a:gd name="G3" fmla="*/ G2 1 32767"/>
              <a:gd name="G4" fmla="cos G0 G3"/>
              <a:gd name="G5" fmla="*/ 37 1 2"/>
              <a:gd name="G6" fmla="*/ 1 48365 11520"/>
              <a:gd name="G7" fmla="*/ G6 32767 1"/>
              <a:gd name="G8" fmla="*/ G7 1 32767"/>
              <a:gd name="G9" fmla="sin G5 G8"/>
              <a:gd name="G10" fmla="*/ 37 1 2"/>
              <a:gd name="G11" fmla="+- G10 0 G4"/>
              <a:gd name="G12" fmla="+- G10 G4 0"/>
              <a:gd name="G13" fmla="+- G12 0 0"/>
              <a:gd name="G14" fmla="*/ 37 1 2"/>
              <a:gd name="G15" fmla="+- G14 0 G9"/>
              <a:gd name="G16" fmla="+- G14 G9 0"/>
              <a:gd name="G17" fmla="+- G16 0 0"/>
              <a:gd name="G18" fmla="+- 37 0 0"/>
              <a:gd name="G19" fmla="+- 37 0 0"/>
              <a:gd name="G20" fmla="+- 180 0 0"/>
              <a:gd name="G21" fmla="+- 90 0 0"/>
              <a:gd name="G22" fmla="+- 270 0 0"/>
              <a:gd name="G23" fmla="+- 90 0 0"/>
              <a:gd name="G24" fmla="+- 0 0 0"/>
              <a:gd name="G25" fmla="+- 90 0 0"/>
              <a:gd name="G26" fmla="+- 90 0 0"/>
              <a:gd name="G27" fmla="+- 90 0 0"/>
            </a:gdLst>
            <a:ahLst/>
            <a:cxnLst>
              <a:cxn ang="0">
                <a:pos x="r" y="vc"/>
              </a:cxn>
              <a:cxn ang="5400000">
                <a:pos x="hc" y="b"/>
              </a:cxn>
              <a:cxn ang="10800000">
                <a:pos x="l" y="vc"/>
              </a:cxn>
              <a:cxn ang="16200000">
                <a:pos x="hc" y="t"/>
              </a:cxn>
            </a:cxnLst>
            <a:rect l="0" t="0" r="0" b="0"/>
            <a:pathLst>
              <a:path>
                <a:moveTo>
                  <a:pt x="0" y="19"/>
                </a:moveTo>
                <a:lnTo>
                  <a:pt x="19" y="19"/>
                </a:lnTo>
                <a:lnTo>
                  <a:pt x="180" y="90"/>
                </a:lnTo>
                <a:lnTo>
                  <a:pt x="19" y="19"/>
                </a:lnTo>
                <a:lnTo>
                  <a:pt x="270" y="90"/>
                </a:lnTo>
                <a:close/>
              </a:path>
            </a:pathLst>
          </a:custGeom>
          <a:solidFill>
            <a:srgbClr val="1F1D1B">
              <a:alpha val="7999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de-DE"/>
          </a:p>
        </p:txBody>
      </p:sp>
      <p:sp>
        <p:nvSpPr>
          <p:cNvPr id="3346" name="AutoShape 274">
            <a:extLst>
              <a:ext uri="{FF2B5EF4-FFF2-40B4-BE49-F238E27FC236}">
                <a16:creationId xmlns:a16="http://schemas.microsoft.com/office/drawing/2014/main" id="{705373EE-BD9F-052B-4262-194A5599F89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87550" y="7388225"/>
            <a:ext cx="17463" cy="17463"/>
          </a:xfrm>
          <a:custGeom>
            <a:avLst/>
            <a:gdLst>
              <a:gd name="G0" fmla="*/ 48 1 2"/>
              <a:gd name="G1" fmla="*/ 1 48365 11520"/>
              <a:gd name="G2" fmla="*/ G1 32767 1"/>
              <a:gd name="G3" fmla="*/ G2 1 32767"/>
              <a:gd name="G4" fmla="cos G0 G3"/>
              <a:gd name="G5" fmla="*/ 48 1 2"/>
              <a:gd name="G6" fmla="*/ 1 48365 11520"/>
              <a:gd name="G7" fmla="*/ G6 32767 1"/>
              <a:gd name="G8" fmla="*/ G7 1 32767"/>
              <a:gd name="G9" fmla="sin G5 G8"/>
              <a:gd name="G10" fmla="*/ 48 1 2"/>
              <a:gd name="G11" fmla="+- G10 0 G4"/>
              <a:gd name="G12" fmla="+- G10 G4 0"/>
              <a:gd name="G13" fmla="+- G12 0 0"/>
              <a:gd name="G14" fmla="*/ 48 1 2"/>
              <a:gd name="G15" fmla="+- G14 0 G9"/>
              <a:gd name="G16" fmla="+- G14 G9 0"/>
              <a:gd name="G17" fmla="+- G16 0 0"/>
              <a:gd name="G18" fmla="+- 48 0 0"/>
              <a:gd name="G19" fmla="+- 48 0 0"/>
              <a:gd name="G20" fmla="+- 180 0 0"/>
              <a:gd name="G21" fmla="+- 90 0 0"/>
              <a:gd name="G22" fmla="+- 270 0 0"/>
              <a:gd name="G23" fmla="+- 90 0 0"/>
              <a:gd name="G24" fmla="+- 0 0 0"/>
              <a:gd name="G25" fmla="+- 90 0 0"/>
              <a:gd name="G26" fmla="+- 90 0 0"/>
              <a:gd name="G27" fmla="+- 90 0 0"/>
            </a:gdLst>
            <a:ahLst/>
            <a:cxnLst>
              <a:cxn ang="0">
                <a:pos x="r" y="vc"/>
              </a:cxn>
              <a:cxn ang="5400000">
                <a:pos x="hc" y="b"/>
              </a:cxn>
              <a:cxn ang="10800000">
                <a:pos x="l" y="vc"/>
              </a:cxn>
              <a:cxn ang="16200000">
                <a:pos x="hc" y="t"/>
              </a:cxn>
            </a:cxnLst>
            <a:rect l="0" t="0" r="0" b="0"/>
            <a:pathLst>
              <a:path>
                <a:moveTo>
                  <a:pt x="0" y="24"/>
                </a:moveTo>
                <a:lnTo>
                  <a:pt x="24" y="24"/>
                </a:lnTo>
                <a:lnTo>
                  <a:pt x="180" y="90"/>
                </a:lnTo>
                <a:lnTo>
                  <a:pt x="24" y="24"/>
                </a:lnTo>
                <a:lnTo>
                  <a:pt x="270" y="90"/>
                </a:lnTo>
                <a:close/>
              </a:path>
            </a:pathLst>
          </a:custGeom>
          <a:solidFill>
            <a:srgbClr val="1F1D1B">
              <a:alpha val="7999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de-DE"/>
          </a:p>
        </p:txBody>
      </p:sp>
      <p:sp>
        <p:nvSpPr>
          <p:cNvPr id="3347" name="AutoShape 275">
            <a:extLst>
              <a:ext uri="{FF2B5EF4-FFF2-40B4-BE49-F238E27FC236}">
                <a16:creationId xmlns:a16="http://schemas.microsoft.com/office/drawing/2014/main" id="{553B3CD1-50D5-AEAB-0C88-BFB8A839955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32075" y="6003925"/>
            <a:ext cx="14288" cy="14288"/>
          </a:xfrm>
          <a:custGeom>
            <a:avLst/>
            <a:gdLst>
              <a:gd name="G0" fmla="*/ 39 1 2"/>
              <a:gd name="G1" fmla="*/ 1 48365 11520"/>
              <a:gd name="G2" fmla="*/ G1 32767 1"/>
              <a:gd name="G3" fmla="*/ G2 1 32767"/>
              <a:gd name="G4" fmla="cos G0 G3"/>
              <a:gd name="G5" fmla="*/ 39 1 2"/>
              <a:gd name="G6" fmla="*/ 1 48365 11520"/>
              <a:gd name="G7" fmla="*/ G6 32767 1"/>
              <a:gd name="G8" fmla="*/ G7 1 32767"/>
              <a:gd name="G9" fmla="sin G5 G8"/>
              <a:gd name="G10" fmla="*/ 39 1 2"/>
              <a:gd name="G11" fmla="+- G10 0 G4"/>
              <a:gd name="G12" fmla="+- G10 G4 0"/>
              <a:gd name="G13" fmla="+- G12 0 0"/>
              <a:gd name="G14" fmla="*/ 39 1 2"/>
              <a:gd name="G15" fmla="+- G14 0 G9"/>
              <a:gd name="G16" fmla="+- G14 G9 0"/>
              <a:gd name="G17" fmla="+- G16 0 0"/>
              <a:gd name="G18" fmla="+- 39 0 0"/>
              <a:gd name="G19" fmla="+- 39 0 0"/>
              <a:gd name="G20" fmla="+- 180 0 0"/>
              <a:gd name="G21" fmla="+- 90 0 0"/>
              <a:gd name="G22" fmla="+- 270 0 0"/>
              <a:gd name="G23" fmla="+- 90 0 0"/>
              <a:gd name="G24" fmla="+- 0 0 0"/>
              <a:gd name="G25" fmla="+- 90 0 0"/>
              <a:gd name="G26" fmla="+- 90 0 0"/>
              <a:gd name="G27" fmla="+- 90 0 0"/>
            </a:gdLst>
            <a:ahLst/>
            <a:cxnLst>
              <a:cxn ang="0">
                <a:pos x="r" y="vc"/>
              </a:cxn>
              <a:cxn ang="5400000">
                <a:pos x="hc" y="b"/>
              </a:cxn>
              <a:cxn ang="10800000">
                <a:pos x="l" y="vc"/>
              </a:cxn>
              <a:cxn ang="16200000">
                <a:pos x="hc" y="t"/>
              </a:cxn>
            </a:cxnLst>
            <a:rect l="0" t="0" r="0" b="0"/>
            <a:pathLst>
              <a:path>
                <a:moveTo>
                  <a:pt x="0" y="20"/>
                </a:moveTo>
                <a:lnTo>
                  <a:pt x="20" y="20"/>
                </a:lnTo>
                <a:lnTo>
                  <a:pt x="180" y="90"/>
                </a:lnTo>
                <a:lnTo>
                  <a:pt x="20" y="20"/>
                </a:lnTo>
                <a:lnTo>
                  <a:pt x="270" y="90"/>
                </a:lnTo>
                <a:close/>
              </a:path>
            </a:pathLst>
          </a:custGeom>
          <a:solidFill>
            <a:srgbClr val="1F1D1B">
              <a:alpha val="7999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de-DE"/>
          </a:p>
        </p:txBody>
      </p:sp>
      <p:sp>
        <p:nvSpPr>
          <p:cNvPr id="3348" name="AutoShape 276">
            <a:extLst>
              <a:ext uri="{FF2B5EF4-FFF2-40B4-BE49-F238E27FC236}">
                <a16:creationId xmlns:a16="http://schemas.microsoft.com/office/drawing/2014/main" id="{EDB0FAF4-0C11-F681-6A8D-63E285BA56E5}"/>
              </a:ext>
            </a:extLst>
          </p:cNvPr>
          <p:cNvSpPr>
            <a:spLocks noChangeArrowheads="1"/>
          </p:cNvSpPr>
          <p:nvPr/>
        </p:nvSpPr>
        <p:spPr bwMode="auto">
          <a:xfrm>
            <a:off x="952500" y="9625013"/>
            <a:ext cx="26988" cy="26987"/>
          </a:xfrm>
          <a:custGeom>
            <a:avLst/>
            <a:gdLst>
              <a:gd name="G0" fmla="*/ 74 1 2"/>
              <a:gd name="G1" fmla="*/ 1 48365 11520"/>
              <a:gd name="G2" fmla="*/ G1 32767 1"/>
              <a:gd name="G3" fmla="*/ G2 1 32767"/>
              <a:gd name="G4" fmla="cos G0 G3"/>
              <a:gd name="G5" fmla="*/ 74 1 2"/>
              <a:gd name="G6" fmla="*/ 1 48365 11520"/>
              <a:gd name="G7" fmla="*/ G6 32767 1"/>
              <a:gd name="G8" fmla="*/ G7 1 32767"/>
              <a:gd name="G9" fmla="sin G5 G8"/>
              <a:gd name="G10" fmla="*/ 74 1 2"/>
              <a:gd name="G11" fmla="+- G10 0 G4"/>
              <a:gd name="G12" fmla="+- G10 G4 0"/>
              <a:gd name="G13" fmla="+- G12 0 0"/>
              <a:gd name="G14" fmla="*/ 74 1 2"/>
              <a:gd name="G15" fmla="+- G14 0 G9"/>
              <a:gd name="G16" fmla="+- G14 G9 0"/>
              <a:gd name="G17" fmla="+- G16 0 0"/>
              <a:gd name="G18" fmla="+- 74 0 0"/>
              <a:gd name="G19" fmla="+- 74 0 0"/>
              <a:gd name="G20" fmla="+- 180 0 0"/>
              <a:gd name="G21" fmla="+- 90 0 0"/>
              <a:gd name="G22" fmla="+- 270 0 0"/>
              <a:gd name="G23" fmla="+- 90 0 0"/>
              <a:gd name="G24" fmla="+- 0 0 0"/>
              <a:gd name="G25" fmla="+- 90 0 0"/>
              <a:gd name="G26" fmla="+- 90 0 0"/>
              <a:gd name="G27" fmla="+- 90 0 0"/>
            </a:gdLst>
            <a:ahLst/>
            <a:cxnLst>
              <a:cxn ang="0">
                <a:pos x="r" y="vc"/>
              </a:cxn>
              <a:cxn ang="5400000">
                <a:pos x="hc" y="b"/>
              </a:cxn>
              <a:cxn ang="10800000">
                <a:pos x="l" y="vc"/>
              </a:cxn>
              <a:cxn ang="16200000">
                <a:pos x="hc" y="t"/>
              </a:cxn>
            </a:cxnLst>
            <a:rect l="0" t="0" r="0" b="0"/>
            <a:pathLst>
              <a:path>
                <a:moveTo>
                  <a:pt x="0" y="37"/>
                </a:moveTo>
                <a:lnTo>
                  <a:pt x="37" y="37"/>
                </a:lnTo>
                <a:lnTo>
                  <a:pt x="180" y="90"/>
                </a:lnTo>
                <a:lnTo>
                  <a:pt x="37" y="37"/>
                </a:lnTo>
                <a:lnTo>
                  <a:pt x="270" y="90"/>
                </a:lnTo>
                <a:close/>
              </a:path>
            </a:pathLst>
          </a:custGeom>
          <a:solidFill>
            <a:srgbClr val="1F1D1B">
              <a:alpha val="7999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de-DE"/>
          </a:p>
        </p:txBody>
      </p:sp>
      <p:sp>
        <p:nvSpPr>
          <p:cNvPr id="3349" name="AutoShape 277">
            <a:extLst>
              <a:ext uri="{FF2B5EF4-FFF2-40B4-BE49-F238E27FC236}">
                <a16:creationId xmlns:a16="http://schemas.microsoft.com/office/drawing/2014/main" id="{AB80ADA8-51F7-018F-968C-B27B99DDD013}"/>
              </a:ext>
            </a:extLst>
          </p:cNvPr>
          <p:cNvSpPr>
            <a:spLocks noChangeArrowheads="1"/>
          </p:cNvSpPr>
          <p:nvPr/>
        </p:nvSpPr>
        <p:spPr bwMode="auto">
          <a:xfrm>
            <a:off x="95250" y="2327275"/>
            <a:ext cx="12700" cy="12700"/>
          </a:xfrm>
          <a:custGeom>
            <a:avLst/>
            <a:gdLst>
              <a:gd name="G0" fmla="*/ 35 1 2"/>
              <a:gd name="G1" fmla="*/ 1 48365 11520"/>
              <a:gd name="G2" fmla="*/ G1 32767 1"/>
              <a:gd name="G3" fmla="*/ G2 1 32767"/>
              <a:gd name="G4" fmla="cos G0 G3"/>
              <a:gd name="G5" fmla="*/ 35 1 2"/>
              <a:gd name="G6" fmla="*/ 1 48365 11520"/>
              <a:gd name="G7" fmla="*/ G6 32767 1"/>
              <a:gd name="G8" fmla="*/ G7 1 32767"/>
              <a:gd name="G9" fmla="sin G5 G8"/>
              <a:gd name="G10" fmla="*/ 35 1 2"/>
              <a:gd name="G11" fmla="+- G10 0 G4"/>
              <a:gd name="G12" fmla="+- G10 G4 0"/>
              <a:gd name="G13" fmla="+- G12 0 0"/>
              <a:gd name="G14" fmla="*/ 35 1 2"/>
              <a:gd name="G15" fmla="+- G14 0 G9"/>
              <a:gd name="G16" fmla="+- G14 G9 0"/>
              <a:gd name="G17" fmla="+- G16 0 0"/>
              <a:gd name="G18" fmla="+- 35 0 0"/>
              <a:gd name="G19" fmla="+- 35 0 0"/>
              <a:gd name="G20" fmla="+- 180 0 0"/>
              <a:gd name="G21" fmla="+- 90 0 0"/>
              <a:gd name="G22" fmla="+- 270 0 0"/>
              <a:gd name="G23" fmla="+- 90 0 0"/>
              <a:gd name="G24" fmla="+- 0 0 0"/>
              <a:gd name="G25" fmla="+- 90 0 0"/>
              <a:gd name="G26" fmla="+- 90 0 0"/>
              <a:gd name="G27" fmla="+- 90 0 0"/>
            </a:gdLst>
            <a:ahLst/>
            <a:cxnLst>
              <a:cxn ang="0">
                <a:pos x="r" y="vc"/>
              </a:cxn>
              <a:cxn ang="5400000">
                <a:pos x="hc" y="b"/>
              </a:cxn>
              <a:cxn ang="10800000">
                <a:pos x="l" y="vc"/>
              </a:cxn>
              <a:cxn ang="16200000">
                <a:pos x="hc" y="t"/>
              </a:cxn>
            </a:cxnLst>
            <a:rect l="0" t="0" r="0" b="0"/>
            <a:pathLst>
              <a:path>
                <a:moveTo>
                  <a:pt x="0" y="18"/>
                </a:moveTo>
                <a:lnTo>
                  <a:pt x="18" y="18"/>
                </a:lnTo>
                <a:lnTo>
                  <a:pt x="180" y="90"/>
                </a:lnTo>
                <a:lnTo>
                  <a:pt x="18" y="18"/>
                </a:lnTo>
                <a:lnTo>
                  <a:pt x="270" y="90"/>
                </a:lnTo>
                <a:close/>
              </a:path>
            </a:pathLst>
          </a:custGeom>
          <a:solidFill>
            <a:srgbClr val="1F1D1B">
              <a:alpha val="7999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de-DE"/>
          </a:p>
        </p:txBody>
      </p:sp>
      <p:sp>
        <p:nvSpPr>
          <p:cNvPr id="3350" name="AutoShape 278">
            <a:extLst>
              <a:ext uri="{FF2B5EF4-FFF2-40B4-BE49-F238E27FC236}">
                <a16:creationId xmlns:a16="http://schemas.microsoft.com/office/drawing/2014/main" id="{C397B6B8-C9F1-A018-768D-5BF57671E32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00400" y="8416925"/>
            <a:ext cx="11113" cy="11113"/>
          </a:xfrm>
          <a:custGeom>
            <a:avLst/>
            <a:gdLst>
              <a:gd name="G0" fmla="*/ 33 1 2"/>
              <a:gd name="G1" fmla="*/ 1 48365 11520"/>
              <a:gd name="G2" fmla="*/ G1 32767 1"/>
              <a:gd name="G3" fmla="*/ G2 1 32767"/>
              <a:gd name="G4" fmla="cos G0 G3"/>
              <a:gd name="G5" fmla="*/ 33 1 2"/>
              <a:gd name="G6" fmla="*/ 1 48365 11520"/>
              <a:gd name="G7" fmla="*/ G6 32767 1"/>
              <a:gd name="G8" fmla="*/ G7 1 32767"/>
              <a:gd name="G9" fmla="sin G5 G8"/>
              <a:gd name="G10" fmla="*/ 33 1 2"/>
              <a:gd name="G11" fmla="+- G10 0 G4"/>
              <a:gd name="G12" fmla="+- G10 G4 0"/>
              <a:gd name="G13" fmla="+- G12 0 0"/>
              <a:gd name="G14" fmla="*/ 33 1 2"/>
              <a:gd name="G15" fmla="+- G14 0 G9"/>
              <a:gd name="G16" fmla="+- G14 G9 0"/>
              <a:gd name="G17" fmla="+- G16 0 0"/>
              <a:gd name="G18" fmla="+- 33 0 0"/>
              <a:gd name="G19" fmla="+- 33 0 0"/>
              <a:gd name="G20" fmla="+- 180 0 0"/>
              <a:gd name="G21" fmla="+- 90 0 0"/>
              <a:gd name="G22" fmla="+- 270 0 0"/>
              <a:gd name="G23" fmla="+- 90 0 0"/>
              <a:gd name="G24" fmla="+- 0 0 0"/>
              <a:gd name="G25" fmla="+- 90 0 0"/>
              <a:gd name="G26" fmla="+- 90 0 0"/>
              <a:gd name="G27" fmla="+- 90 0 0"/>
            </a:gdLst>
            <a:ahLst/>
            <a:cxnLst>
              <a:cxn ang="0">
                <a:pos x="r" y="vc"/>
              </a:cxn>
              <a:cxn ang="5400000">
                <a:pos x="hc" y="b"/>
              </a:cxn>
              <a:cxn ang="10800000">
                <a:pos x="l" y="vc"/>
              </a:cxn>
              <a:cxn ang="16200000">
                <a:pos x="hc" y="t"/>
              </a:cxn>
            </a:cxnLst>
            <a:rect l="0" t="0" r="0" b="0"/>
            <a:pathLst>
              <a:path>
                <a:moveTo>
                  <a:pt x="0" y="17"/>
                </a:moveTo>
                <a:lnTo>
                  <a:pt x="17" y="17"/>
                </a:lnTo>
                <a:lnTo>
                  <a:pt x="180" y="90"/>
                </a:lnTo>
                <a:lnTo>
                  <a:pt x="17" y="17"/>
                </a:lnTo>
                <a:lnTo>
                  <a:pt x="270" y="90"/>
                </a:lnTo>
                <a:close/>
              </a:path>
            </a:pathLst>
          </a:custGeom>
          <a:solidFill>
            <a:srgbClr val="1F1D1B">
              <a:alpha val="7999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de-DE"/>
          </a:p>
        </p:txBody>
      </p:sp>
      <p:sp>
        <p:nvSpPr>
          <p:cNvPr id="3351" name="AutoShape 279">
            <a:extLst>
              <a:ext uri="{FF2B5EF4-FFF2-40B4-BE49-F238E27FC236}">
                <a16:creationId xmlns:a16="http://schemas.microsoft.com/office/drawing/2014/main" id="{8E39B260-0865-686B-9C68-3FD390CB522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70575" y="1909763"/>
            <a:ext cx="14288" cy="14287"/>
          </a:xfrm>
          <a:custGeom>
            <a:avLst/>
            <a:gdLst>
              <a:gd name="G0" fmla="*/ 41 1 2"/>
              <a:gd name="G1" fmla="*/ 1 48365 11520"/>
              <a:gd name="G2" fmla="*/ G1 32767 1"/>
              <a:gd name="G3" fmla="*/ G2 1 32767"/>
              <a:gd name="G4" fmla="cos G0 G3"/>
              <a:gd name="G5" fmla="*/ 41 1 2"/>
              <a:gd name="G6" fmla="*/ 1 48365 11520"/>
              <a:gd name="G7" fmla="*/ G6 32767 1"/>
              <a:gd name="G8" fmla="*/ G7 1 32767"/>
              <a:gd name="G9" fmla="sin G5 G8"/>
              <a:gd name="G10" fmla="*/ 41 1 2"/>
              <a:gd name="G11" fmla="+- G10 0 G4"/>
              <a:gd name="G12" fmla="+- G10 G4 0"/>
              <a:gd name="G13" fmla="+- G12 0 0"/>
              <a:gd name="G14" fmla="*/ 41 1 2"/>
              <a:gd name="G15" fmla="+- G14 0 G9"/>
              <a:gd name="G16" fmla="+- G14 G9 0"/>
              <a:gd name="G17" fmla="+- G16 0 0"/>
              <a:gd name="G18" fmla="+- 41 0 0"/>
              <a:gd name="G19" fmla="+- 41 0 0"/>
              <a:gd name="G20" fmla="+- 180 0 0"/>
              <a:gd name="G21" fmla="+- 90 0 0"/>
              <a:gd name="G22" fmla="+- 270 0 0"/>
              <a:gd name="G23" fmla="+- 90 0 0"/>
              <a:gd name="G24" fmla="+- 0 0 0"/>
              <a:gd name="G25" fmla="+- 90 0 0"/>
              <a:gd name="G26" fmla="+- 90 0 0"/>
              <a:gd name="G27" fmla="+- 90 0 0"/>
            </a:gdLst>
            <a:ahLst/>
            <a:cxnLst>
              <a:cxn ang="0">
                <a:pos x="r" y="vc"/>
              </a:cxn>
              <a:cxn ang="5400000">
                <a:pos x="hc" y="b"/>
              </a:cxn>
              <a:cxn ang="10800000">
                <a:pos x="l" y="vc"/>
              </a:cxn>
              <a:cxn ang="16200000">
                <a:pos x="hc" y="t"/>
              </a:cxn>
            </a:cxnLst>
            <a:rect l="0" t="0" r="0" b="0"/>
            <a:pathLst>
              <a:path>
                <a:moveTo>
                  <a:pt x="0" y="21"/>
                </a:moveTo>
                <a:lnTo>
                  <a:pt x="21" y="21"/>
                </a:lnTo>
                <a:lnTo>
                  <a:pt x="180" y="90"/>
                </a:lnTo>
                <a:lnTo>
                  <a:pt x="21" y="21"/>
                </a:lnTo>
                <a:lnTo>
                  <a:pt x="270" y="90"/>
                </a:lnTo>
                <a:close/>
              </a:path>
            </a:pathLst>
          </a:custGeom>
          <a:solidFill>
            <a:srgbClr val="1F1D1B">
              <a:alpha val="7999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de-DE"/>
          </a:p>
        </p:txBody>
      </p:sp>
      <p:sp>
        <p:nvSpPr>
          <p:cNvPr id="3352" name="AutoShape 280">
            <a:extLst>
              <a:ext uri="{FF2B5EF4-FFF2-40B4-BE49-F238E27FC236}">
                <a16:creationId xmlns:a16="http://schemas.microsoft.com/office/drawing/2014/main" id="{1D2BF624-7702-2DBC-82EA-BD6F6410D86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03638" y="7115175"/>
            <a:ext cx="11112" cy="11113"/>
          </a:xfrm>
          <a:custGeom>
            <a:avLst/>
            <a:gdLst>
              <a:gd name="G0" fmla="*/ 33 1 2"/>
              <a:gd name="G1" fmla="*/ 1 48365 11520"/>
              <a:gd name="G2" fmla="*/ G1 32767 1"/>
              <a:gd name="G3" fmla="*/ G2 1 32767"/>
              <a:gd name="G4" fmla="cos G0 G3"/>
              <a:gd name="G5" fmla="*/ 33 1 2"/>
              <a:gd name="G6" fmla="*/ 1 48365 11520"/>
              <a:gd name="G7" fmla="*/ G6 32767 1"/>
              <a:gd name="G8" fmla="*/ G7 1 32767"/>
              <a:gd name="G9" fmla="sin G5 G8"/>
              <a:gd name="G10" fmla="*/ 33 1 2"/>
              <a:gd name="G11" fmla="+- G10 0 G4"/>
              <a:gd name="G12" fmla="+- G10 G4 0"/>
              <a:gd name="G13" fmla="+- G12 0 0"/>
              <a:gd name="G14" fmla="*/ 33 1 2"/>
              <a:gd name="G15" fmla="+- G14 0 G9"/>
              <a:gd name="G16" fmla="+- G14 G9 0"/>
              <a:gd name="G17" fmla="+- G16 0 0"/>
              <a:gd name="G18" fmla="+- 33 0 0"/>
              <a:gd name="G19" fmla="+- 33 0 0"/>
              <a:gd name="G20" fmla="+- 180 0 0"/>
              <a:gd name="G21" fmla="+- 90 0 0"/>
              <a:gd name="G22" fmla="+- 270 0 0"/>
              <a:gd name="G23" fmla="+- 90 0 0"/>
              <a:gd name="G24" fmla="+- 0 0 0"/>
              <a:gd name="G25" fmla="+- 90 0 0"/>
              <a:gd name="G26" fmla="+- 90 0 0"/>
              <a:gd name="G27" fmla="+- 90 0 0"/>
            </a:gdLst>
            <a:ahLst/>
            <a:cxnLst>
              <a:cxn ang="0">
                <a:pos x="r" y="vc"/>
              </a:cxn>
              <a:cxn ang="5400000">
                <a:pos x="hc" y="b"/>
              </a:cxn>
              <a:cxn ang="10800000">
                <a:pos x="l" y="vc"/>
              </a:cxn>
              <a:cxn ang="16200000">
                <a:pos x="hc" y="t"/>
              </a:cxn>
            </a:cxnLst>
            <a:rect l="0" t="0" r="0" b="0"/>
            <a:pathLst>
              <a:path>
                <a:moveTo>
                  <a:pt x="0" y="17"/>
                </a:moveTo>
                <a:lnTo>
                  <a:pt x="17" y="17"/>
                </a:lnTo>
                <a:lnTo>
                  <a:pt x="180" y="90"/>
                </a:lnTo>
                <a:lnTo>
                  <a:pt x="17" y="17"/>
                </a:lnTo>
                <a:lnTo>
                  <a:pt x="270" y="90"/>
                </a:lnTo>
                <a:close/>
              </a:path>
            </a:pathLst>
          </a:custGeom>
          <a:solidFill>
            <a:srgbClr val="1F1D1B">
              <a:alpha val="7999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de-DE"/>
          </a:p>
        </p:txBody>
      </p:sp>
      <p:sp>
        <p:nvSpPr>
          <p:cNvPr id="3353" name="AutoShape 281">
            <a:extLst>
              <a:ext uri="{FF2B5EF4-FFF2-40B4-BE49-F238E27FC236}">
                <a16:creationId xmlns:a16="http://schemas.microsoft.com/office/drawing/2014/main" id="{8DF5D2BC-5CA0-BEAF-B4B4-8EBA331A2F67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85050" y="8105775"/>
            <a:ext cx="25400" cy="25400"/>
          </a:xfrm>
          <a:custGeom>
            <a:avLst/>
            <a:gdLst>
              <a:gd name="G0" fmla="*/ 72 1 2"/>
              <a:gd name="G1" fmla="*/ 1 48365 11520"/>
              <a:gd name="G2" fmla="*/ G1 32767 1"/>
              <a:gd name="G3" fmla="*/ G2 1 32767"/>
              <a:gd name="G4" fmla="cos G0 G3"/>
              <a:gd name="G5" fmla="*/ 72 1 2"/>
              <a:gd name="G6" fmla="*/ 1 48365 11520"/>
              <a:gd name="G7" fmla="*/ G6 32767 1"/>
              <a:gd name="G8" fmla="*/ G7 1 32767"/>
              <a:gd name="G9" fmla="sin G5 G8"/>
              <a:gd name="G10" fmla="*/ 72 1 2"/>
              <a:gd name="G11" fmla="+- G10 0 G4"/>
              <a:gd name="G12" fmla="+- G10 G4 0"/>
              <a:gd name="G13" fmla="+- G12 0 0"/>
              <a:gd name="G14" fmla="*/ 72 1 2"/>
              <a:gd name="G15" fmla="+- G14 0 G9"/>
              <a:gd name="G16" fmla="+- G14 G9 0"/>
              <a:gd name="G17" fmla="+- G16 0 0"/>
              <a:gd name="G18" fmla="+- 72 0 0"/>
              <a:gd name="G19" fmla="+- 72 0 0"/>
              <a:gd name="G20" fmla="+- 180 0 0"/>
              <a:gd name="G21" fmla="+- 90 0 0"/>
              <a:gd name="G22" fmla="+- 270 0 0"/>
              <a:gd name="G23" fmla="+- 90 0 0"/>
              <a:gd name="G24" fmla="+- 0 0 0"/>
              <a:gd name="G25" fmla="+- 90 0 0"/>
              <a:gd name="G26" fmla="+- 90 0 0"/>
              <a:gd name="G27" fmla="+- 90 0 0"/>
            </a:gdLst>
            <a:ahLst/>
            <a:cxnLst>
              <a:cxn ang="0">
                <a:pos x="r" y="vc"/>
              </a:cxn>
              <a:cxn ang="5400000">
                <a:pos x="hc" y="b"/>
              </a:cxn>
              <a:cxn ang="10800000">
                <a:pos x="l" y="vc"/>
              </a:cxn>
              <a:cxn ang="16200000">
                <a:pos x="hc" y="t"/>
              </a:cxn>
            </a:cxnLst>
            <a:rect l="0" t="0" r="0" b="0"/>
            <a:pathLst>
              <a:path>
                <a:moveTo>
                  <a:pt x="0" y="36"/>
                </a:moveTo>
                <a:lnTo>
                  <a:pt x="36" y="36"/>
                </a:lnTo>
                <a:lnTo>
                  <a:pt x="180" y="90"/>
                </a:lnTo>
                <a:lnTo>
                  <a:pt x="36" y="36"/>
                </a:lnTo>
                <a:lnTo>
                  <a:pt x="270" y="90"/>
                </a:lnTo>
                <a:close/>
              </a:path>
            </a:pathLst>
          </a:custGeom>
          <a:solidFill>
            <a:srgbClr val="1F1D1B">
              <a:alpha val="7999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de-DE"/>
          </a:p>
        </p:txBody>
      </p:sp>
      <p:sp>
        <p:nvSpPr>
          <p:cNvPr id="3354" name="AutoShape 282">
            <a:extLst>
              <a:ext uri="{FF2B5EF4-FFF2-40B4-BE49-F238E27FC236}">
                <a16:creationId xmlns:a16="http://schemas.microsoft.com/office/drawing/2014/main" id="{D3C044B6-B452-717A-02EE-62727BC2162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73638" y="9072563"/>
            <a:ext cx="14287" cy="14287"/>
          </a:xfrm>
          <a:custGeom>
            <a:avLst/>
            <a:gdLst>
              <a:gd name="G0" fmla="*/ 42 1 2"/>
              <a:gd name="G1" fmla="*/ 1 48365 11520"/>
              <a:gd name="G2" fmla="*/ G1 32767 1"/>
              <a:gd name="G3" fmla="*/ G2 1 32767"/>
              <a:gd name="G4" fmla="cos G0 G3"/>
              <a:gd name="G5" fmla="*/ 42 1 2"/>
              <a:gd name="G6" fmla="*/ 1 48365 11520"/>
              <a:gd name="G7" fmla="*/ G6 32767 1"/>
              <a:gd name="G8" fmla="*/ G7 1 32767"/>
              <a:gd name="G9" fmla="sin G5 G8"/>
              <a:gd name="G10" fmla="*/ 42 1 2"/>
              <a:gd name="G11" fmla="+- G10 0 G4"/>
              <a:gd name="G12" fmla="+- G10 G4 0"/>
              <a:gd name="G13" fmla="+- G12 0 0"/>
              <a:gd name="G14" fmla="*/ 42 1 2"/>
              <a:gd name="G15" fmla="+- G14 0 G9"/>
              <a:gd name="G16" fmla="+- G14 G9 0"/>
              <a:gd name="G17" fmla="+- G16 0 0"/>
              <a:gd name="G18" fmla="+- 42 0 0"/>
              <a:gd name="G19" fmla="+- 42 0 0"/>
              <a:gd name="G20" fmla="+- 180 0 0"/>
              <a:gd name="G21" fmla="+- 90 0 0"/>
              <a:gd name="G22" fmla="+- 270 0 0"/>
              <a:gd name="G23" fmla="+- 90 0 0"/>
              <a:gd name="G24" fmla="+- 0 0 0"/>
              <a:gd name="G25" fmla="+- 90 0 0"/>
              <a:gd name="G26" fmla="+- 90 0 0"/>
              <a:gd name="G27" fmla="+- 90 0 0"/>
            </a:gdLst>
            <a:ahLst/>
            <a:cxnLst>
              <a:cxn ang="0">
                <a:pos x="r" y="vc"/>
              </a:cxn>
              <a:cxn ang="5400000">
                <a:pos x="hc" y="b"/>
              </a:cxn>
              <a:cxn ang="10800000">
                <a:pos x="l" y="vc"/>
              </a:cxn>
              <a:cxn ang="16200000">
                <a:pos x="hc" y="t"/>
              </a:cxn>
            </a:cxnLst>
            <a:rect l="0" t="0" r="0" b="0"/>
            <a:pathLst>
              <a:path>
                <a:moveTo>
                  <a:pt x="0" y="21"/>
                </a:moveTo>
                <a:lnTo>
                  <a:pt x="21" y="21"/>
                </a:lnTo>
                <a:lnTo>
                  <a:pt x="180" y="90"/>
                </a:lnTo>
                <a:lnTo>
                  <a:pt x="21" y="21"/>
                </a:lnTo>
                <a:lnTo>
                  <a:pt x="270" y="90"/>
                </a:lnTo>
                <a:close/>
              </a:path>
            </a:pathLst>
          </a:custGeom>
          <a:solidFill>
            <a:srgbClr val="1F1D1B">
              <a:alpha val="7999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de-DE"/>
          </a:p>
        </p:txBody>
      </p:sp>
      <p:sp>
        <p:nvSpPr>
          <p:cNvPr id="3355" name="AutoShape 283">
            <a:extLst>
              <a:ext uri="{FF2B5EF4-FFF2-40B4-BE49-F238E27FC236}">
                <a16:creationId xmlns:a16="http://schemas.microsoft.com/office/drawing/2014/main" id="{26B019EC-A2DF-BFBC-21E8-C0F5B207F27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53275" y="4148138"/>
            <a:ext cx="19050" cy="19050"/>
          </a:xfrm>
          <a:custGeom>
            <a:avLst/>
            <a:gdLst>
              <a:gd name="G0" fmla="*/ 52 1 2"/>
              <a:gd name="G1" fmla="*/ 1 48365 11520"/>
              <a:gd name="G2" fmla="*/ G1 32767 1"/>
              <a:gd name="G3" fmla="*/ G2 1 32767"/>
              <a:gd name="G4" fmla="cos G0 G3"/>
              <a:gd name="G5" fmla="*/ 52 1 2"/>
              <a:gd name="G6" fmla="*/ 1 48365 11520"/>
              <a:gd name="G7" fmla="*/ G6 32767 1"/>
              <a:gd name="G8" fmla="*/ G7 1 32767"/>
              <a:gd name="G9" fmla="sin G5 G8"/>
              <a:gd name="G10" fmla="*/ 52 1 2"/>
              <a:gd name="G11" fmla="+- G10 0 G4"/>
              <a:gd name="G12" fmla="+- G10 G4 0"/>
              <a:gd name="G13" fmla="+- G12 0 0"/>
              <a:gd name="G14" fmla="*/ 52 1 2"/>
              <a:gd name="G15" fmla="+- G14 0 G9"/>
              <a:gd name="G16" fmla="+- G14 G9 0"/>
              <a:gd name="G17" fmla="+- G16 0 0"/>
              <a:gd name="G18" fmla="+- 52 0 0"/>
              <a:gd name="G19" fmla="+- 52 0 0"/>
              <a:gd name="G20" fmla="+- 180 0 0"/>
              <a:gd name="G21" fmla="+- 90 0 0"/>
              <a:gd name="G22" fmla="+- 270 0 0"/>
              <a:gd name="G23" fmla="+- 90 0 0"/>
              <a:gd name="G24" fmla="+- 0 0 0"/>
              <a:gd name="G25" fmla="+- 90 0 0"/>
              <a:gd name="G26" fmla="+- 90 0 0"/>
              <a:gd name="G27" fmla="+- 90 0 0"/>
            </a:gdLst>
            <a:ahLst/>
            <a:cxnLst>
              <a:cxn ang="0">
                <a:pos x="r" y="vc"/>
              </a:cxn>
              <a:cxn ang="5400000">
                <a:pos x="hc" y="b"/>
              </a:cxn>
              <a:cxn ang="10800000">
                <a:pos x="l" y="vc"/>
              </a:cxn>
              <a:cxn ang="16200000">
                <a:pos x="hc" y="t"/>
              </a:cxn>
            </a:cxnLst>
            <a:rect l="0" t="0" r="0" b="0"/>
            <a:pathLst>
              <a:path>
                <a:moveTo>
                  <a:pt x="0" y="26"/>
                </a:moveTo>
                <a:lnTo>
                  <a:pt x="26" y="26"/>
                </a:lnTo>
                <a:lnTo>
                  <a:pt x="180" y="90"/>
                </a:lnTo>
                <a:lnTo>
                  <a:pt x="26" y="26"/>
                </a:lnTo>
                <a:lnTo>
                  <a:pt x="270" y="90"/>
                </a:lnTo>
                <a:close/>
              </a:path>
            </a:pathLst>
          </a:custGeom>
          <a:solidFill>
            <a:srgbClr val="1F1D1B">
              <a:alpha val="7999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de-DE"/>
          </a:p>
        </p:txBody>
      </p:sp>
      <p:sp>
        <p:nvSpPr>
          <p:cNvPr id="3356" name="AutoShape 284">
            <a:extLst>
              <a:ext uri="{FF2B5EF4-FFF2-40B4-BE49-F238E27FC236}">
                <a16:creationId xmlns:a16="http://schemas.microsoft.com/office/drawing/2014/main" id="{CA2A3F76-D999-627B-D5A9-28F9D194215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82788" y="7583488"/>
            <a:ext cx="11112" cy="11112"/>
          </a:xfrm>
          <a:custGeom>
            <a:avLst/>
            <a:gdLst>
              <a:gd name="G0" fmla="*/ 31 1 2"/>
              <a:gd name="G1" fmla="*/ 1 48365 11520"/>
              <a:gd name="G2" fmla="*/ G1 32767 1"/>
              <a:gd name="G3" fmla="*/ G2 1 32767"/>
              <a:gd name="G4" fmla="cos G0 G3"/>
              <a:gd name="G5" fmla="*/ 31 1 2"/>
              <a:gd name="G6" fmla="*/ 1 48365 11520"/>
              <a:gd name="G7" fmla="*/ G6 32767 1"/>
              <a:gd name="G8" fmla="*/ G7 1 32767"/>
              <a:gd name="G9" fmla="sin G5 G8"/>
              <a:gd name="G10" fmla="*/ 31 1 2"/>
              <a:gd name="G11" fmla="+- G10 0 G4"/>
              <a:gd name="G12" fmla="+- G10 G4 0"/>
              <a:gd name="G13" fmla="+- G12 0 0"/>
              <a:gd name="G14" fmla="*/ 31 1 2"/>
              <a:gd name="G15" fmla="+- G14 0 G9"/>
              <a:gd name="G16" fmla="+- G14 G9 0"/>
              <a:gd name="G17" fmla="+- G16 0 0"/>
              <a:gd name="G18" fmla="+- 31 0 0"/>
              <a:gd name="G19" fmla="+- 31 0 0"/>
              <a:gd name="G20" fmla="+- 180 0 0"/>
              <a:gd name="G21" fmla="+- 90 0 0"/>
              <a:gd name="G22" fmla="+- 270 0 0"/>
              <a:gd name="G23" fmla="+- 90 0 0"/>
              <a:gd name="G24" fmla="+- 0 0 0"/>
              <a:gd name="G25" fmla="+- 90 0 0"/>
              <a:gd name="G26" fmla="+- 90 0 0"/>
              <a:gd name="G27" fmla="+- 90 0 0"/>
            </a:gdLst>
            <a:ahLst/>
            <a:cxnLst>
              <a:cxn ang="0">
                <a:pos x="r" y="vc"/>
              </a:cxn>
              <a:cxn ang="5400000">
                <a:pos x="hc" y="b"/>
              </a:cxn>
              <a:cxn ang="10800000">
                <a:pos x="l" y="vc"/>
              </a:cxn>
              <a:cxn ang="16200000">
                <a:pos x="hc" y="t"/>
              </a:cxn>
            </a:cxnLst>
            <a:rect l="0" t="0" r="0" b="0"/>
            <a:pathLst>
              <a:path>
                <a:moveTo>
                  <a:pt x="0" y="16"/>
                </a:moveTo>
                <a:lnTo>
                  <a:pt x="16" y="16"/>
                </a:lnTo>
                <a:lnTo>
                  <a:pt x="180" y="90"/>
                </a:lnTo>
                <a:lnTo>
                  <a:pt x="16" y="16"/>
                </a:lnTo>
                <a:lnTo>
                  <a:pt x="270" y="90"/>
                </a:lnTo>
                <a:close/>
              </a:path>
            </a:pathLst>
          </a:custGeom>
          <a:solidFill>
            <a:srgbClr val="1F1D1B">
              <a:alpha val="7999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de-DE"/>
          </a:p>
        </p:txBody>
      </p:sp>
      <p:sp>
        <p:nvSpPr>
          <p:cNvPr id="3357" name="AutoShape 285">
            <a:extLst>
              <a:ext uri="{FF2B5EF4-FFF2-40B4-BE49-F238E27FC236}">
                <a16:creationId xmlns:a16="http://schemas.microsoft.com/office/drawing/2014/main" id="{8D21FD49-4EA9-BB20-20E2-68FCEC4CAA7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7638" y="3452813"/>
            <a:ext cx="14287" cy="14287"/>
          </a:xfrm>
          <a:custGeom>
            <a:avLst/>
            <a:gdLst>
              <a:gd name="G0" fmla="*/ 42 1 2"/>
              <a:gd name="G1" fmla="*/ 1 48365 11520"/>
              <a:gd name="G2" fmla="*/ G1 32767 1"/>
              <a:gd name="G3" fmla="*/ G2 1 32767"/>
              <a:gd name="G4" fmla="cos G0 G3"/>
              <a:gd name="G5" fmla="*/ 42 1 2"/>
              <a:gd name="G6" fmla="*/ 1 48365 11520"/>
              <a:gd name="G7" fmla="*/ G6 32767 1"/>
              <a:gd name="G8" fmla="*/ G7 1 32767"/>
              <a:gd name="G9" fmla="sin G5 G8"/>
              <a:gd name="G10" fmla="*/ 42 1 2"/>
              <a:gd name="G11" fmla="+- G10 0 G4"/>
              <a:gd name="G12" fmla="+- G10 G4 0"/>
              <a:gd name="G13" fmla="+- G12 0 0"/>
              <a:gd name="G14" fmla="*/ 42 1 2"/>
              <a:gd name="G15" fmla="+- G14 0 G9"/>
              <a:gd name="G16" fmla="+- G14 G9 0"/>
              <a:gd name="G17" fmla="+- G16 0 0"/>
              <a:gd name="G18" fmla="+- 42 0 0"/>
              <a:gd name="G19" fmla="+- 42 0 0"/>
              <a:gd name="G20" fmla="+- 180 0 0"/>
              <a:gd name="G21" fmla="+- 90 0 0"/>
              <a:gd name="G22" fmla="+- 270 0 0"/>
              <a:gd name="G23" fmla="+- 90 0 0"/>
              <a:gd name="G24" fmla="+- 0 0 0"/>
              <a:gd name="G25" fmla="+- 90 0 0"/>
              <a:gd name="G26" fmla="+- 90 0 0"/>
              <a:gd name="G27" fmla="+- 90 0 0"/>
            </a:gdLst>
            <a:ahLst/>
            <a:cxnLst>
              <a:cxn ang="0">
                <a:pos x="r" y="vc"/>
              </a:cxn>
              <a:cxn ang="5400000">
                <a:pos x="hc" y="b"/>
              </a:cxn>
              <a:cxn ang="10800000">
                <a:pos x="l" y="vc"/>
              </a:cxn>
              <a:cxn ang="16200000">
                <a:pos x="hc" y="t"/>
              </a:cxn>
            </a:cxnLst>
            <a:rect l="0" t="0" r="0" b="0"/>
            <a:pathLst>
              <a:path>
                <a:moveTo>
                  <a:pt x="0" y="21"/>
                </a:moveTo>
                <a:lnTo>
                  <a:pt x="21" y="21"/>
                </a:lnTo>
                <a:lnTo>
                  <a:pt x="180" y="90"/>
                </a:lnTo>
                <a:lnTo>
                  <a:pt x="21" y="21"/>
                </a:lnTo>
                <a:lnTo>
                  <a:pt x="270" y="90"/>
                </a:lnTo>
                <a:close/>
              </a:path>
            </a:pathLst>
          </a:custGeom>
          <a:solidFill>
            <a:srgbClr val="1F1D1B">
              <a:alpha val="7999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de-DE"/>
          </a:p>
        </p:txBody>
      </p:sp>
      <p:sp>
        <p:nvSpPr>
          <p:cNvPr id="3358" name="AutoShape 286">
            <a:extLst>
              <a:ext uri="{FF2B5EF4-FFF2-40B4-BE49-F238E27FC236}">
                <a16:creationId xmlns:a16="http://schemas.microsoft.com/office/drawing/2014/main" id="{DF46E308-2BA1-20A3-2333-66018073A4C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89488" y="6002338"/>
            <a:ext cx="20637" cy="20637"/>
          </a:xfrm>
          <a:custGeom>
            <a:avLst/>
            <a:gdLst>
              <a:gd name="G0" fmla="*/ 59 1 2"/>
              <a:gd name="G1" fmla="*/ 1 48365 11520"/>
              <a:gd name="G2" fmla="*/ G1 32767 1"/>
              <a:gd name="G3" fmla="*/ G2 1 32767"/>
              <a:gd name="G4" fmla="cos G0 G3"/>
              <a:gd name="G5" fmla="*/ 59 1 2"/>
              <a:gd name="G6" fmla="*/ 1 48365 11520"/>
              <a:gd name="G7" fmla="*/ G6 32767 1"/>
              <a:gd name="G8" fmla="*/ G7 1 32767"/>
              <a:gd name="G9" fmla="sin G5 G8"/>
              <a:gd name="G10" fmla="*/ 59 1 2"/>
              <a:gd name="G11" fmla="+- G10 0 G4"/>
              <a:gd name="G12" fmla="+- G10 G4 0"/>
              <a:gd name="G13" fmla="+- G12 0 0"/>
              <a:gd name="G14" fmla="*/ 59 1 2"/>
              <a:gd name="G15" fmla="+- G14 0 G9"/>
              <a:gd name="G16" fmla="+- G14 G9 0"/>
              <a:gd name="G17" fmla="+- G16 0 0"/>
              <a:gd name="G18" fmla="+- 59 0 0"/>
              <a:gd name="G19" fmla="+- 59 0 0"/>
              <a:gd name="G20" fmla="+- 180 0 0"/>
              <a:gd name="G21" fmla="+- 90 0 0"/>
              <a:gd name="G22" fmla="+- 270 0 0"/>
              <a:gd name="G23" fmla="+- 90 0 0"/>
              <a:gd name="G24" fmla="+- 0 0 0"/>
              <a:gd name="G25" fmla="+- 90 0 0"/>
              <a:gd name="G26" fmla="+- 90 0 0"/>
              <a:gd name="G27" fmla="+- 90 0 0"/>
            </a:gdLst>
            <a:ahLst/>
            <a:cxnLst>
              <a:cxn ang="0">
                <a:pos x="r" y="vc"/>
              </a:cxn>
              <a:cxn ang="5400000">
                <a:pos x="hc" y="b"/>
              </a:cxn>
              <a:cxn ang="10800000">
                <a:pos x="l" y="vc"/>
              </a:cxn>
              <a:cxn ang="16200000">
                <a:pos x="hc" y="t"/>
              </a:cxn>
            </a:cxnLst>
            <a:rect l="0" t="0" r="0" b="0"/>
            <a:pathLst>
              <a:path>
                <a:moveTo>
                  <a:pt x="0" y="30"/>
                </a:moveTo>
                <a:lnTo>
                  <a:pt x="30" y="30"/>
                </a:lnTo>
                <a:lnTo>
                  <a:pt x="180" y="90"/>
                </a:lnTo>
                <a:lnTo>
                  <a:pt x="30" y="30"/>
                </a:lnTo>
                <a:lnTo>
                  <a:pt x="270" y="90"/>
                </a:lnTo>
                <a:close/>
              </a:path>
            </a:pathLst>
          </a:custGeom>
          <a:solidFill>
            <a:srgbClr val="1F1D1B">
              <a:alpha val="7999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de-DE"/>
          </a:p>
        </p:txBody>
      </p:sp>
      <p:sp>
        <p:nvSpPr>
          <p:cNvPr id="3359" name="AutoShape 287">
            <a:extLst>
              <a:ext uri="{FF2B5EF4-FFF2-40B4-BE49-F238E27FC236}">
                <a16:creationId xmlns:a16="http://schemas.microsoft.com/office/drawing/2014/main" id="{B89691D6-2726-58F7-0DDE-280F07A737F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67163" y="9367838"/>
            <a:ext cx="19050" cy="19050"/>
          </a:xfrm>
          <a:custGeom>
            <a:avLst/>
            <a:gdLst>
              <a:gd name="G0" fmla="*/ 56 1 2"/>
              <a:gd name="G1" fmla="*/ 1 48365 11520"/>
              <a:gd name="G2" fmla="*/ G1 32767 1"/>
              <a:gd name="G3" fmla="*/ G2 1 32767"/>
              <a:gd name="G4" fmla="cos G0 G3"/>
              <a:gd name="G5" fmla="*/ 56 1 2"/>
              <a:gd name="G6" fmla="*/ 1 48365 11520"/>
              <a:gd name="G7" fmla="*/ G6 32767 1"/>
              <a:gd name="G8" fmla="*/ G7 1 32767"/>
              <a:gd name="G9" fmla="sin G5 G8"/>
              <a:gd name="G10" fmla="*/ 56 1 2"/>
              <a:gd name="G11" fmla="+- G10 0 G4"/>
              <a:gd name="G12" fmla="+- G10 G4 0"/>
              <a:gd name="G13" fmla="+- G12 0 0"/>
              <a:gd name="G14" fmla="*/ 56 1 2"/>
              <a:gd name="G15" fmla="+- G14 0 G9"/>
              <a:gd name="G16" fmla="+- G14 G9 0"/>
              <a:gd name="G17" fmla="+- G16 0 0"/>
              <a:gd name="G18" fmla="+- 56 0 0"/>
              <a:gd name="G19" fmla="+- 56 0 0"/>
              <a:gd name="G20" fmla="+- 180 0 0"/>
              <a:gd name="G21" fmla="+- 90 0 0"/>
              <a:gd name="G22" fmla="+- 270 0 0"/>
              <a:gd name="G23" fmla="+- 90 0 0"/>
              <a:gd name="G24" fmla="+- 0 0 0"/>
              <a:gd name="G25" fmla="+- 90 0 0"/>
              <a:gd name="G26" fmla="+- 90 0 0"/>
              <a:gd name="G27" fmla="+- 90 0 0"/>
            </a:gdLst>
            <a:ahLst/>
            <a:cxnLst>
              <a:cxn ang="0">
                <a:pos x="r" y="vc"/>
              </a:cxn>
              <a:cxn ang="5400000">
                <a:pos x="hc" y="b"/>
              </a:cxn>
              <a:cxn ang="10800000">
                <a:pos x="l" y="vc"/>
              </a:cxn>
              <a:cxn ang="16200000">
                <a:pos x="hc" y="t"/>
              </a:cxn>
            </a:cxnLst>
            <a:rect l="0" t="0" r="0" b="0"/>
            <a:pathLst>
              <a:path>
                <a:moveTo>
                  <a:pt x="0" y="28"/>
                </a:moveTo>
                <a:lnTo>
                  <a:pt x="28" y="28"/>
                </a:lnTo>
                <a:lnTo>
                  <a:pt x="180" y="90"/>
                </a:lnTo>
                <a:lnTo>
                  <a:pt x="28" y="28"/>
                </a:lnTo>
                <a:lnTo>
                  <a:pt x="270" y="90"/>
                </a:lnTo>
                <a:close/>
              </a:path>
            </a:pathLst>
          </a:custGeom>
          <a:solidFill>
            <a:srgbClr val="1F1D1B">
              <a:alpha val="7999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de-DE"/>
          </a:p>
        </p:txBody>
      </p:sp>
      <p:sp>
        <p:nvSpPr>
          <p:cNvPr id="3360" name="AutoShape 288">
            <a:extLst>
              <a:ext uri="{FF2B5EF4-FFF2-40B4-BE49-F238E27FC236}">
                <a16:creationId xmlns:a16="http://schemas.microsoft.com/office/drawing/2014/main" id="{416900FE-A921-4FA8-5574-876B616EF948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0738" y="7680325"/>
            <a:ext cx="19050" cy="19050"/>
          </a:xfrm>
          <a:custGeom>
            <a:avLst/>
            <a:gdLst>
              <a:gd name="G0" fmla="*/ 52 1 2"/>
              <a:gd name="G1" fmla="*/ 1 48365 11520"/>
              <a:gd name="G2" fmla="*/ G1 32767 1"/>
              <a:gd name="G3" fmla="*/ G2 1 32767"/>
              <a:gd name="G4" fmla="cos G0 G3"/>
              <a:gd name="G5" fmla="*/ 52 1 2"/>
              <a:gd name="G6" fmla="*/ 1 48365 11520"/>
              <a:gd name="G7" fmla="*/ G6 32767 1"/>
              <a:gd name="G8" fmla="*/ G7 1 32767"/>
              <a:gd name="G9" fmla="sin G5 G8"/>
              <a:gd name="G10" fmla="*/ 52 1 2"/>
              <a:gd name="G11" fmla="+- G10 0 G4"/>
              <a:gd name="G12" fmla="+- G10 G4 0"/>
              <a:gd name="G13" fmla="+- G12 0 0"/>
              <a:gd name="G14" fmla="*/ 52 1 2"/>
              <a:gd name="G15" fmla="+- G14 0 G9"/>
              <a:gd name="G16" fmla="+- G14 G9 0"/>
              <a:gd name="G17" fmla="+- G16 0 0"/>
              <a:gd name="G18" fmla="+- 52 0 0"/>
              <a:gd name="G19" fmla="+- 52 0 0"/>
              <a:gd name="G20" fmla="+- 180 0 0"/>
              <a:gd name="G21" fmla="+- 90 0 0"/>
              <a:gd name="G22" fmla="+- 270 0 0"/>
              <a:gd name="G23" fmla="+- 90 0 0"/>
              <a:gd name="G24" fmla="+- 0 0 0"/>
              <a:gd name="G25" fmla="+- 90 0 0"/>
              <a:gd name="G26" fmla="+- 90 0 0"/>
              <a:gd name="G27" fmla="+- 90 0 0"/>
            </a:gdLst>
            <a:ahLst/>
            <a:cxnLst>
              <a:cxn ang="0">
                <a:pos x="r" y="vc"/>
              </a:cxn>
              <a:cxn ang="5400000">
                <a:pos x="hc" y="b"/>
              </a:cxn>
              <a:cxn ang="10800000">
                <a:pos x="l" y="vc"/>
              </a:cxn>
              <a:cxn ang="16200000">
                <a:pos x="hc" y="t"/>
              </a:cxn>
            </a:cxnLst>
            <a:rect l="0" t="0" r="0" b="0"/>
            <a:pathLst>
              <a:path>
                <a:moveTo>
                  <a:pt x="0" y="26"/>
                </a:moveTo>
                <a:lnTo>
                  <a:pt x="26" y="26"/>
                </a:lnTo>
                <a:lnTo>
                  <a:pt x="180" y="90"/>
                </a:lnTo>
                <a:lnTo>
                  <a:pt x="26" y="26"/>
                </a:lnTo>
                <a:lnTo>
                  <a:pt x="270" y="90"/>
                </a:lnTo>
                <a:close/>
              </a:path>
            </a:pathLst>
          </a:custGeom>
          <a:solidFill>
            <a:srgbClr val="1F1D1B">
              <a:alpha val="7999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de-DE"/>
          </a:p>
        </p:txBody>
      </p:sp>
      <p:sp>
        <p:nvSpPr>
          <p:cNvPr id="3361" name="AutoShape 289">
            <a:extLst>
              <a:ext uri="{FF2B5EF4-FFF2-40B4-BE49-F238E27FC236}">
                <a16:creationId xmlns:a16="http://schemas.microsoft.com/office/drawing/2014/main" id="{A70E98BF-F25F-17E2-C5C2-E44FF8D2F9D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40438" y="5132388"/>
            <a:ext cx="23812" cy="23812"/>
          </a:xfrm>
          <a:custGeom>
            <a:avLst/>
            <a:gdLst>
              <a:gd name="G0" fmla="*/ 65 1 2"/>
              <a:gd name="G1" fmla="*/ 1 48365 11520"/>
              <a:gd name="G2" fmla="*/ G1 32767 1"/>
              <a:gd name="G3" fmla="*/ G2 1 32767"/>
              <a:gd name="G4" fmla="cos G0 G3"/>
              <a:gd name="G5" fmla="*/ 65 1 2"/>
              <a:gd name="G6" fmla="*/ 1 48365 11520"/>
              <a:gd name="G7" fmla="*/ G6 32767 1"/>
              <a:gd name="G8" fmla="*/ G7 1 32767"/>
              <a:gd name="G9" fmla="sin G5 G8"/>
              <a:gd name="G10" fmla="*/ 65 1 2"/>
              <a:gd name="G11" fmla="+- G10 0 G4"/>
              <a:gd name="G12" fmla="+- G10 G4 0"/>
              <a:gd name="G13" fmla="+- G12 0 0"/>
              <a:gd name="G14" fmla="*/ 65 1 2"/>
              <a:gd name="G15" fmla="+- G14 0 G9"/>
              <a:gd name="G16" fmla="+- G14 G9 0"/>
              <a:gd name="G17" fmla="+- G16 0 0"/>
              <a:gd name="G18" fmla="+- 65 0 0"/>
              <a:gd name="G19" fmla="+- 65 0 0"/>
              <a:gd name="G20" fmla="+- 180 0 0"/>
              <a:gd name="G21" fmla="+- 90 0 0"/>
              <a:gd name="G22" fmla="+- 270 0 0"/>
              <a:gd name="G23" fmla="+- 90 0 0"/>
              <a:gd name="G24" fmla="+- 0 0 0"/>
              <a:gd name="G25" fmla="+- 90 0 0"/>
              <a:gd name="G26" fmla="+- 90 0 0"/>
              <a:gd name="G27" fmla="+- 90 0 0"/>
            </a:gdLst>
            <a:ahLst/>
            <a:cxnLst>
              <a:cxn ang="0">
                <a:pos x="r" y="vc"/>
              </a:cxn>
              <a:cxn ang="5400000">
                <a:pos x="hc" y="b"/>
              </a:cxn>
              <a:cxn ang="10800000">
                <a:pos x="l" y="vc"/>
              </a:cxn>
              <a:cxn ang="16200000">
                <a:pos x="hc" y="t"/>
              </a:cxn>
            </a:cxnLst>
            <a:rect l="0" t="0" r="0" b="0"/>
            <a:pathLst>
              <a:path>
                <a:moveTo>
                  <a:pt x="0" y="33"/>
                </a:moveTo>
                <a:lnTo>
                  <a:pt x="33" y="33"/>
                </a:lnTo>
                <a:lnTo>
                  <a:pt x="180" y="90"/>
                </a:lnTo>
                <a:lnTo>
                  <a:pt x="33" y="33"/>
                </a:lnTo>
                <a:lnTo>
                  <a:pt x="270" y="90"/>
                </a:lnTo>
                <a:close/>
              </a:path>
            </a:pathLst>
          </a:custGeom>
          <a:solidFill>
            <a:srgbClr val="1F1D1B">
              <a:alpha val="7999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de-DE"/>
          </a:p>
        </p:txBody>
      </p:sp>
      <p:sp>
        <p:nvSpPr>
          <p:cNvPr id="3362" name="AutoShape 290">
            <a:extLst>
              <a:ext uri="{FF2B5EF4-FFF2-40B4-BE49-F238E27FC236}">
                <a16:creationId xmlns:a16="http://schemas.microsoft.com/office/drawing/2014/main" id="{E3257998-F0F8-5A5E-BD6B-A25672979F0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4938" y="5913438"/>
            <a:ext cx="25400" cy="25400"/>
          </a:xfrm>
          <a:custGeom>
            <a:avLst/>
            <a:gdLst>
              <a:gd name="G0" fmla="*/ 70 1 2"/>
              <a:gd name="G1" fmla="*/ 1 48365 11520"/>
              <a:gd name="G2" fmla="*/ G1 32767 1"/>
              <a:gd name="G3" fmla="*/ G2 1 32767"/>
              <a:gd name="G4" fmla="cos G0 G3"/>
              <a:gd name="G5" fmla="*/ 70 1 2"/>
              <a:gd name="G6" fmla="*/ 1 48365 11520"/>
              <a:gd name="G7" fmla="*/ G6 32767 1"/>
              <a:gd name="G8" fmla="*/ G7 1 32767"/>
              <a:gd name="G9" fmla="sin G5 G8"/>
              <a:gd name="G10" fmla="*/ 70 1 2"/>
              <a:gd name="G11" fmla="+- G10 0 G4"/>
              <a:gd name="G12" fmla="+- G10 G4 0"/>
              <a:gd name="G13" fmla="+- G12 0 0"/>
              <a:gd name="G14" fmla="*/ 70 1 2"/>
              <a:gd name="G15" fmla="+- G14 0 G9"/>
              <a:gd name="G16" fmla="+- G14 G9 0"/>
              <a:gd name="G17" fmla="+- G16 0 0"/>
              <a:gd name="G18" fmla="+- 70 0 0"/>
              <a:gd name="G19" fmla="+- 70 0 0"/>
              <a:gd name="G20" fmla="+- 180 0 0"/>
              <a:gd name="G21" fmla="+- 90 0 0"/>
              <a:gd name="G22" fmla="+- 270 0 0"/>
              <a:gd name="G23" fmla="+- 90 0 0"/>
              <a:gd name="G24" fmla="+- 0 0 0"/>
              <a:gd name="G25" fmla="+- 90 0 0"/>
              <a:gd name="G26" fmla="+- 90 0 0"/>
              <a:gd name="G27" fmla="+- 90 0 0"/>
            </a:gdLst>
            <a:ahLst/>
            <a:cxnLst>
              <a:cxn ang="0">
                <a:pos x="r" y="vc"/>
              </a:cxn>
              <a:cxn ang="5400000">
                <a:pos x="hc" y="b"/>
              </a:cxn>
              <a:cxn ang="10800000">
                <a:pos x="l" y="vc"/>
              </a:cxn>
              <a:cxn ang="16200000">
                <a:pos x="hc" y="t"/>
              </a:cxn>
            </a:cxnLst>
            <a:rect l="0" t="0" r="0" b="0"/>
            <a:pathLst>
              <a:path>
                <a:moveTo>
                  <a:pt x="0" y="35"/>
                </a:moveTo>
                <a:lnTo>
                  <a:pt x="35" y="35"/>
                </a:lnTo>
                <a:lnTo>
                  <a:pt x="180" y="90"/>
                </a:lnTo>
                <a:lnTo>
                  <a:pt x="35" y="35"/>
                </a:lnTo>
                <a:lnTo>
                  <a:pt x="270" y="90"/>
                </a:lnTo>
                <a:close/>
              </a:path>
            </a:pathLst>
          </a:custGeom>
          <a:solidFill>
            <a:srgbClr val="1F1D1B">
              <a:alpha val="7999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de-DE"/>
          </a:p>
        </p:txBody>
      </p:sp>
      <p:sp>
        <p:nvSpPr>
          <p:cNvPr id="3363" name="AutoShape 291">
            <a:extLst>
              <a:ext uri="{FF2B5EF4-FFF2-40B4-BE49-F238E27FC236}">
                <a16:creationId xmlns:a16="http://schemas.microsoft.com/office/drawing/2014/main" id="{E28080F1-9152-573E-FF5E-449FC259905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38263" y="4156075"/>
            <a:ext cx="12700" cy="12700"/>
          </a:xfrm>
          <a:custGeom>
            <a:avLst/>
            <a:gdLst>
              <a:gd name="G0" fmla="*/ 38 1 2"/>
              <a:gd name="G1" fmla="*/ 1 48365 11520"/>
              <a:gd name="G2" fmla="*/ G1 32767 1"/>
              <a:gd name="G3" fmla="*/ G2 1 32767"/>
              <a:gd name="G4" fmla="cos G0 G3"/>
              <a:gd name="G5" fmla="*/ 38 1 2"/>
              <a:gd name="G6" fmla="*/ 1 48365 11520"/>
              <a:gd name="G7" fmla="*/ G6 32767 1"/>
              <a:gd name="G8" fmla="*/ G7 1 32767"/>
              <a:gd name="G9" fmla="sin G5 G8"/>
              <a:gd name="G10" fmla="*/ 38 1 2"/>
              <a:gd name="G11" fmla="+- G10 0 G4"/>
              <a:gd name="G12" fmla="+- G10 G4 0"/>
              <a:gd name="G13" fmla="+- G12 0 0"/>
              <a:gd name="G14" fmla="*/ 38 1 2"/>
              <a:gd name="G15" fmla="+- G14 0 G9"/>
              <a:gd name="G16" fmla="+- G14 G9 0"/>
              <a:gd name="G17" fmla="+- G16 0 0"/>
              <a:gd name="G18" fmla="+- 38 0 0"/>
              <a:gd name="G19" fmla="+- 38 0 0"/>
              <a:gd name="G20" fmla="+- 180 0 0"/>
              <a:gd name="G21" fmla="+- 90 0 0"/>
              <a:gd name="G22" fmla="+- 270 0 0"/>
              <a:gd name="G23" fmla="+- 90 0 0"/>
              <a:gd name="G24" fmla="+- 0 0 0"/>
              <a:gd name="G25" fmla="+- 90 0 0"/>
              <a:gd name="G26" fmla="+- 90 0 0"/>
              <a:gd name="G27" fmla="+- 90 0 0"/>
            </a:gdLst>
            <a:ahLst/>
            <a:cxnLst>
              <a:cxn ang="0">
                <a:pos x="r" y="vc"/>
              </a:cxn>
              <a:cxn ang="5400000">
                <a:pos x="hc" y="b"/>
              </a:cxn>
              <a:cxn ang="10800000">
                <a:pos x="l" y="vc"/>
              </a:cxn>
              <a:cxn ang="16200000">
                <a:pos x="hc" y="t"/>
              </a:cxn>
            </a:cxnLst>
            <a:rect l="0" t="0" r="0" b="0"/>
            <a:pathLst>
              <a:path>
                <a:moveTo>
                  <a:pt x="0" y="19"/>
                </a:moveTo>
                <a:lnTo>
                  <a:pt x="19" y="19"/>
                </a:lnTo>
                <a:lnTo>
                  <a:pt x="180" y="90"/>
                </a:lnTo>
                <a:lnTo>
                  <a:pt x="19" y="19"/>
                </a:lnTo>
                <a:lnTo>
                  <a:pt x="270" y="90"/>
                </a:lnTo>
                <a:close/>
              </a:path>
            </a:pathLst>
          </a:custGeom>
          <a:solidFill>
            <a:srgbClr val="1F1D1B">
              <a:alpha val="7999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de-DE"/>
          </a:p>
        </p:txBody>
      </p:sp>
      <p:sp>
        <p:nvSpPr>
          <p:cNvPr id="3364" name="AutoShape 292">
            <a:extLst>
              <a:ext uri="{FF2B5EF4-FFF2-40B4-BE49-F238E27FC236}">
                <a16:creationId xmlns:a16="http://schemas.microsoft.com/office/drawing/2014/main" id="{A1C3BA10-05DB-9854-EC4A-9DFEC6F1217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48275" y="4052888"/>
            <a:ext cx="12700" cy="12700"/>
          </a:xfrm>
          <a:custGeom>
            <a:avLst/>
            <a:gdLst>
              <a:gd name="G0" fmla="*/ 36 1 2"/>
              <a:gd name="G1" fmla="*/ 1 48365 11520"/>
              <a:gd name="G2" fmla="*/ G1 32767 1"/>
              <a:gd name="G3" fmla="*/ G2 1 32767"/>
              <a:gd name="G4" fmla="cos G0 G3"/>
              <a:gd name="G5" fmla="*/ 36 1 2"/>
              <a:gd name="G6" fmla="*/ 1 48365 11520"/>
              <a:gd name="G7" fmla="*/ G6 32767 1"/>
              <a:gd name="G8" fmla="*/ G7 1 32767"/>
              <a:gd name="G9" fmla="sin G5 G8"/>
              <a:gd name="G10" fmla="*/ 36 1 2"/>
              <a:gd name="G11" fmla="+- G10 0 G4"/>
              <a:gd name="G12" fmla="+- G10 G4 0"/>
              <a:gd name="G13" fmla="+- G12 0 0"/>
              <a:gd name="G14" fmla="*/ 36 1 2"/>
              <a:gd name="G15" fmla="+- G14 0 G9"/>
              <a:gd name="G16" fmla="+- G14 G9 0"/>
              <a:gd name="G17" fmla="+- G16 0 0"/>
              <a:gd name="G18" fmla="+- 36 0 0"/>
              <a:gd name="G19" fmla="+- 36 0 0"/>
              <a:gd name="G20" fmla="+- 180 0 0"/>
              <a:gd name="G21" fmla="+- 90 0 0"/>
              <a:gd name="G22" fmla="+- 270 0 0"/>
              <a:gd name="G23" fmla="+- 90 0 0"/>
              <a:gd name="G24" fmla="+- 0 0 0"/>
              <a:gd name="G25" fmla="+- 90 0 0"/>
              <a:gd name="G26" fmla="+- 90 0 0"/>
              <a:gd name="G27" fmla="+- 90 0 0"/>
            </a:gdLst>
            <a:ahLst/>
            <a:cxnLst>
              <a:cxn ang="0">
                <a:pos x="r" y="vc"/>
              </a:cxn>
              <a:cxn ang="5400000">
                <a:pos x="hc" y="b"/>
              </a:cxn>
              <a:cxn ang="10800000">
                <a:pos x="l" y="vc"/>
              </a:cxn>
              <a:cxn ang="16200000">
                <a:pos x="hc" y="t"/>
              </a:cxn>
            </a:cxnLst>
            <a:rect l="0" t="0" r="0" b="0"/>
            <a:pathLst>
              <a:path>
                <a:moveTo>
                  <a:pt x="0" y="18"/>
                </a:moveTo>
                <a:lnTo>
                  <a:pt x="18" y="18"/>
                </a:lnTo>
                <a:lnTo>
                  <a:pt x="180" y="90"/>
                </a:lnTo>
                <a:lnTo>
                  <a:pt x="18" y="18"/>
                </a:lnTo>
                <a:lnTo>
                  <a:pt x="270" y="90"/>
                </a:lnTo>
                <a:close/>
              </a:path>
            </a:pathLst>
          </a:custGeom>
          <a:solidFill>
            <a:srgbClr val="1F1D1B">
              <a:alpha val="7999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de-DE"/>
          </a:p>
        </p:txBody>
      </p:sp>
      <p:sp>
        <p:nvSpPr>
          <p:cNvPr id="3365" name="AutoShape 293">
            <a:extLst>
              <a:ext uri="{FF2B5EF4-FFF2-40B4-BE49-F238E27FC236}">
                <a16:creationId xmlns:a16="http://schemas.microsoft.com/office/drawing/2014/main" id="{EDF4BBB8-0300-6F5D-F335-8759860AAC76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62838" y="9791700"/>
            <a:ext cx="12700" cy="12700"/>
          </a:xfrm>
          <a:custGeom>
            <a:avLst/>
            <a:gdLst>
              <a:gd name="G0" fmla="*/ 36 1 2"/>
              <a:gd name="G1" fmla="*/ 1 48365 11520"/>
              <a:gd name="G2" fmla="*/ G1 32767 1"/>
              <a:gd name="G3" fmla="*/ G2 1 32767"/>
              <a:gd name="G4" fmla="cos G0 G3"/>
              <a:gd name="G5" fmla="*/ 36 1 2"/>
              <a:gd name="G6" fmla="*/ 1 48365 11520"/>
              <a:gd name="G7" fmla="*/ G6 32767 1"/>
              <a:gd name="G8" fmla="*/ G7 1 32767"/>
              <a:gd name="G9" fmla="sin G5 G8"/>
              <a:gd name="G10" fmla="*/ 36 1 2"/>
              <a:gd name="G11" fmla="+- G10 0 G4"/>
              <a:gd name="G12" fmla="+- G10 G4 0"/>
              <a:gd name="G13" fmla="+- G12 0 0"/>
              <a:gd name="G14" fmla="*/ 36 1 2"/>
              <a:gd name="G15" fmla="+- G14 0 G9"/>
              <a:gd name="G16" fmla="+- G14 G9 0"/>
              <a:gd name="G17" fmla="+- G16 0 0"/>
              <a:gd name="G18" fmla="+- 36 0 0"/>
              <a:gd name="G19" fmla="+- 36 0 0"/>
              <a:gd name="G20" fmla="+- 180 0 0"/>
              <a:gd name="G21" fmla="+- 90 0 0"/>
              <a:gd name="G22" fmla="+- 270 0 0"/>
              <a:gd name="G23" fmla="+- 90 0 0"/>
              <a:gd name="G24" fmla="+- 0 0 0"/>
              <a:gd name="G25" fmla="+- 90 0 0"/>
              <a:gd name="G26" fmla="+- 90 0 0"/>
              <a:gd name="G27" fmla="+- 90 0 0"/>
            </a:gdLst>
            <a:ahLst/>
            <a:cxnLst>
              <a:cxn ang="0">
                <a:pos x="r" y="vc"/>
              </a:cxn>
              <a:cxn ang="5400000">
                <a:pos x="hc" y="b"/>
              </a:cxn>
              <a:cxn ang="10800000">
                <a:pos x="l" y="vc"/>
              </a:cxn>
              <a:cxn ang="16200000">
                <a:pos x="hc" y="t"/>
              </a:cxn>
            </a:cxnLst>
            <a:rect l="0" t="0" r="0" b="0"/>
            <a:pathLst>
              <a:path>
                <a:moveTo>
                  <a:pt x="0" y="18"/>
                </a:moveTo>
                <a:lnTo>
                  <a:pt x="18" y="18"/>
                </a:lnTo>
                <a:lnTo>
                  <a:pt x="180" y="90"/>
                </a:lnTo>
                <a:lnTo>
                  <a:pt x="18" y="18"/>
                </a:lnTo>
                <a:lnTo>
                  <a:pt x="270" y="90"/>
                </a:lnTo>
                <a:close/>
              </a:path>
            </a:pathLst>
          </a:custGeom>
          <a:solidFill>
            <a:srgbClr val="1F1D1B">
              <a:alpha val="7999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de-DE"/>
          </a:p>
        </p:txBody>
      </p:sp>
      <p:sp>
        <p:nvSpPr>
          <p:cNvPr id="3366" name="AutoShape 294">
            <a:extLst>
              <a:ext uri="{FF2B5EF4-FFF2-40B4-BE49-F238E27FC236}">
                <a16:creationId xmlns:a16="http://schemas.microsoft.com/office/drawing/2014/main" id="{979D9BD3-6CBA-F30C-E806-8748E6D22C5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84575" y="5451475"/>
            <a:ext cx="20638" cy="20638"/>
          </a:xfrm>
          <a:custGeom>
            <a:avLst/>
            <a:gdLst>
              <a:gd name="G0" fmla="*/ 58 1 2"/>
              <a:gd name="G1" fmla="*/ 1 48365 11520"/>
              <a:gd name="G2" fmla="*/ G1 32767 1"/>
              <a:gd name="G3" fmla="*/ G2 1 32767"/>
              <a:gd name="G4" fmla="cos G0 G3"/>
              <a:gd name="G5" fmla="*/ 58 1 2"/>
              <a:gd name="G6" fmla="*/ 1 48365 11520"/>
              <a:gd name="G7" fmla="*/ G6 32767 1"/>
              <a:gd name="G8" fmla="*/ G7 1 32767"/>
              <a:gd name="G9" fmla="sin G5 G8"/>
              <a:gd name="G10" fmla="*/ 58 1 2"/>
              <a:gd name="G11" fmla="+- G10 0 G4"/>
              <a:gd name="G12" fmla="+- G10 G4 0"/>
              <a:gd name="G13" fmla="+- G12 0 0"/>
              <a:gd name="G14" fmla="*/ 58 1 2"/>
              <a:gd name="G15" fmla="+- G14 0 G9"/>
              <a:gd name="G16" fmla="+- G14 G9 0"/>
              <a:gd name="G17" fmla="+- G16 0 0"/>
              <a:gd name="G18" fmla="+- 58 0 0"/>
              <a:gd name="G19" fmla="+- 58 0 0"/>
              <a:gd name="G20" fmla="+- 180 0 0"/>
              <a:gd name="G21" fmla="+- 90 0 0"/>
              <a:gd name="G22" fmla="+- 270 0 0"/>
              <a:gd name="G23" fmla="+- 90 0 0"/>
              <a:gd name="G24" fmla="+- 0 0 0"/>
              <a:gd name="G25" fmla="+- 90 0 0"/>
              <a:gd name="G26" fmla="+- 90 0 0"/>
              <a:gd name="G27" fmla="+- 90 0 0"/>
            </a:gdLst>
            <a:ahLst/>
            <a:cxnLst>
              <a:cxn ang="0">
                <a:pos x="r" y="vc"/>
              </a:cxn>
              <a:cxn ang="5400000">
                <a:pos x="hc" y="b"/>
              </a:cxn>
              <a:cxn ang="10800000">
                <a:pos x="l" y="vc"/>
              </a:cxn>
              <a:cxn ang="16200000">
                <a:pos x="hc" y="t"/>
              </a:cxn>
            </a:cxnLst>
            <a:rect l="0" t="0" r="0" b="0"/>
            <a:pathLst>
              <a:path>
                <a:moveTo>
                  <a:pt x="0" y="29"/>
                </a:moveTo>
                <a:lnTo>
                  <a:pt x="29" y="29"/>
                </a:lnTo>
                <a:lnTo>
                  <a:pt x="180" y="90"/>
                </a:lnTo>
                <a:lnTo>
                  <a:pt x="29" y="29"/>
                </a:lnTo>
                <a:lnTo>
                  <a:pt x="270" y="90"/>
                </a:lnTo>
                <a:close/>
              </a:path>
            </a:pathLst>
          </a:custGeom>
          <a:solidFill>
            <a:srgbClr val="1F1D1B">
              <a:alpha val="7999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de-DE"/>
          </a:p>
        </p:txBody>
      </p:sp>
      <p:sp>
        <p:nvSpPr>
          <p:cNvPr id="3367" name="AutoShape 295">
            <a:extLst>
              <a:ext uri="{FF2B5EF4-FFF2-40B4-BE49-F238E27FC236}">
                <a16:creationId xmlns:a16="http://schemas.microsoft.com/office/drawing/2014/main" id="{BFDC409A-92D9-FFAD-8094-562B04EAAD4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97363" y="5276850"/>
            <a:ext cx="26987" cy="26988"/>
          </a:xfrm>
          <a:custGeom>
            <a:avLst/>
            <a:gdLst>
              <a:gd name="G0" fmla="*/ 75 1 2"/>
              <a:gd name="G1" fmla="*/ 1 48365 11520"/>
              <a:gd name="G2" fmla="*/ G1 32767 1"/>
              <a:gd name="G3" fmla="*/ G2 1 32767"/>
              <a:gd name="G4" fmla="cos G0 G3"/>
              <a:gd name="G5" fmla="*/ 75 1 2"/>
              <a:gd name="G6" fmla="*/ 1 48365 11520"/>
              <a:gd name="G7" fmla="*/ G6 32767 1"/>
              <a:gd name="G8" fmla="*/ G7 1 32767"/>
              <a:gd name="G9" fmla="sin G5 G8"/>
              <a:gd name="G10" fmla="*/ 75 1 2"/>
              <a:gd name="G11" fmla="+- G10 0 G4"/>
              <a:gd name="G12" fmla="+- G10 G4 0"/>
              <a:gd name="G13" fmla="+- G12 0 0"/>
              <a:gd name="G14" fmla="*/ 75 1 2"/>
              <a:gd name="G15" fmla="+- G14 0 G9"/>
              <a:gd name="G16" fmla="+- G14 G9 0"/>
              <a:gd name="G17" fmla="+- G16 0 0"/>
              <a:gd name="G18" fmla="+- 75 0 0"/>
              <a:gd name="G19" fmla="+- 75 0 0"/>
              <a:gd name="G20" fmla="+- 180 0 0"/>
              <a:gd name="G21" fmla="+- 90 0 0"/>
              <a:gd name="G22" fmla="+- 270 0 0"/>
              <a:gd name="G23" fmla="+- 90 0 0"/>
              <a:gd name="G24" fmla="+- 0 0 0"/>
              <a:gd name="G25" fmla="+- 90 0 0"/>
              <a:gd name="G26" fmla="+- 90 0 0"/>
              <a:gd name="G27" fmla="+- 90 0 0"/>
            </a:gdLst>
            <a:ahLst/>
            <a:cxnLst>
              <a:cxn ang="0">
                <a:pos x="r" y="vc"/>
              </a:cxn>
              <a:cxn ang="5400000">
                <a:pos x="hc" y="b"/>
              </a:cxn>
              <a:cxn ang="10800000">
                <a:pos x="l" y="vc"/>
              </a:cxn>
              <a:cxn ang="16200000">
                <a:pos x="hc" y="t"/>
              </a:cxn>
            </a:cxnLst>
            <a:rect l="0" t="0" r="0" b="0"/>
            <a:pathLst>
              <a:path>
                <a:moveTo>
                  <a:pt x="0" y="38"/>
                </a:moveTo>
                <a:lnTo>
                  <a:pt x="38" y="38"/>
                </a:lnTo>
                <a:lnTo>
                  <a:pt x="180" y="90"/>
                </a:lnTo>
                <a:lnTo>
                  <a:pt x="38" y="38"/>
                </a:lnTo>
                <a:lnTo>
                  <a:pt x="270" y="90"/>
                </a:lnTo>
                <a:close/>
              </a:path>
            </a:pathLst>
          </a:custGeom>
          <a:solidFill>
            <a:srgbClr val="1F1D1B">
              <a:alpha val="7999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de-DE"/>
          </a:p>
        </p:txBody>
      </p:sp>
      <p:sp>
        <p:nvSpPr>
          <p:cNvPr id="3368" name="AutoShape 296">
            <a:extLst>
              <a:ext uri="{FF2B5EF4-FFF2-40B4-BE49-F238E27FC236}">
                <a16:creationId xmlns:a16="http://schemas.microsoft.com/office/drawing/2014/main" id="{9C3FFC3C-F249-2C91-941C-441217DC18A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03825" y="3403600"/>
            <a:ext cx="20638" cy="20638"/>
          </a:xfrm>
          <a:custGeom>
            <a:avLst/>
            <a:gdLst>
              <a:gd name="G0" fmla="*/ 59 1 2"/>
              <a:gd name="G1" fmla="*/ 1 48365 11520"/>
              <a:gd name="G2" fmla="*/ G1 32767 1"/>
              <a:gd name="G3" fmla="*/ G2 1 32767"/>
              <a:gd name="G4" fmla="cos G0 G3"/>
              <a:gd name="G5" fmla="*/ 59 1 2"/>
              <a:gd name="G6" fmla="*/ 1 48365 11520"/>
              <a:gd name="G7" fmla="*/ G6 32767 1"/>
              <a:gd name="G8" fmla="*/ G7 1 32767"/>
              <a:gd name="G9" fmla="sin G5 G8"/>
              <a:gd name="G10" fmla="*/ 59 1 2"/>
              <a:gd name="G11" fmla="+- G10 0 G4"/>
              <a:gd name="G12" fmla="+- G10 G4 0"/>
              <a:gd name="G13" fmla="+- G12 0 0"/>
              <a:gd name="G14" fmla="*/ 59 1 2"/>
              <a:gd name="G15" fmla="+- G14 0 G9"/>
              <a:gd name="G16" fmla="+- G14 G9 0"/>
              <a:gd name="G17" fmla="+- G16 0 0"/>
              <a:gd name="G18" fmla="+- 59 0 0"/>
              <a:gd name="G19" fmla="+- 59 0 0"/>
              <a:gd name="G20" fmla="+- 180 0 0"/>
              <a:gd name="G21" fmla="+- 90 0 0"/>
              <a:gd name="G22" fmla="+- 270 0 0"/>
              <a:gd name="G23" fmla="+- 90 0 0"/>
              <a:gd name="G24" fmla="+- 0 0 0"/>
              <a:gd name="G25" fmla="+- 90 0 0"/>
              <a:gd name="G26" fmla="+- 90 0 0"/>
              <a:gd name="G27" fmla="+- 90 0 0"/>
            </a:gdLst>
            <a:ahLst/>
            <a:cxnLst>
              <a:cxn ang="0">
                <a:pos x="r" y="vc"/>
              </a:cxn>
              <a:cxn ang="5400000">
                <a:pos x="hc" y="b"/>
              </a:cxn>
              <a:cxn ang="10800000">
                <a:pos x="l" y="vc"/>
              </a:cxn>
              <a:cxn ang="16200000">
                <a:pos x="hc" y="t"/>
              </a:cxn>
            </a:cxnLst>
            <a:rect l="0" t="0" r="0" b="0"/>
            <a:pathLst>
              <a:path>
                <a:moveTo>
                  <a:pt x="0" y="30"/>
                </a:moveTo>
                <a:lnTo>
                  <a:pt x="30" y="30"/>
                </a:lnTo>
                <a:lnTo>
                  <a:pt x="180" y="90"/>
                </a:lnTo>
                <a:lnTo>
                  <a:pt x="30" y="30"/>
                </a:lnTo>
                <a:lnTo>
                  <a:pt x="270" y="90"/>
                </a:lnTo>
                <a:close/>
              </a:path>
            </a:pathLst>
          </a:custGeom>
          <a:solidFill>
            <a:srgbClr val="1F1D1B">
              <a:alpha val="7999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de-DE"/>
          </a:p>
        </p:txBody>
      </p:sp>
      <p:sp>
        <p:nvSpPr>
          <p:cNvPr id="3369" name="AutoShape 297">
            <a:extLst>
              <a:ext uri="{FF2B5EF4-FFF2-40B4-BE49-F238E27FC236}">
                <a16:creationId xmlns:a16="http://schemas.microsoft.com/office/drawing/2014/main" id="{0FF49559-B0B1-7FE4-8811-24ABEBB6CAB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01825" y="4021138"/>
            <a:ext cx="11113" cy="11112"/>
          </a:xfrm>
          <a:custGeom>
            <a:avLst/>
            <a:gdLst>
              <a:gd name="G0" fmla="*/ 31 1 2"/>
              <a:gd name="G1" fmla="*/ 1 48365 11520"/>
              <a:gd name="G2" fmla="*/ G1 32767 1"/>
              <a:gd name="G3" fmla="*/ G2 1 32767"/>
              <a:gd name="G4" fmla="cos G0 G3"/>
              <a:gd name="G5" fmla="*/ 31 1 2"/>
              <a:gd name="G6" fmla="*/ 1 48365 11520"/>
              <a:gd name="G7" fmla="*/ G6 32767 1"/>
              <a:gd name="G8" fmla="*/ G7 1 32767"/>
              <a:gd name="G9" fmla="sin G5 G8"/>
              <a:gd name="G10" fmla="*/ 31 1 2"/>
              <a:gd name="G11" fmla="+- G10 0 G4"/>
              <a:gd name="G12" fmla="+- G10 G4 0"/>
              <a:gd name="G13" fmla="+- G12 0 0"/>
              <a:gd name="G14" fmla="*/ 31 1 2"/>
              <a:gd name="G15" fmla="+- G14 0 G9"/>
              <a:gd name="G16" fmla="+- G14 G9 0"/>
              <a:gd name="G17" fmla="+- G16 0 0"/>
              <a:gd name="G18" fmla="+- 31 0 0"/>
              <a:gd name="G19" fmla="+- 31 0 0"/>
              <a:gd name="G20" fmla="+- 180 0 0"/>
              <a:gd name="G21" fmla="+- 90 0 0"/>
              <a:gd name="G22" fmla="+- 270 0 0"/>
              <a:gd name="G23" fmla="+- 90 0 0"/>
              <a:gd name="G24" fmla="+- 0 0 0"/>
              <a:gd name="G25" fmla="+- 90 0 0"/>
              <a:gd name="G26" fmla="+- 90 0 0"/>
              <a:gd name="G27" fmla="+- 90 0 0"/>
            </a:gdLst>
            <a:ahLst/>
            <a:cxnLst>
              <a:cxn ang="0">
                <a:pos x="r" y="vc"/>
              </a:cxn>
              <a:cxn ang="5400000">
                <a:pos x="hc" y="b"/>
              </a:cxn>
              <a:cxn ang="10800000">
                <a:pos x="l" y="vc"/>
              </a:cxn>
              <a:cxn ang="16200000">
                <a:pos x="hc" y="t"/>
              </a:cxn>
            </a:cxnLst>
            <a:rect l="0" t="0" r="0" b="0"/>
            <a:pathLst>
              <a:path>
                <a:moveTo>
                  <a:pt x="0" y="16"/>
                </a:moveTo>
                <a:lnTo>
                  <a:pt x="16" y="16"/>
                </a:lnTo>
                <a:lnTo>
                  <a:pt x="180" y="90"/>
                </a:lnTo>
                <a:lnTo>
                  <a:pt x="16" y="16"/>
                </a:lnTo>
                <a:lnTo>
                  <a:pt x="270" y="90"/>
                </a:lnTo>
                <a:close/>
              </a:path>
            </a:pathLst>
          </a:custGeom>
          <a:solidFill>
            <a:srgbClr val="1F1D1B">
              <a:alpha val="7999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de-DE"/>
          </a:p>
        </p:txBody>
      </p:sp>
      <p:sp>
        <p:nvSpPr>
          <p:cNvPr id="3370" name="AutoShape 298">
            <a:extLst>
              <a:ext uri="{FF2B5EF4-FFF2-40B4-BE49-F238E27FC236}">
                <a16:creationId xmlns:a16="http://schemas.microsoft.com/office/drawing/2014/main" id="{4B3A0CF1-C7D0-E426-70C0-FA6B64C7B3A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76825" y="1263650"/>
            <a:ext cx="19050" cy="19050"/>
          </a:xfrm>
          <a:custGeom>
            <a:avLst/>
            <a:gdLst>
              <a:gd name="G0" fmla="*/ 55 1 2"/>
              <a:gd name="G1" fmla="*/ 1 48365 11520"/>
              <a:gd name="G2" fmla="*/ G1 32767 1"/>
              <a:gd name="G3" fmla="*/ G2 1 32767"/>
              <a:gd name="G4" fmla="cos G0 G3"/>
              <a:gd name="G5" fmla="*/ 55 1 2"/>
              <a:gd name="G6" fmla="*/ 1 48365 11520"/>
              <a:gd name="G7" fmla="*/ G6 32767 1"/>
              <a:gd name="G8" fmla="*/ G7 1 32767"/>
              <a:gd name="G9" fmla="sin G5 G8"/>
              <a:gd name="G10" fmla="*/ 55 1 2"/>
              <a:gd name="G11" fmla="+- G10 0 G4"/>
              <a:gd name="G12" fmla="+- G10 G4 0"/>
              <a:gd name="G13" fmla="+- G12 0 0"/>
              <a:gd name="G14" fmla="*/ 55 1 2"/>
              <a:gd name="G15" fmla="+- G14 0 G9"/>
              <a:gd name="G16" fmla="+- G14 G9 0"/>
              <a:gd name="G17" fmla="+- G16 0 0"/>
              <a:gd name="G18" fmla="+- 55 0 0"/>
              <a:gd name="G19" fmla="+- 55 0 0"/>
              <a:gd name="G20" fmla="+- 180 0 0"/>
              <a:gd name="G21" fmla="+- 90 0 0"/>
              <a:gd name="G22" fmla="+- 270 0 0"/>
              <a:gd name="G23" fmla="+- 90 0 0"/>
              <a:gd name="G24" fmla="+- 0 0 0"/>
              <a:gd name="G25" fmla="+- 90 0 0"/>
              <a:gd name="G26" fmla="+- 90 0 0"/>
              <a:gd name="G27" fmla="+- 90 0 0"/>
            </a:gdLst>
            <a:ahLst/>
            <a:cxnLst>
              <a:cxn ang="0">
                <a:pos x="r" y="vc"/>
              </a:cxn>
              <a:cxn ang="5400000">
                <a:pos x="hc" y="b"/>
              </a:cxn>
              <a:cxn ang="10800000">
                <a:pos x="l" y="vc"/>
              </a:cxn>
              <a:cxn ang="16200000">
                <a:pos x="hc" y="t"/>
              </a:cxn>
            </a:cxnLst>
            <a:rect l="0" t="0" r="0" b="0"/>
            <a:pathLst>
              <a:path>
                <a:moveTo>
                  <a:pt x="0" y="28"/>
                </a:moveTo>
                <a:lnTo>
                  <a:pt x="28" y="28"/>
                </a:lnTo>
                <a:lnTo>
                  <a:pt x="180" y="90"/>
                </a:lnTo>
                <a:lnTo>
                  <a:pt x="28" y="28"/>
                </a:lnTo>
                <a:lnTo>
                  <a:pt x="270" y="90"/>
                </a:lnTo>
                <a:close/>
              </a:path>
            </a:pathLst>
          </a:custGeom>
          <a:solidFill>
            <a:srgbClr val="1F1D1B">
              <a:alpha val="7999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de-DE"/>
          </a:p>
        </p:txBody>
      </p:sp>
      <p:sp>
        <p:nvSpPr>
          <p:cNvPr id="3371" name="AutoShape 299">
            <a:extLst>
              <a:ext uri="{FF2B5EF4-FFF2-40B4-BE49-F238E27FC236}">
                <a16:creationId xmlns:a16="http://schemas.microsoft.com/office/drawing/2014/main" id="{A79879B7-4EA7-4C9E-66AF-A307A619639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87650" y="9378950"/>
            <a:ext cx="20638" cy="20638"/>
          </a:xfrm>
          <a:custGeom>
            <a:avLst/>
            <a:gdLst>
              <a:gd name="G0" fmla="*/ 58 1 2"/>
              <a:gd name="G1" fmla="*/ 1 48365 11520"/>
              <a:gd name="G2" fmla="*/ G1 32767 1"/>
              <a:gd name="G3" fmla="*/ G2 1 32767"/>
              <a:gd name="G4" fmla="cos G0 G3"/>
              <a:gd name="G5" fmla="*/ 58 1 2"/>
              <a:gd name="G6" fmla="*/ 1 48365 11520"/>
              <a:gd name="G7" fmla="*/ G6 32767 1"/>
              <a:gd name="G8" fmla="*/ G7 1 32767"/>
              <a:gd name="G9" fmla="sin G5 G8"/>
              <a:gd name="G10" fmla="*/ 58 1 2"/>
              <a:gd name="G11" fmla="+- G10 0 G4"/>
              <a:gd name="G12" fmla="+- G10 G4 0"/>
              <a:gd name="G13" fmla="+- G12 0 0"/>
              <a:gd name="G14" fmla="*/ 58 1 2"/>
              <a:gd name="G15" fmla="+- G14 0 G9"/>
              <a:gd name="G16" fmla="+- G14 G9 0"/>
              <a:gd name="G17" fmla="+- G16 0 0"/>
              <a:gd name="G18" fmla="+- 58 0 0"/>
              <a:gd name="G19" fmla="+- 58 0 0"/>
              <a:gd name="G20" fmla="+- 180 0 0"/>
              <a:gd name="G21" fmla="+- 90 0 0"/>
              <a:gd name="G22" fmla="+- 270 0 0"/>
              <a:gd name="G23" fmla="+- 90 0 0"/>
              <a:gd name="G24" fmla="+- 0 0 0"/>
              <a:gd name="G25" fmla="+- 90 0 0"/>
              <a:gd name="G26" fmla="+- 90 0 0"/>
              <a:gd name="G27" fmla="+- 90 0 0"/>
            </a:gdLst>
            <a:ahLst/>
            <a:cxnLst>
              <a:cxn ang="0">
                <a:pos x="r" y="vc"/>
              </a:cxn>
              <a:cxn ang="5400000">
                <a:pos x="hc" y="b"/>
              </a:cxn>
              <a:cxn ang="10800000">
                <a:pos x="l" y="vc"/>
              </a:cxn>
              <a:cxn ang="16200000">
                <a:pos x="hc" y="t"/>
              </a:cxn>
            </a:cxnLst>
            <a:rect l="0" t="0" r="0" b="0"/>
            <a:pathLst>
              <a:path>
                <a:moveTo>
                  <a:pt x="0" y="29"/>
                </a:moveTo>
                <a:lnTo>
                  <a:pt x="29" y="29"/>
                </a:lnTo>
                <a:lnTo>
                  <a:pt x="180" y="90"/>
                </a:lnTo>
                <a:lnTo>
                  <a:pt x="29" y="29"/>
                </a:lnTo>
                <a:lnTo>
                  <a:pt x="270" y="90"/>
                </a:lnTo>
                <a:close/>
              </a:path>
            </a:pathLst>
          </a:custGeom>
          <a:solidFill>
            <a:srgbClr val="1F1D1B">
              <a:alpha val="7999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de-DE"/>
          </a:p>
        </p:txBody>
      </p:sp>
      <p:sp>
        <p:nvSpPr>
          <p:cNvPr id="3372" name="AutoShape 300">
            <a:extLst>
              <a:ext uri="{FF2B5EF4-FFF2-40B4-BE49-F238E27FC236}">
                <a16:creationId xmlns:a16="http://schemas.microsoft.com/office/drawing/2014/main" id="{880C303E-11B9-1912-7CE9-3A51B22C7B5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18175" y="2382838"/>
            <a:ext cx="22225" cy="22225"/>
          </a:xfrm>
          <a:custGeom>
            <a:avLst/>
            <a:gdLst>
              <a:gd name="G0" fmla="*/ 61 1 2"/>
              <a:gd name="G1" fmla="*/ 1 48365 11520"/>
              <a:gd name="G2" fmla="*/ G1 32767 1"/>
              <a:gd name="G3" fmla="*/ G2 1 32767"/>
              <a:gd name="G4" fmla="cos G0 G3"/>
              <a:gd name="G5" fmla="*/ 61 1 2"/>
              <a:gd name="G6" fmla="*/ 1 48365 11520"/>
              <a:gd name="G7" fmla="*/ G6 32767 1"/>
              <a:gd name="G8" fmla="*/ G7 1 32767"/>
              <a:gd name="G9" fmla="sin G5 G8"/>
              <a:gd name="G10" fmla="*/ 61 1 2"/>
              <a:gd name="G11" fmla="+- G10 0 G4"/>
              <a:gd name="G12" fmla="+- G10 G4 0"/>
              <a:gd name="G13" fmla="+- G12 0 0"/>
              <a:gd name="G14" fmla="*/ 61 1 2"/>
              <a:gd name="G15" fmla="+- G14 0 G9"/>
              <a:gd name="G16" fmla="+- G14 G9 0"/>
              <a:gd name="G17" fmla="+- G16 0 0"/>
              <a:gd name="G18" fmla="+- 61 0 0"/>
              <a:gd name="G19" fmla="+- 61 0 0"/>
              <a:gd name="G20" fmla="+- 180 0 0"/>
              <a:gd name="G21" fmla="+- 90 0 0"/>
              <a:gd name="G22" fmla="+- 270 0 0"/>
              <a:gd name="G23" fmla="+- 90 0 0"/>
              <a:gd name="G24" fmla="+- 0 0 0"/>
              <a:gd name="G25" fmla="+- 90 0 0"/>
              <a:gd name="G26" fmla="+- 90 0 0"/>
              <a:gd name="G27" fmla="+- 90 0 0"/>
            </a:gdLst>
            <a:ahLst/>
            <a:cxnLst>
              <a:cxn ang="0">
                <a:pos x="r" y="vc"/>
              </a:cxn>
              <a:cxn ang="5400000">
                <a:pos x="hc" y="b"/>
              </a:cxn>
              <a:cxn ang="10800000">
                <a:pos x="l" y="vc"/>
              </a:cxn>
              <a:cxn ang="16200000">
                <a:pos x="hc" y="t"/>
              </a:cxn>
            </a:cxnLst>
            <a:rect l="0" t="0" r="0" b="0"/>
            <a:pathLst>
              <a:path>
                <a:moveTo>
                  <a:pt x="0" y="31"/>
                </a:moveTo>
                <a:lnTo>
                  <a:pt x="31" y="31"/>
                </a:lnTo>
                <a:lnTo>
                  <a:pt x="180" y="90"/>
                </a:lnTo>
                <a:lnTo>
                  <a:pt x="31" y="31"/>
                </a:lnTo>
                <a:lnTo>
                  <a:pt x="270" y="90"/>
                </a:lnTo>
                <a:close/>
              </a:path>
            </a:pathLst>
          </a:custGeom>
          <a:solidFill>
            <a:srgbClr val="1F1D1B">
              <a:alpha val="7999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de-DE"/>
          </a:p>
        </p:txBody>
      </p:sp>
      <p:sp>
        <p:nvSpPr>
          <p:cNvPr id="3373" name="AutoShape 301">
            <a:extLst>
              <a:ext uri="{FF2B5EF4-FFF2-40B4-BE49-F238E27FC236}">
                <a16:creationId xmlns:a16="http://schemas.microsoft.com/office/drawing/2014/main" id="{4B27390A-84FD-42FC-B1CE-BAFA2F37F9C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27225" y="4583113"/>
            <a:ext cx="11113" cy="11112"/>
          </a:xfrm>
          <a:custGeom>
            <a:avLst/>
            <a:gdLst>
              <a:gd name="G0" fmla="*/ 34 1 2"/>
              <a:gd name="G1" fmla="*/ 1 48365 11520"/>
              <a:gd name="G2" fmla="*/ G1 32767 1"/>
              <a:gd name="G3" fmla="*/ G2 1 32767"/>
              <a:gd name="G4" fmla="cos G0 G3"/>
              <a:gd name="G5" fmla="*/ 34 1 2"/>
              <a:gd name="G6" fmla="*/ 1 48365 11520"/>
              <a:gd name="G7" fmla="*/ G6 32767 1"/>
              <a:gd name="G8" fmla="*/ G7 1 32767"/>
              <a:gd name="G9" fmla="sin G5 G8"/>
              <a:gd name="G10" fmla="*/ 34 1 2"/>
              <a:gd name="G11" fmla="+- G10 0 G4"/>
              <a:gd name="G12" fmla="+- G10 G4 0"/>
              <a:gd name="G13" fmla="+- G12 0 0"/>
              <a:gd name="G14" fmla="*/ 34 1 2"/>
              <a:gd name="G15" fmla="+- G14 0 G9"/>
              <a:gd name="G16" fmla="+- G14 G9 0"/>
              <a:gd name="G17" fmla="+- G16 0 0"/>
              <a:gd name="G18" fmla="+- 34 0 0"/>
              <a:gd name="G19" fmla="+- 34 0 0"/>
              <a:gd name="G20" fmla="+- 180 0 0"/>
              <a:gd name="G21" fmla="+- 90 0 0"/>
              <a:gd name="G22" fmla="+- 270 0 0"/>
              <a:gd name="G23" fmla="+- 90 0 0"/>
              <a:gd name="G24" fmla="+- 0 0 0"/>
              <a:gd name="G25" fmla="+- 90 0 0"/>
              <a:gd name="G26" fmla="+- 90 0 0"/>
              <a:gd name="G27" fmla="+- 90 0 0"/>
            </a:gdLst>
            <a:ahLst/>
            <a:cxnLst>
              <a:cxn ang="0">
                <a:pos x="r" y="vc"/>
              </a:cxn>
              <a:cxn ang="5400000">
                <a:pos x="hc" y="b"/>
              </a:cxn>
              <a:cxn ang="10800000">
                <a:pos x="l" y="vc"/>
              </a:cxn>
              <a:cxn ang="16200000">
                <a:pos x="hc" y="t"/>
              </a:cxn>
            </a:cxnLst>
            <a:rect l="0" t="0" r="0" b="0"/>
            <a:pathLst>
              <a:path>
                <a:moveTo>
                  <a:pt x="0" y="17"/>
                </a:moveTo>
                <a:lnTo>
                  <a:pt x="17" y="17"/>
                </a:lnTo>
                <a:lnTo>
                  <a:pt x="180" y="90"/>
                </a:lnTo>
                <a:lnTo>
                  <a:pt x="17" y="17"/>
                </a:lnTo>
                <a:lnTo>
                  <a:pt x="270" y="90"/>
                </a:lnTo>
                <a:close/>
              </a:path>
            </a:pathLst>
          </a:custGeom>
          <a:solidFill>
            <a:srgbClr val="1F1D1B">
              <a:alpha val="7999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de-DE"/>
          </a:p>
        </p:txBody>
      </p:sp>
      <p:sp>
        <p:nvSpPr>
          <p:cNvPr id="3374" name="AutoShape 302">
            <a:extLst>
              <a:ext uri="{FF2B5EF4-FFF2-40B4-BE49-F238E27FC236}">
                <a16:creationId xmlns:a16="http://schemas.microsoft.com/office/drawing/2014/main" id="{16F27C3E-A04B-6568-69A4-D7FB2888150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00263" y="57150"/>
            <a:ext cx="15875" cy="15875"/>
          </a:xfrm>
          <a:custGeom>
            <a:avLst/>
            <a:gdLst>
              <a:gd name="G0" fmla="*/ 45 1 2"/>
              <a:gd name="G1" fmla="*/ 1 48365 11520"/>
              <a:gd name="G2" fmla="*/ G1 32767 1"/>
              <a:gd name="G3" fmla="*/ G2 1 32767"/>
              <a:gd name="G4" fmla="cos G0 G3"/>
              <a:gd name="G5" fmla="*/ 45 1 2"/>
              <a:gd name="G6" fmla="*/ 1 48365 11520"/>
              <a:gd name="G7" fmla="*/ G6 32767 1"/>
              <a:gd name="G8" fmla="*/ G7 1 32767"/>
              <a:gd name="G9" fmla="sin G5 G8"/>
              <a:gd name="G10" fmla="*/ 45 1 2"/>
              <a:gd name="G11" fmla="+- G10 0 G4"/>
              <a:gd name="G12" fmla="+- G10 G4 0"/>
              <a:gd name="G13" fmla="+- G12 0 0"/>
              <a:gd name="G14" fmla="*/ 45 1 2"/>
              <a:gd name="G15" fmla="+- G14 0 G9"/>
              <a:gd name="G16" fmla="+- G14 G9 0"/>
              <a:gd name="G17" fmla="+- G16 0 0"/>
              <a:gd name="G18" fmla="+- 45 0 0"/>
              <a:gd name="G19" fmla="+- 45 0 0"/>
              <a:gd name="G20" fmla="+- 180 0 0"/>
              <a:gd name="G21" fmla="+- 90 0 0"/>
              <a:gd name="G22" fmla="+- 270 0 0"/>
              <a:gd name="G23" fmla="+- 90 0 0"/>
              <a:gd name="G24" fmla="+- 0 0 0"/>
              <a:gd name="G25" fmla="+- 90 0 0"/>
              <a:gd name="G26" fmla="+- 90 0 0"/>
              <a:gd name="G27" fmla="+- 90 0 0"/>
            </a:gdLst>
            <a:ahLst/>
            <a:cxnLst>
              <a:cxn ang="0">
                <a:pos x="r" y="vc"/>
              </a:cxn>
              <a:cxn ang="5400000">
                <a:pos x="hc" y="b"/>
              </a:cxn>
              <a:cxn ang="10800000">
                <a:pos x="l" y="vc"/>
              </a:cxn>
              <a:cxn ang="16200000">
                <a:pos x="hc" y="t"/>
              </a:cxn>
            </a:cxnLst>
            <a:rect l="0" t="0" r="0" b="0"/>
            <a:pathLst>
              <a:path>
                <a:moveTo>
                  <a:pt x="0" y="23"/>
                </a:moveTo>
                <a:lnTo>
                  <a:pt x="23" y="23"/>
                </a:lnTo>
                <a:lnTo>
                  <a:pt x="180" y="90"/>
                </a:lnTo>
                <a:lnTo>
                  <a:pt x="23" y="23"/>
                </a:lnTo>
                <a:lnTo>
                  <a:pt x="270" y="90"/>
                </a:lnTo>
                <a:close/>
              </a:path>
            </a:pathLst>
          </a:custGeom>
          <a:solidFill>
            <a:srgbClr val="1F1D1B">
              <a:alpha val="7999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de-DE"/>
          </a:p>
        </p:txBody>
      </p:sp>
      <p:sp>
        <p:nvSpPr>
          <p:cNvPr id="3375" name="AutoShape 303">
            <a:extLst>
              <a:ext uri="{FF2B5EF4-FFF2-40B4-BE49-F238E27FC236}">
                <a16:creationId xmlns:a16="http://schemas.microsoft.com/office/drawing/2014/main" id="{A17E91C1-AE6E-506E-9292-8DC301B614B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35150" y="3049588"/>
            <a:ext cx="23813" cy="23812"/>
          </a:xfrm>
          <a:custGeom>
            <a:avLst/>
            <a:gdLst>
              <a:gd name="G0" fmla="*/ 66 1 2"/>
              <a:gd name="G1" fmla="*/ 1 48365 11520"/>
              <a:gd name="G2" fmla="*/ G1 32767 1"/>
              <a:gd name="G3" fmla="*/ G2 1 32767"/>
              <a:gd name="G4" fmla="cos G0 G3"/>
              <a:gd name="G5" fmla="*/ 66 1 2"/>
              <a:gd name="G6" fmla="*/ 1 48365 11520"/>
              <a:gd name="G7" fmla="*/ G6 32767 1"/>
              <a:gd name="G8" fmla="*/ G7 1 32767"/>
              <a:gd name="G9" fmla="sin G5 G8"/>
              <a:gd name="G10" fmla="*/ 66 1 2"/>
              <a:gd name="G11" fmla="+- G10 0 G4"/>
              <a:gd name="G12" fmla="+- G10 G4 0"/>
              <a:gd name="G13" fmla="+- G12 0 0"/>
              <a:gd name="G14" fmla="*/ 66 1 2"/>
              <a:gd name="G15" fmla="+- G14 0 G9"/>
              <a:gd name="G16" fmla="+- G14 G9 0"/>
              <a:gd name="G17" fmla="+- G16 0 0"/>
              <a:gd name="G18" fmla="+- 66 0 0"/>
              <a:gd name="G19" fmla="+- 66 0 0"/>
              <a:gd name="G20" fmla="+- 180 0 0"/>
              <a:gd name="G21" fmla="+- 90 0 0"/>
              <a:gd name="G22" fmla="+- 270 0 0"/>
              <a:gd name="G23" fmla="+- 90 0 0"/>
              <a:gd name="G24" fmla="+- 0 0 0"/>
              <a:gd name="G25" fmla="+- 90 0 0"/>
              <a:gd name="G26" fmla="+- 90 0 0"/>
              <a:gd name="G27" fmla="+- 90 0 0"/>
            </a:gdLst>
            <a:ahLst/>
            <a:cxnLst>
              <a:cxn ang="0">
                <a:pos x="r" y="vc"/>
              </a:cxn>
              <a:cxn ang="5400000">
                <a:pos x="hc" y="b"/>
              </a:cxn>
              <a:cxn ang="10800000">
                <a:pos x="l" y="vc"/>
              </a:cxn>
              <a:cxn ang="16200000">
                <a:pos x="hc" y="t"/>
              </a:cxn>
            </a:cxnLst>
            <a:rect l="0" t="0" r="0" b="0"/>
            <a:pathLst>
              <a:path>
                <a:moveTo>
                  <a:pt x="0" y="33"/>
                </a:moveTo>
                <a:lnTo>
                  <a:pt x="33" y="33"/>
                </a:lnTo>
                <a:lnTo>
                  <a:pt x="180" y="90"/>
                </a:lnTo>
                <a:lnTo>
                  <a:pt x="33" y="33"/>
                </a:lnTo>
                <a:lnTo>
                  <a:pt x="270" y="90"/>
                </a:lnTo>
                <a:close/>
              </a:path>
            </a:pathLst>
          </a:custGeom>
          <a:solidFill>
            <a:srgbClr val="1F1D1B">
              <a:alpha val="7999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de-DE"/>
          </a:p>
        </p:txBody>
      </p:sp>
      <p:sp>
        <p:nvSpPr>
          <p:cNvPr id="3376" name="AutoShape 304">
            <a:extLst>
              <a:ext uri="{FF2B5EF4-FFF2-40B4-BE49-F238E27FC236}">
                <a16:creationId xmlns:a16="http://schemas.microsoft.com/office/drawing/2014/main" id="{19EBF9A3-0136-502E-A311-F97550D6FD2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78313" y="7694613"/>
            <a:ext cx="25400" cy="25400"/>
          </a:xfrm>
          <a:custGeom>
            <a:avLst/>
            <a:gdLst>
              <a:gd name="G0" fmla="*/ 70 1 2"/>
              <a:gd name="G1" fmla="*/ 1 48365 11520"/>
              <a:gd name="G2" fmla="*/ G1 32767 1"/>
              <a:gd name="G3" fmla="*/ G2 1 32767"/>
              <a:gd name="G4" fmla="cos G0 G3"/>
              <a:gd name="G5" fmla="*/ 70 1 2"/>
              <a:gd name="G6" fmla="*/ 1 48365 11520"/>
              <a:gd name="G7" fmla="*/ G6 32767 1"/>
              <a:gd name="G8" fmla="*/ G7 1 32767"/>
              <a:gd name="G9" fmla="sin G5 G8"/>
              <a:gd name="G10" fmla="*/ 70 1 2"/>
              <a:gd name="G11" fmla="+- G10 0 G4"/>
              <a:gd name="G12" fmla="+- G10 G4 0"/>
              <a:gd name="G13" fmla="+- G12 0 0"/>
              <a:gd name="G14" fmla="*/ 70 1 2"/>
              <a:gd name="G15" fmla="+- G14 0 G9"/>
              <a:gd name="G16" fmla="+- G14 G9 0"/>
              <a:gd name="G17" fmla="+- G16 0 0"/>
              <a:gd name="G18" fmla="+- 70 0 0"/>
              <a:gd name="G19" fmla="+- 70 0 0"/>
              <a:gd name="G20" fmla="+- 180 0 0"/>
              <a:gd name="G21" fmla="+- 90 0 0"/>
              <a:gd name="G22" fmla="+- 270 0 0"/>
              <a:gd name="G23" fmla="+- 90 0 0"/>
              <a:gd name="G24" fmla="+- 0 0 0"/>
              <a:gd name="G25" fmla="+- 90 0 0"/>
              <a:gd name="G26" fmla="+- 90 0 0"/>
              <a:gd name="G27" fmla="+- 90 0 0"/>
            </a:gdLst>
            <a:ahLst/>
            <a:cxnLst>
              <a:cxn ang="0">
                <a:pos x="r" y="vc"/>
              </a:cxn>
              <a:cxn ang="5400000">
                <a:pos x="hc" y="b"/>
              </a:cxn>
              <a:cxn ang="10800000">
                <a:pos x="l" y="vc"/>
              </a:cxn>
              <a:cxn ang="16200000">
                <a:pos x="hc" y="t"/>
              </a:cxn>
            </a:cxnLst>
            <a:rect l="0" t="0" r="0" b="0"/>
            <a:pathLst>
              <a:path>
                <a:moveTo>
                  <a:pt x="0" y="35"/>
                </a:moveTo>
                <a:lnTo>
                  <a:pt x="35" y="35"/>
                </a:lnTo>
                <a:lnTo>
                  <a:pt x="180" y="90"/>
                </a:lnTo>
                <a:lnTo>
                  <a:pt x="35" y="35"/>
                </a:lnTo>
                <a:lnTo>
                  <a:pt x="270" y="90"/>
                </a:lnTo>
                <a:close/>
              </a:path>
            </a:pathLst>
          </a:custGeom>
          <a:solidFill>
            <a:srgbClr val="1F1D1B">
              <a:alpha val="7999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de-DE"/>
          </a:p>
        </p:txBody>
      </p:sp>
      <p:sp>
        <p:nvSpPr>
          <p:cNvPr id="3377" name="AutoShape 305">
            <a:extLst>
              <a:ext uri="{FF2B5EF4-FFF2-40B4-BE49-F238E27FC236}">
                <a16:creationId xmlns:a16="http://schemas.microsoft.com/office/drawing/2014/main" id="{CB1B5155-90F4-5D78-615A-C8D45111A21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26025" y="8126413"/>
            <a:ext cx="11113" cy="11112"/>
          </a:xfrm>
          <a:custGeom>
            <a:avLst/>
            <a:gdLst>
              <a:gd name="G0" fmla="*/ 31 1 2"/>
              <a:gd name="G1" fmla="*/ 1 48365 11520"/>
              <a:gd name="G2" fmla="*/ G1 32767 1"/>
              <a:gd name="G3" fmla="*/ G2 1 32767"/>
              <a:gd name="G4" fmla="cos G0 G3"/>
              <a:gd name="G5" fmla="*/ 31 1 2"/>
              <a:gd name="G6" fmla="*/ 1 48365 11520"/>
              <a:gd name="G7" fmla="*/ G6 32767 1"/>
              <a:gd name="G8" fmla="*/ G7 1 32767"/>
              <a:gd name="G9" fmla="sin G5 G8"/>
              <a:gd name="G10" fmla="*/ 31 1 2"/>
              <a:gd name="G11" fmla="+- G10 0 G4"/>
              <a:gd name="G12" fmla="+- G10 G4 0"/>
              <a:gd name="G13" fmla="+- G12 0 0"/>
              <a:gd name="G14" fmla="*/ 31 1 2"/>
              <a:gd name="G15" fmla="+- G14 0 G9"/>
              <a:gd name="G16" fmla="+- G14 G9 0"/>
              <a:gd name="G17" fmla="+- G16 0 0"/>
              <a:gd name="G18" fmla="+- 31 0 0"/>
              <a:gd name="G19" fmla="+- 31 0 0"/>
              <a:gd name="G20" fmla="+- 180 0 0"/>
              <a:gd name="G21" fmla="+- 90 0 0"/>
              <a:gd name="G22" fmla="+- 270 0 0"/>
              <a:gd name="G23" fmla="+- 90 0 0"/>
              <a:gd name="G24" fmla="+- 0 0 0"/>
              <a:gd name="G25" fmla="+- 90 0 0"/>
              <a:gd name="G26" fmla="+- 90 0 0"/>
              <a:gd name="G27" fmla="+- 90 0 0"/>
            </a:gdLst>
            <a:ahLst/>
            <a:cxnLst>
              <a:cxn ang="0">
                <a:pos x="r" y="vc"/>
              </a:cxn>
              <a:cxn ang="5400000">
                <a:pos x="hc" y="b"/>
              </a:cxn>
              <a:cxn ang="10800000">
                <a:pos x="l" y="vc"/>
              </a:cxn>
              <a:cxn ang="16200000">
                <a:pos x="hc" y="t"/>
              </a:cxn>
            </a:cxnLst>
            <a:rect l="0" t="0" r="0" b="0"/>
            <a:pathLst>
              <a:path>
                <a:moveTo>
                  <a:pt x="0" y="16"/>
                </a:moveTo>
                <a:lnTo>
                  <a:pt x="16" y="16"/>
                </a:lnTo>
                <a:lnTo>
                  <a:pt x="180" y="90"/>
                </a:lnTo>
                <a:lnTo>
                  <a:pt x="16" y="16"/>
                </a:lnTo>
                <a:lnTo>
                  <a:pt x="270" y="90"/>
                </a:lnTo>
                <a:close/>
              </a:path>
            </a:pathLst>
          </a:custGeom>
          <a:solidFill>
            <a:srgbClr val="1F1D1B">
              <a:alpha val="7999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de-DE"/>
          </a:p>
        </p:txBody>
      </p:sp>
      <p:sp>
        <p:nvSpPr>
          <p:cNvPr id="3378" name="AutoShape 306">
            <a:extLst>
              <a:ext uri="{FF2B5EF4-FFF2-40B4-BE49-F238E27FC236}">
                <a16:creationId xmlns:a16="http://schemas.microsoft.com/office/drawing/2014/main" id="{69D651EB-60F8-43AF-BEBA-BE96B290F5F8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24713" y="8535988"/>
            <a:ext cx="20637" cy="20637"/>
          </a:xfrm>
          <a:custGeom>
            <a:avLst/>
            <a:gdLst>
              <a:gd name="G0" fmla="*/ 59 1 2"/>
              <a:gd name="G1" fmla="*/ 1 48365 11520"/>
              <a:gd name="G2" fmla="*/ G1 32767 1"/>
              <a:gd name="G3" fmla="*/ G2 1 32767"/>
              <a:gd name="G4" fmla="cos G0 G3"/>
              <a:gd name="G5" fmla="*/ 59 1 2"/>
              <a:gd name="G6" fmla="*/ 1 48365 11520"/>
              <a:gd name="G7" fmla="*/ G6 32767 1"/>
              <a:gd name="G8" fmla="*/ G7 1 32767"/>
              <a:gd name="G9" fmla="sin G5 G8"/>
              <a:gd name="G10" fmla="*/ 59 1 2"/>
              <a:gd name="G11" fmla="+- G10 0 G4"/>
              <a:gd name="G12" fmla="+- G10 G4 0"/>
              <a:gd name="G13" fmla="+- G12 0 0"/>
              <a:gd name="G14" fmla="*/ 59 1 2"/>
              <a:gd name="G15" fmla="+- G14 0 G9"/>
              <a:gd name="G16" fmla="+- G14 G9 0"/>
              <a:gd name="G17" fmla="+- G16 0 0"/>
              <a:gd name="G18" fmla="+- 59 0 0"/>
              <a:gd name="G19" fmla="+- 59 0 0"/>
              <a:gd name="G20" fmla="+- 180 0 0"/>
              <a:gd name="G21" fmla="+- 90 0 0"/>
              <a:gd name="G22" fmla="+- 270 0 0"/>
              <a:gd name="G23" fmla="+- 90 0 0"/>
              <a:gd name="G24" fmla="+- 0 0 0"/>
              <a:gd name="G25" fmla="+- 90 0 0"/>
              <a:gd name="G26" fmla="+- 90 0 0"/>
              <a:gd name="G27" fmla="+- 90 0 0"/>
            </a:gdLst>
            <a:ahLst/>
            <a:cxnLst>
              <a:cxn ang="0">
                <a:pos x="r" y="vc"/>
              </a:cxn>
              <a:cxn ang="5400000">
                <a:pos x="hc" y="b"/>
              </a:cxn>
              <a:cxn ang="10800000">
                <a:pos x="l" y="vc"/>
              </a:cxn>
              <a:cxn ang="16200000">
                <a:pos x="hc" y="t"/>
              </a:cxn>
            </a:cxnLst>
            <a:rect l="0" t="0" r="0" b="0"/>
            <a:pathLst>
              <a:path>
                <a:moveTo>
                  <a:pt x="0" y="30"/>
                </a:moveTo>
                <a:lnTo>
                  <a:pt x="30" y="30"/>
                </a:lnTo>
                <a:lnTo>
                  <a:pt x="180" y="90"/>
                </a:lnTo>
                <a:lnTo>
                  <a:pt x="30" y="30"/>
                </a:lnTo>
                <a:lnTo>
                  <a:pt x="270" y="90"/>
                </a:lnTo>
                <a:close/>
              </a:path>
            </a:pathLst>
          </a:custGeom>
          <a:solidFill>
            <a:srgbClr val="1F1D1B">
              <a:alpha val="7999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de-DE"/>
          </a:p>
        </p:txBody>
      </p:sp>
      <p:sp>
        <p:nvSpPr>
          <p:cNvPr id="3379" name="AutoShape 307">
            <a:extLst>
              <a:ext uri="{FF2B5EF4-FFF2-40B4-BE49-F238E27FC236}">
                <a16:creationId xmlns:a16="http://schemas.microsoft.com/office/drawing/2014/main" id="{7461FB14-BD7F-E2C6-5272-C77F5D30F94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72238" y="3052763"/>
            <a:ext cx="12700" cy="12700"/>
          </a:xfrm>
          <a:custGeom>
            <a:avLst/>
            <a:gdLst>
              <a:gd name="G0" fmla="*/ 36 1 2"/>
              <a:gd name="G1" fmla="*/ 1 48365 11520"/>
              <a:gd name="G2" fmla="*/ G1 32767 1"/>
              <a:gd name="G3" fmla="*/ G2 1 32767"/>
              <a:gd name="G4" fmla="cos G0 G3"/>
              <a:gd name="G5" fmla="*/ 36 1 2"/>
              <a:gd name="G6" fmla="*/ 1 48365 11520"/>
              <a:gd name="G7" fmla="*/ G6 32767 1"/>
              <a:gd name="G8" fmla="*/ G7 1 32767"/>
              <a:gd name="G9" fmla="sin G5 G8"/>
              <a:gd name="G10" fmla="*/ 36 1 2"/>
              <a:gd name="G11" fmla="+- G10 0 G4"/>
              <a:gd name="G12" fmla="+- G10 G4 0"/>
              <a:gd name="G13" fmla="+- G12 0 0"/>
              <a:gd name="G14" fmla="*/ 36 1 2"/>
              <a:gd name="G15" fmla="+- G14 0 G9"/>
              <a:gd name="G16" fmla="+- G14 G9 0"/>
              <a:gd name="G17" fmla="+- G16 0 0"/>
              <a:gd name="G18" fmla="+- 36 0 0"/>
              <a:gd name="G19" fmla="+- 36 0 0"/>
              <a:gd name="G20" fmla="+- 180 0 0"/>
              <a:gd name="G21" fmla="+- 90 0 0"/>
              <a:gd name="G22" fmla="+- 270 0 0"/>
              <a:gd name="G23" fmla="+- 90 0 0"/>
              <a:gd name="G24" fmla="+- 0 0 0"/>
              <a:gd name="G25" fmla="+- 90 0 0"/>
              <a:gd name="G26" fmla="+- 90 0 0"/>
              <a:gd name="G27" fmla="+- 90 0 0"/>
            </a:gdLst>
            <a:ahLst/>
            <a:cxnLst>
              <a:cxn ang="0">
                <a:pos x="r" y="vc"/>
              </a:cxn>
              <a:cxn ang="5400000">
                <a:pos x="hc" y="b"/>
              </a:cxn>
              <a:cxn ang="10800000">
                <a:pos x="l" y="vc"/>
              </a:cxn>
              <a:cxn ang="16200000">
                <a:pos x="hc" y="t"/>
              </a:cxn>
            </a:cxnLst>
            <a:rect l="0" t="0" r="0" b="0"/>
            <a:pathLst>
              <a:path>
                <a:moveTo>
                  <a:pt x="0" y="18"/>
                </a:moveTo>
                <a:lnTo>
                  <a:pt x="18" y="18"/>
                </a:lnTo>
                <a:lnTo>
                  <a:pt x="180" y="90"/>
                </a:lnTo>
                <a:lnTo>
                  <a:pt x="18" y="18"/>
                </a:lnTo>
                <a:lnTo>
                  <a:pt x="270" y="90"/>
                </a:lnTo>
                <a:close/>
              </a:path>
            </a:pathLst>
          </a:custGeom>
          <a:solidFill>
            <a:srgbClr val="1F1D1B">
              <a:alpha val="7999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de-DE"/>
          </a:p>
        </p:txBody>
      </p:sp>
      <p:sp>
        <p:nvSpPr>
          <p:cNvPr id="3380" name="AutoShape 308">
            <a:extLst>
              <a:ext uri="{FF2B5EF4-FFF2-40B4-BE49-F238E27FC236}">
                <a16:creationId xmlns:a16="http://schemas.microsoft.com/office/drawing/2014/main" id="{60E2076E-E818-DD64-0210-B219AC6EF0F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10263" y="5929313"/>
            <a:ext cx="25400" cy="25400"/>
          </a:xfrm>
          <a:custGeom>
            <a:avLst/>
            <a:gdLst>
              <a:gd name="G0" fmla="*/ 73 1 2"/>
              <a:gd name="G1" fmla="*/ 1 48365 11520"/>
              <a:gd name="G2" fmla="*/ G1 32767 1"/>
              <a:gd name="G3" fmla="*/ G2 1 32767"/>
              <a:gd name="G4" fmla="cos G0 G3"/>
              <a:gd name="G5" fmla="*/ 73 1 2"/>
              <a:gd name="G6" fmla="*/ 1 48365 11520"/>
              <a:gd name="G7" fmla="*/ G6 32767 1"/>
              <a:gd name="G8" fmla="*/ G7 1 32767"/>
              <a:gd name="G9" fmla="sin G5 G8"/>
              <a:gd name="G10" fmla="*/ 73 1 2"/>
              <a:gd name="G11" fmla="+- G10 0 G4"/>
              <a:gd name="G12" fmla="+- G10 G4 0"/>
              <a:gd name="G13" fmla="+- G12 0 0"/>
              <a:gd name="G14" fmla="*/ 73 1 2"/>
              <a:gd name="G15" fmla="+- G14 0 G9"/>
              <a:gd name="G16" fmla="+- G14 G9 0"/>
              <a:gd name="G17" fmla="+- G16 0 0"/>
              <a:gd name="G18" fmla="+- 73 0 0"/>
              <a:gd name="G19" fmla="+- 73 0 0"/>
              <a:gd name="G20" fmla="+- 180 0 0"/>
              <a:gd name="G21" fmla="+- 90 0 0"/>
              <a:gd name="G22" fmla="+- 270 0 0"/>
              <a:gd name="G23" fmla="+- 90 0 0"/>
              <a:gd name="G24" fmla="+- 0 0 0"/>
              <a:gd name="G25" fmla="+- 90 0 0"/>
              <a:gd name="G26" fmla="+- 90 0 0"/>
              <a:gd name="G27" fmla="+- 90 0 0"/>
            </a:gdLst>
            <a:ahLst/>
            <a:cxnLst>
              <a:cxn ang="0">
                <a:pos x="r" y="vc"/>
              </a:cxn>
              <a:cxn ang="5400000">
                <a:pos x="hc" y="b"/>
              </a:cxn>
              <a:cxn ang="10800000">
                <a:pos x="l" y="vc"/>
              </a:cxn>
              <a:cxn ang="16200000">
                <a:pos x="hc" y="t"/>
              </a:cxn>
            </a:cxnLst>
            <a:rect l="0" t="0" r="0" b="0"/>
            <a:pathLst>
              <a:path>
                <a:moveTo>
                  <a:pt x="0" y="37"/>
                </a:moveTo>
                <a:lnTo>
                  <a:pt x="37" y="37"/>
                </a:lnTo>
                <a:lnTo>
                  <a:pt x="180" y="90"/>
                </a:lnTo>
                <a:lnTo>
                  <a:pt x="37" y="37"/>
                </a:lnTo>
                <a:lnTo>
                  <a:pt x="270" y="90"/>
                </a:lnTo>
                <a:close/>
              </a:path>
            </a:pathLst>
          </a:custGeom>
          <a:solidFill>
            <a:srgbClr val="1F1D1B">
              <a:alpha val="7999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de-DE"/>
          </a:p>
        </p:txBody>
      </p:sp>
      <p:sp>
        <p:nvSpPr>
          <p:cNvPr id="3381" name="AutoShape 309">
            <a:extLst>
              <a:ext uri="{FF2B5EF4-FFF2-40B4-BE49-F238E27FC236}">
                <a16:creationId xmlns:a16="http://schemas.microsoft.com/office/drawing/2014/main" id="{7BC78803-4797-1024-736B-C6BC46ED625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41413" y="1238250"/>
            <a:ext cx="17462" cy="17463"/>
          </a:xfrm>
          <a:custGeom>
            <a:avLst/>
            <a:gdLst>
              <a:gd name="G0" fmla="*/ 51 1 2"/>
              <a:gd name="G1" fmla="*/ 1 48365 11520"/>
              <a:gd name="G2" fmla="*/ G1 32767 1"/>
              <a:gd name="G3" fmla="*/ G2 1 32767"/>
              <a:gd name="G4" fmla="cos G0 G3"/>
              <a:gd name="G5" fmla="*/ 51 1 2"/>
              <a:gd name="G6" fmla="*/ 1 48365 11520"/>
              <a:gd name="G7" fmla="*/ G6 32767 1"/>
              <a:gd name="G8" fmla="*/ G7 1 32767"/>
              <a:gd name="G9" fmla="sin G5 G8"/>
              <a:gd name="G10" fmla="*/ 51 1 2"/>
              <a:gd name="G11" fmla="+- G10 0 G4"/>
              <a:gd name="G12" fmla="+- G10 G4 0"/>
              <a:gd name="G13" fmla="+- G12 0 0"/>
              <a:gd name="G14" fmla="*/ 51 1 2"/>
              <a:gd name="G15" fmla="+- G14 0 G9"/>
              <a:gd name="G16" fmla="+- G14 G9 0"/>
              <a:gd name="G17" fmla="+- G16 0 0"/>
              <a:gd name="G18" fmla="+- 51 0 0"/>
              <a:gd name="G19" fmla="+- 51 0 0"/>
              <a:gd name="G20" fmla="+- 180 0 0"/>
              <a:gd name="G21" fmla="+- 90 0 0"/>
              <a:gd name="G22" fmla="+- 270 0 0"/>
              <a:gd name="G23" fmla="+- 90 0 0"/>
              <a:gd name="G24" fmla="+- 0 0 0"/>
              <a:gd name="G25" fmla="+- 90 0 0"/>
              <a:gd name="G26" fmla="+- 90 0 0"/>
              <a:gd name="G27" fmla="+- 90 0 0"/>
            </a:gdLst>
            <a:ahLst/>
            <a:cxnLst>
              <a:cxn ang="0">
                <a:pos x="r" y="vc"/>
              </a:cxn>
              <a:cxn ang="5400000">
                <a:pos x="hc" y="b"/>
              </a:cxn>
              <a:cxn ang="10800000">
                <a:pos x="l" y="vc"/>
              </a:cxn>
              <a:cxn ang="16200000">
                <a:pos x="hc" y="t"/>
              </a:cxn>
            </a:cxnLst>
            <a:rect l="0" t="0" r="0" b="0"/>
            <a:pathLst>
              <a:path>
                <a:moveTo>
                  <a:pt x="0" y="26"/>
                </a:moveTo>
                <a:lnTo>
                  <a:pt x="26" y="26"/>
                </a:lnTo>
                <a:lnTo>
                  <a:pt x="180" y="90"/>
                </a:lnTo>
                <a:lnTo>
                  <a:pt x="26" y="26"/>
                </a:lnTo>
                <a:lnTo>
                  <a:pt x="270" y="90"/>
                </a:lnTo>
                <a:close/>
              </a:path>
            </a:pathLst>
          </a:custGeom>
          <a:solidFill>
            <a:srgbClr val="1F1D1B">
              <a:alpha val="7999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de-DE"/>
          </a:p>
        </p:txBody>
      </p:sp>
      <p:sp>
        <p:nvSpPr>
          <p:cNvPr id="3382" name="AutoShape 310">
            <a:extLst>
              <a:ext uri="{FF2B5EF4-FFF2-40B4-BE49-F238E27FC236}">
                <a16:creationId xmlns:a16="http://schemas.microsoft.com/office/drawing/2014/main" id="{D4603DDF-9242-7925-37B2-32EE920B236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49563" y="3230563"/>
            <a:ext cx="12700" cy="12700"/>
          </a:xfrm>
          <a:custGeom>
            <a:avLst/>
            <a:gdLst>
              <a:gd name="G0" fmla="*/ 36 1 2"/>
              <a:gd name="G1" fmla="*/ 1 48365 11520"/>
              <a:gd name="G2" fmla="*/ G1 32767 1"/>
              <a:gd name="G3" fmla="*/ G2 1 32767"/>
              <a:gd name="G4" fmla="cos G0 G3"/>
              <a:gd name="G5" fmla="*/ 36 1 2"/>
              <a:gd name="G6" fmla="*/ 1 48365 11520"/>
              <a:gd name="G7" fmla="*/ G6 32767 1"/>
              <a:gd name="G8" fmla="*/ G7 1 32767"/>
              <a:gd name="G9" fmla="sin G5 G8"/>
              <a:gd name="G10" fmla="*/ 36 1 2"/>
              <a:gd name="G11" fmla="+- G10 0 G4"/>
              <a:gd name="G12" fmla="+- G10 G4 0"/>
              <a:gd name="G13" fmla="+- G12 0 0"/>
              <a:gd name="G14" fmla="*/ 36 1 2"/>
              <a:gd name="G15" fmla="+- G14 0 G9"/>
              <a:gd name="G16" fmla="+- G14 G9 0"/>
              <a:gd name="G17" fmla="+- G16 0 0"/>
              <a:gd name="G18" fmla="+- 36 0 0"/>
              <a:gd name="G19" fmla="+- 36 0 0"/>
              <a:gd name="G20" fmla="+- 180 0 0"/>
              <a:gd name="G21" fmla="+- 90 0 0"/>
              <a:gd name="G22" fmla="+- 270 0 0"/>
              <a:gd name="G23" fmla="+- 90 0 0"/>
              <a:gd name="G24" fmla="+- 0 0 0"/>
              <a:gd name="G25" fmla="+- 90 0 0"/>
              <a:gd name="G26" fmla="+- 90 0 0"/>
              <a:gd name="G27" fmla="+- 90 0 0"/>
            </a:gdLst>
            <a:ahLst/>
            <a:cxnLst>
              <a:cxn ang="0">
                <a:pos x="r" y="vc"/>
              </a:cxn>
              <a:cxn ang="5400000">
                <a:pos x="hc" y="b"/>
              </a:cxn>
              <a:cxn ang="10800000">
                <a:pos x="l" y="vc"/>
              </a:cxn>
              <a:cxn ang="16200000">
                <a:pos x="hc" y="t"/>
              </a:cxn>
            </a:cxnLst>
            <a:rect l="0" t="0" r="0" b="0"/>
            <a:pathLst>
              <a:path>
                <a:moveTo>
                  <a:pt x="0" y="18"/>
                </a:moveTo>
                <a:lnTo>
                  <a:pt x="18" y="18"/>
                </a:lnTo>
                <a:lnTo>
                  <a:pt x="180" y="90"/>
                </a:lnTo>
                <a:lnTo>
                  <a:pt x="18" y="18"/>
                </a:lnTo>
                <a:lnTo>
                  <a:pt x="270" y="90"/>
                </a:lnTo>
                <a:close/>
              </a:path>
            </a:pathLst>
          </a:custGeom>
          <a:solidFill>
            <a:srgbClr val="1F1D1B">
              <a:alpha val="7999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de-DE"/>
          </a:p>
        </p:txBody>
      </p:sp>
      <p:sp>
        <p:nvSpPr>
          <p:cNvPr id="3383" name="AutoShape 311">
            <a:extLst>
              <a:ext uri="{FF2B5EF4-FFF2-40B4-BE49-F238E27FC236}">
                <a16:creationId xmlns:a16="http://schemas.microsoft.com/office/drawing/2014/main" id="{EBB6F8A3-A437-BAC3-1F37-C6DAF0B3B8F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37338" y="6037263"/>
            <a:ext cx="15875" cy="15875"/>
          </a:xfrm>
          <a:custGeom>
            <a:avLst/>
            <a:gdLst>
              <a:gd name="G0" fmla="*/ 45 1 2"/>
              <a:gd name="G1" fmla="*/ 1 48365 11520"/>
              <a:gd name="G2" fmla="*/ G1 32767 1"/>
              <a:gd name="G3" fmla="*/ G2 1 32767"/>
              <a:gd name="G4" fmla="cos G0 G3"/>
              <a:gd name="G5" fmla="*/ 45 1 2"/>
              <a:gd name="G6" fmla="*/ 1 48365 11520"/>
              <a:gd name="G7" fmla="*/ G6 32767 1"/>
              <a:gd name="G8" fmla="*/ G7 1 32767"/>
              <a:gd name="G9" fmla="sin G5 G8"/>
              <a:gd name="G10" fmla="*/ 45 1 2"/>
              <a:gd name="G11" fmla="+- G10 0 G4"/>
              <a:gd name="G12" fmla="+- G10 G4 0"/>
              <a:gd name="G13" fmla="+- G12 0 0"/>
              <a:gd name="G14" fmla="*/ 45 1 2"/>
              <a:gd name="G15" fmla="+- G14 0 G9"/>
              <a:gd name="G16" fmla="+- G14 G9 0"/>
              <a:gd name="G17" fmla="+- G16 0 0"/>
              <a:gd name="G18" fmla="+- 45 0 0"/>
              <a:gd name="G19" fmla="+- 45 0 0"/>
              <a:gd name="G20" fmla="+- 180 0 0"/>
              <a:gd name="G21" fmla="+- 90 0 0"/>
              <a:gd name="G22" fmla="+- 270 0 0"/>
              <a:gd name="G23" fmla="+- 90 0 0"/>
              <a:gd name="G24" fmla="+- 0 0 0"/>
              <a:gd name="G25" fmla="+- 90 0 0"/>
              <a:gd name="G26" fmla="+- 90 0 0"/>
              <a:gd name="G27" fmla="+- 90 0 0"/>
            </a:gdLst>
            <a:ahLst/>
            <a:cxnLst>
              <a:cxn ang="0">
                <a:pos x="r" y="vc"/>
              </a:cxn>
              <a:cxn ang="5400000">
                <a:pos x="hc" y="b"/>
              </a:cxn>
              <a:cxn ang="10800000">
                <a:pos x="l" y="vc"/>
              </a:cxn>
              <a:cxn ang="16200000">
                <a:pos x="hc" y="t"/>
              </a:cxn>
            </a:cxnLst>
            <a:rect l="0" t="0" r="0" b="0"/>
            <a:pathLst>
              <a:path>
                <a:moveTo>
                  <a:pt x="0" y="23"/>
                </a:moveTo>
                <a:lnTo>
                  <a:pt x="23" y="23"/>
                </a:lnTo>
                <a:lnTo>
                  <a:pt x="180" y="90"/>
                </a:lnTo>
                <a:lnTo>
                  <a:pt x="23" y="23"/>
                </a:lnTo>
                <a:lnTo>
                  <a:pt x="270" y="90"/>
                </a:lnTo>
                <a:close/>
              </a:path>
            </a:pathLst>
          </a:custGeom>
          <a:solidFill>
            <a:srgbClr val="1F1D1B">
              <a:alpha val="7999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de-DE"/>
          </a:p>
        </p:txBody>
      </p:sp>
      <p:sp>
        <p:nvSpPr>
          <p:cNvPr id="3384" name="AutoShape 312">
            <a:extLst>
              <a:ext uri="{FF2B5EF4-FFF2-40B4-BE49-F238E27FC236}">
                <a16:creationId xmlns:a16="http://schemas.microsoft.com/office/drawing/2014/main" id="{E446E33F-7077-416B-3B87-751FEA20CF0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7213" y="3790950"/>
            <a:ext cx="19050" cy="19050"/>
          </a:xfrm>
          <a:custGeom>
            <a:avLst/>
            <a:gdLst>
              <a:gd name="G0" fmla="*/ 54 1 2"/>
              <a:gd name="G1" fmla="*/ 1 48365 11520"/>
              <a:gd name="G2" fmla="*/ G1 32767 1"/>
              <a:gd name="G3" fmla="*/ G2 1 32767"/>
              <a:gd name="G4" fmla="cos G0 G3"/>
              <a:gd name="G5" fmla="*/ 54 1 2"/>
              <a:gd name="G6" fmla="*/ 1 48365 11520"/>
              <a:gd name="G7" fmla="*/ G6 32767 1"/>
              <a:gd name="G8" fmla="*/ G7 1 32767"/>
              <a:gd name="G9" fmla="sin G5 G8"/>
              <a:gd name="G10" fmla="*/ 54 1 2"/>
              <a:gd name="G11" fmla="+- G10 0 G4"/>
              <a:gd name="G12" fmla="+- G10 G4 0"/>
              <a:gd name="G13" fmla="+- G12 0 0"/>
              <a:gd name="G14" fmla="*/ 54 1 2"/>
              <a:gd name="G15" fmla="+- G14 0 G9"/>
              <a:gd name="G16" fmla="+- G14 G9 0"/>
              <a:gd name="G17" fmla="+- G16 0 0"/>
              <a:gd name="G18" fmla="+- 54 0 0"/>
              <a:gd name="G19" fmla="+- 54 0 0"/>
              <a:gd name="G20" fmla="+- 180 0 0"/>
              <a:gd name="G21" fmla="+- 90 0 0"/>
              <a:gd name="G22" fmla="+- 270 0 0"/>
              <a:gd name="G23" fmla="+- 90 0 0"/>
              <a:gd name="G24" fmla="+- 0 0 0"/>
              <a:gd name="G25" fmla="+- 90 0 0"/>
              <a:gd name="G26" fmla="+- 90 0 0"/>
              <a:gd name="G27" fmla="+- 90 0 0"/>
            </a:gdLst>
            <a:ahLst/>
            <a:cxnLst>
              <a:cxn ang="0">
                <a:pos x="r" y="vc"/>
              </a:cxn>
              <a:cxn ang="5400000">
                <a:pos x="hc" y="b"/>
              </a:cxn>
              <a:cxn ang="10800000">
                <a:pos x="l" y="vc"/>
              </a:cxn>
              <a:cxn ang="16200000">
                <a:pos x="hc" y="t"/>
              </a:cxn>
            </a:cxnLst>
            <a:rect l="0" t="0" r="0" b="0"/>
            <a:pathLst>
              <a:path>
                <a:moveTo>
                  <a:pt x="0" y="27"/>
                </a:moveTo>
                <a:lnTo>
                  <a:pt x="27" y="27"/>
                </a:lnTo>
                <a:lnTo>
                  <a:pt x="180" y="90"/>
                </a:lnTo>
                <a:lnTo>
                  <a:pt x="27" y="27"/>
                </a:lnTo>
                <a:lnTo>
                  <a:pt x="270" y="90"/>
                </a:lnTo>
                <a:close/>
              </a:path>
            </a:pathLst>
          </a:custGeom>
          <a:solidFill>
            <a:srgbClr val="1F1D1B">
              <a:alpha val="7999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de-DE"/>
          </a:p>
        </p:txBody>
      </p:sp>
      <p:sp>
        <p:nvSpPr>
          <p:cNvPr id="3385" name="AutoShape 313">
            <a:extLst>
              <a:ext uri="{FF2B5EF4-FFF2-40B4-BE49-F238E27FC236}">
                <a16:creationId xmlns:a16="http://schemas.microsoft.com/office/drawing/2014/main" id="{EFA8BC38-9B1F-1A05-62F2-FB24F98C386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43213" y="682625"/>
            <a:ext cx="11112" cy="11113"/>
          </a:xfrm>
          <a:custGeom>
            <a:avLst/>
            <a:gdLst>
              <a:gd name="G0" fmla="*/ 34 1 2"/>
              <a:gd name="G1" fmla="*/ 1 48365 11520"/>
              <a:gd name="G2" fmla="*/ G1 32767 1"/>
              <a:gd name="G3" fmla="*/ G2 1 32767"/>
              <a:gd name="G4" fmla="cos G0 G3"/>
              <a:gd name="G5" fmla="*/ 34 1 2"/>
              <a:gd name="G6" fmla="*/ 1 48365 11520"/>
              <a:gd name="G7" fmla="*/ G6 32767 1"/>
              <a:gd name="G8" fmla="*/ G7 1 32767"/>
              <a:gd name="G9" fmla="sin G5 G8"/>
              <a:gd name="G10" fmla="*/ 34 1 2"/>
              <a:gd name="G11" fmla="+- G10 0 G4"/>
              <a:gd name="G12" fmla="+- G10 G4 0"/>
              <a:gd name="G13" fmla="+- G12 0 0"/>
              <a:gd name="G14" fmla="*/ 34 1 2"/>
              <a:gd name="G15" fmla="+- G14 0 G9"/>
              <a:gd name="G16" fmla="+- G14 G9 0"/>
              <a:gd name="G17" fmla="+- G16 0 0"/>
              <a:gd name="G18" fmla="+- 34 0 0"/>
              <a:gd name="G19" fmla="+- 34 0 0"/>
              <a:gd name="G20" fmla="+- 180 0 0"/>
              <a:gd name="G21" fmla="+- 90 0 0"/>
              <a:gd name="G22" fmla="+- 270 0 0"/>
              <a:gd name="G23" fmla="+- 90 0 0"/>
              <a:gd name="G24" fmla="+- 0 0 0"/>
              <a:gd name="G25" fmla="+- 90 0 0"/>
              <a:gd name="G26" fmla="+- 90 0 0"/>
              <a:gd name="G27" fmla="+- 90 0 0"/>
            </a:gdLst>
            <a:ahLst/>
            <a:cxnLst>
              <a:cxn ang="0">
                <a:pos x="r" y="vc"/>
              </a:cxn>
              <a:cxn ang="5400000">
                <a:pos x="hc" y="b"/>
              </a:cxn>
              <a:cxn ang="10800000">
                <a:pos x="l" y="vc"/>
              </a:cxn>
              <a:cxn ang="16200000">
                <a:pos x="hc" y="t"/>
              </a:cxn>
            </a:cxnLst>
            <a:rect l="0" t="0" r="0" b="0"/>
            <a:pathLst>
              <a:path>
                <a:moveTo>
                  <a:pt x="0" y="17"/>
                </a:moveTo>
                <a:lnTo>
                  <a:pt x="17" y="17"/>
                </a:lnTo>
                <a:lnTo>
                  <a:pt x="180" y="90"/>
                </a:lnTo>
                <a:lnTo>
                  <a:pt x="17" y="17"/>
                </a:lnTo>
                <a:lnTo>
                  <a:pt x="270" y="90"/>
                </a:lnTo>
                <a:close/>
              </a:path>
            </a:pathLst>
          </a:custGeom>
          <a:solidFill>
            <a:srgbClr val="1F1D1B">
              <a:alpha val="7999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de-DE"/>
          </a:p>
        </p:txBody>
      </p:sp>
      <p:sp>
        <p:nvSpPr>
          <p:cNvPr id="3386" name="AutoShape 314">
            <a:extLst>
              <a:ext uri="{FF2B5EF4-FFF2-40B4-BE49-F238E27FC236}">
                <a16:creationId xmlns:a16="http://schemas.microsoft.com/office/drawing/2014/main" id="{40AD69A7-F6EC-B116-8481-C8DB5702509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49400" y="904875"/>
            <a:ext cx="17463" cy="17463"/>
          </a:xfrm>
          <a:custGeom>
            <a:avLst/>
            <a:gdLst>
              <a:gd name="G0" fmla="*/ 51 1 2"/>
              <a:gd name="G1" fmla="*/ 1 48365 11520"/>
              <a:gd name="G2" fmla="*/ G1 32767 1"/>
              <a:gd name="G3" fmla="*/ G2 1 32767"/>
              <a:gd name="G4" fmla="cos G0 G3"/>
              <a:gd name="G5" fmla="*/ 51 1 2"/>
              <a:gd name="G6" fmla="*/ 1 48365 11520"/>
              <a:gd name="G7" fmla="*/ G6 32767 1"/>
              <a:gd name="G8" fmla="*/ G7 1 32767"/>
              <a:gd name="G9" fmla="sin G5 G8"/>
              <a:gd name="G10" fmla="*/ 51 1 2"/>
              <a:gd name="G11" fmla="+- G10 0 G4"/>
              <a:gd name="G12" fmla="+- G10 G4 0"/>
              <a:gd name="G13" fmla="+- G12 0 0"/>
              <a:gd name="G14" fmla="*/ 51 1 2"/>
              <a:gd name="G15" fmla="+- G14 0 G9"/>
              <a:gd name="G16" fmla="+- G14 G9 0"/>
              <a:gd name="G17" fmla="+- G16 0 0"/>
              <a:gd name="G18" fmla="+- 51 0 0"/>
              <a:gd name="G19" fmla="+- 51 0 0"/>
              <a:gd name="G20" fmla="+- 180 0 0"/>
              <a:gd name="G21" fmla="+- 90 0 0"/>
              <a:gd name="G22" fmla="+- 270 0 0"/>
              <a:gd name="G23" fmla="+- 90 0 0"/>
              <a:gd name="G24" fmla="+- 0 0 0"/>
              <a:gd name="G25" fmla="+- 90 0 0"/>
              <a:gd name="G26" fmla="+- 90 0 0"/>
              <a:gd name="G27" fmla="+- 90 0 0"/>
            </a:gdLst>
            <a:ahLst/>
            <a:cxnLst>
              <a:cxn ang="0">
                <a:pos x="r" y="vc"/>
              </a:cxn>
              <a:cxn ang="5400000">
                <a:pos x="hc" y="b"/>
              </a:cxn>
              <a:cxn ang="10800000">
                <a:pos x="l" y="vc"/>
              </a:cxn>
              <a:cxn ang="16200000">
                <a:pos x="hc" y="t"/>
              </a:cxn>
            </a:cxnLst>
            <a:rect l="0" t="0" r="0" b="0"/>
            <a:pathLst>
              <a:path>
                <a:moveTo>
                  <a:pt x="0" y="26"/>
                </a:moveTo>
                <a:lnTo>
                  <a:pt x="26" y="26"/>
                </a:lnTo>
                <a:lnTo>
                  <a:pt x="180" y="90"/>
                </a:lnTo>
                <a:lnTo>
                  <a:pt x="26" y="26"/>
                </a:lnTo>
                <a:lnTo>
                  <a:pt x="270" y="90"/>
                </a:lnTo>
                <a:close/>
              </a:path>
            </a:pathLst>
          </a:custGeom>
          <a:solidFill>
            <a:srgbClr val="1F1D1B">
              <a:alpha val="7999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de-DE"/>
          </a:p>
        </p:txBody>
      </p:sp>
      <p:sp>
        <p:nvSpPr>
          <p:cNvPr id="3387" name="AutoShape 315">
            <a:extLst>
              <a:ext uri="{FF2B5EF4-FFF2-40B4-BE49-F238E27FC236}">
                <a16:creationId xmlns:a16="http://schemas.microsoft.com/office/drawing/2014/main" id="{DD7E7056-62B1-2251-C1DF-0FC2660D4597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61238" y="8648700"/>
            <a:ext cx="11112" cy="11113"/>
          </a:xfrm>
          <a:custGeom>
            <a:avLst/>
            <a:gdLst>
              <a:gd name="G0" fmla="*/ 33 1 2"/>
              <a:gd name="G1" fmla="*/ 1 48365 11520"/>
              <a:gd name="G2" fmla="*/ G1 32767 1"/>
              <a:gd name="G3" fmla="*/ G2 1 32767"/>
              <a:gd name="G4" fmla="cos G0 G3"/>
              <a:gd name="G5" fmla="*/ 33 1 2"/>
              <a:gd name="G6" fmla="*/ 1 48365 11520"/>
              <a:gd name="G7" fmla="*/ G6 32767 1"/>
              <a:gd name="G8" fmla="*/ G7 1 32767"/>
              <a:gd name="G9" fmla="sin G5 G8"/>
              <a:gd name="G10" fmla="*/ 33 1 2"/>
              <a:gd name="G11" fmla="+- G10 0 G4"/>
              <a:gd name="G12" fmla="+- G10 G4 0"/>
              <a:gd name="G13" fmla="+- G12 0 0"/>
              <a:gd name="G14" fmla="*/ 33 1 2"/>
              <a:gd name="G15" fmla="+- G14 0 G9"/>
              <a:gd name="G16" fmla="+- G14 G9 0"/>
              <a:gd name="G17" fmla="+- G16 0 0"/>
              <a:gd name="G18" fmla="+- 33 0 0"/>
              <a:gd name="G19" fmla="+- 33 0 0"/>
              <a:gd name="G20" fmla="+- 180 0 0"/>
              <a:gd name="G21" fmla="+- 90 0 0"/>
              <a:gd name="G22" fmla="+- 270 0 0"/>
              <a:gd name="G23" fmla="+- 90 0 0"/>
              <a:gd name="G24" fmla="+- 0 0 0"/>
              <a:gd name="G25" fmla="+- 90 0 0"/>
              <a:gd name="G26" fmla="+- 90 0 0"/>
              <a:gd name="G27" fmla="+- 90 0 0"/>
            </a:gdLst>
            <a:ahLst/>
            <a:cxnLst>
              <a:cxn ang="0">
                <a:pos x="r" y="vc"/>
              </a:cxn>
              <a:cxn ang="5400000">
                <a:pos x="hc" y="b"/>
              </a:cxn>
              <a:cxn ang="10800000">
                <a:pos x="l" y="vc"/>
              </a:cxn>
              <a:cxn ang="16200000">
                <a:pos x="hc" y="t"/>
              </a:cxn>
            </a:cxnLst>
            <a:rect l="0" t="0" r="0" b="0"/>
            <a:pathLst>
              <a:path>
                <a:moveTo>
                  <a:pt x="0" y="17"/>
                </a:moveTo>
                <a:lnTo>
                  <a:pt x="17" y="17"/>
                </a:lnTo>
                <a:lnTo>
                  <a:pt x="180" y="90"/>
                </a:lnTo>
                <a:lnTo>
                  <a:pt x="17" y="17"/>
                </a:lnTo>
                <a:lnTo>
                  <a:pt x="270" y="90"/>
                </a:lnTo>
                <a:close/>
              </a:path>
            </a:pathLst>
          </a:custGeom>
          <a:solidFill>
            <a:srgbClr val="1F1D1B">
              <a:alpha val="7999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de-DE"/>
          </a:p>
        </p:txBody>
      </p:sp>
      <p:sp>
        <p:nvSpPr>
          <p:cNvPr id="3388" name="AutoShape 316">
            <a:extLst>
              <a:ext uri="{FF2B5EF4-FFF2-40B4-BE49-F238E27FC236}">
                <a16:creationId xmlns:a16="http://schemas.microsoft.com/office/drawing/2014/main" id="{44335FE2-1356-F64B-CB87-F1FCCD463D8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3750" y="7985125"/>
            <a:ext cx="15875" cy="15875"/>
          </a:xfrm>
          <a:custGeom>
            <a:avLst/>
            <a:gdLst>
              <a:gd name="G0" fmla="*/ 43 1 2"/>
              <a:gd name="G1" fmla="*/ 1 48365 11520"/>
              <a:gd name="G2" fmla="*/ G1 32767 1"/>
              <a:gd name="G3" fmla="*/ G2 1 32767"/>
              <a:gd name="G4" fmla="cos G0 G3"/>
              <a:gd name="G5" fmla="*/ 43 1 2"/>
              <a:gd name="G6" fmla="*/ 1 48365 11520"/>
              <a:gd name="G7" fmla="*/ G6 32767 1"/>
              <a:gd name="G8" fmla="*/ G7 1 32767"/>
              <a:gd name="G9" fmla="sin G5 G8"/>
              <a:gd name="G10" fmla="*/ 43 1 2"/>
              <a:gd name="G11" fmla="+- G10 0 G4"/>
              <a:gd name="G12" fmla="+- G10 G4 0"/>
              <a:gd name="G13" fmla="+- G12 0 0"/>
              <a:gd name="G14" fmla="*/ 43 1 2"/>
              <a:gd name="G15" fmla="+- G14 0 G9"/>
              <a:gd name="G16" fmla="+- G14 G9 0"/>
              <a:gd name="G17" fmla="+- G16 0 0"/>
              <a:gd name="G18" fmla="+- 43 0 0"/>
              <a:gd name="G19" fmla="+- 43 0 0"/>
              <a:gd name="G20" fmla="+- 180 0 0"/>
              <a:gd name="G21" fmla="+- 90 0 0"/>
              <a:gd name="G22" fmla="+- 270 0 0"/>
              <a:gd name="G23" fmla="+- 90 0 0"/>
              <a:gd name="G24" fmla="+- 0 0 0"/>
              <a:gd name="G25" fmla="+- 90 0 0"/>
              <a:gd name="G26" fmla="+- 90 0 0"/>
              <a:gd name="G27" fmla="+- 90 0 0"/>
            </a:gdLst>
            <a:ahLst/>
            <a:cxnLst>
              <a:cxn ang="0">
                <a:pos x="r" y="vc"/>
              </a:cxn>
              <a:cxn ang="5400000">
                <a:pos x="hc" y="b"/>
              </a:cxn>
              <a:cxn ang="10800000">
                <a:pos x="l" y="vc"/>
              </a:cxn>
              <a:cxn ang="16200000">
                <a:pos x="hc" y="t"/>
              </a:cxn>
            </a:cxnLst>
            <a:rect l="0" t="0" r="0" b="0"/>
            <a:pathLst>
              <a:path>
                <a:moveTo>
                  <a:pt x="0" y="22"/>
                </a:moveTo>
                <a:lnTo>
                  <a:pt x="22" y="22"/>
                </a:lnTo>
                <a:lnTo>
                  <a:pt x="180" y="90"/>
                </a:lnTo>
                <a:lnTo>
                  <a:pt x="22" y="22"/>
                </a:lnTo>
                <a:lnTo>
                  <a:pt x="270" y="90"/>
                </a:lnTo>
                <a:close/>
              </a:path>
            </a:pathLst>
          </a:custGeom>
          <a:solidFill>
            <a:srgbClr val="1F1D1B">
              <a:alpha val="7999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de-DE"/>
          </a:p>
        </p:txBody>
      </p:sp>
      <p:sp>
        <p:nvSpPr>
          <p:cNvPr id="3389" name="AutoShape 317">
            <a:extLst>
              <a:ext uri="{FF2B5EF4-FFF2-40B4-BE49-F238E27FC236}">
                <a16:creationId xmlns:a16="http://schemas.microsoft.com/office/drawing/2014/main" id="{6909896B-A50C-F075-CF2C-23EA85C8E20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" y="3108325"/>
            <a:ext cx="19050" cy="19050"/>
          </a:xfrm>
          <a:custGeom>
            <a:avLst/>
            <a:gdLst>
              <a:gd name="G0" fmla="*/ 56 1 2"/>
              <a:gd name="G1" fmla="*/ 1 48365 11520"/>
              <a:gd name="G2" fmla="*/ G1 32767 1"/>
              <a:gd name="G3" fmla="*/ G2 1 32767"/>
              <a:gd name="G4" fmla="cos G0 G3"/>
              <a:gd name="G5" fmla="*/ 56 1 2"/>
              <a:gd name="G6" fmla="*/ 1 48365 11520"/>
              <a:gd name="G7" fmla="*/ G6 32767 1"/>
              <a:gd name="G8" fmla="*/ G7 1 32767"/>
              <a:gd name="G9" fmla="sin G5 G8"/>
              <a:gd name="G10" fmla="*/ 56 1 2"/>
              <a:gd name="G11" fmla="+- G10 0 G4"/>
              <a:gd name="G12" fmla="+- G10 G4 0"/>
              <a:gd name="G13" fmla="+- G12 0 0"/>
              <a:gd name="G14" fmla="*/ 56 1 2"/>
              <a:gd name="G15" fmla="+- G14 0 G9"/>
              <a:gd name="G16" fmla="+- G14 G9 0"/>
              <a:gd name="G17" fmla="+- G16 0 0"/>
              <a:gd name="G18" fmla="+- 56 0 0"/>
              <a:gd name="G19" fmla="+- 56 0 0"/>
              <a:gd name="G20" fmla="+- 180 0 0"/>
              <a:gd name="G21" fmla="+- 90 0 0"/>
              <a:gd name="G22" fmla="+- 270 0 0"/>
              <a:gd name="G23" fmla="+- 90 0 0"/>
              <a:gd name="G24" fmla="+- 0 0 0"/>
              <a:gd name="G25" fmla="+- 90 0 0"/>
              <a:gd name="G26" fmla="+- 90 0 0"/>
              <a:gd name="G27" fmla="+- 90 0 0"/>
            </a:gdLst>
            <a:ahLst/>
            <a:cxnLst>
              <a:cxn ang="0">
                <a:pos x="r" y="vc"/>
              </a:cxn>
              <a:cxn ang="5400000">
                <a:pos x="hc" y="b"/>
              </a:cxn>
              <a:cxn ang="10800000">
                <a:pos x="l" y="vc"/>
              </a:cxn>
              <a:cxn ang="16200000">
                <a:pos x="hc" y="t"/>
              </a:cxn>
            </a:cxnLst>
            <a:rect l="0" t="0" r="0" b="0"/>
            <a:pathLst>
              <a:path>
                <a:moveTo>
                  <a:pt x="0" y="28"/>
                </a:moveTo>
                <a:lnTo>
                  <a:pt x="28" y="28"/>
                </a:lnTo>
                <a:lnTo>
                  <a:pt x="180" y="90"/>
                </a:lnTo>
                <a:lnTo>
                  <a:pt x="28" y="28"/>
                </a:lnTo>
                <a:lnTo>
                  <a:pt x="270" y="90"/>
                </a:lnTo>
                <a:close/>
              </a:path>
            </a:pathLst>
          </a:custGeom>
          <a:solidFill>
            <a:srgbClr val="1F1D1B">
              <a:alpha val="7999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de-DE"/>
          </a:p>
        </p:txBody>
      </p:sp>
      <p:sp>
        <p:nvSpPr>
          <p:cNvPr id="3390" name="AutoShape 318">
            <a:extLst>
              <a:ext uri="{FF2B5EF4-FFF2-40B4-BE49-F238E27FC236}">
                <a16:creationId xmlns:a16="http://schemas.microsoft.com/office/drawing/2014/main" id="{B51C26F0-214D-2A72-9EA2-13F31F28FE85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6450" y="8266113"/>
            <a:ext cx="15875" cy="15875"/>
          </a:xfrm>
          <a:custGeom>
            <a:avLst/>
            <a:gdLst>
              <a:gd name="G0" fmla="*/ 45 1 2"/>
              <a:gd name="G1" fmla="*/ 1 48365 11520"/>
              <a:gd name="G2" fmla="*/ G1 32767 1"/>
              <a:gd name="G3" fmla="*/ G2 1 32767"/>
              <a:gd name="G4" fmla="cos G0 G3"/>
              <a:gd name="G5" fmla="*/ 45 1 2"/>
              <a:gd name="G6" fmla="*/ 1 48365 11520"/>
              <a:gd name="G7" fmla="*/ G6 32767 1"/>
              <a:gd name="G8" fmla="*/ G7 1 32767"/>
              <a:gd name="G9" fmla="sin G5 G8"/>
              <a:gd name="G10" fmla="*/ 45 1 2"/>
              <a:gd name="G11" fmla="+- G10 0 G4"/>
              <a:gd name="G12" fmla="+- G10 G4 0"/>
              <a:gd name="G13" fmla="+- G12 0 0"/>
              <a:gd name="G14" fmla="*/ 45 1 2"/>
              <a:gd name="G15" fmla="+- G14 0 G9"/>
              <a:gd name="G16" fmla="+- G14 G9 0"/>
              <a:gd name="G17" fmla="+- G16 0 0"/>
              <a:gd name="G18" fmla="+- 45 0 0"/>
              <a:gd name="G19" fmla="+- 45 0 0"/>
              <a:gd name="G20" fmla="+- 180 0 0"/>
              <a:gd name="G21" fmla="+- 90 0 0"/>
              <a:gd name="G22" fmla="+- 270 0 0"/>
              <a:gd name="G23" fmla="+- 90 0 0"/>
              <a:gd name="G24" fmla="+- 0 0 0"/>
              <a:gd name="G25" fmla="+- 90 0 0"/>
              <a:gd name="G26" fmla="+- 90 0 0"/>
              <a:gd name="G27" fmla="+- 90 0 0"/>
            </a:gdLst>
            <a:ahLst/>
            <a:cxnLst>
              <a:cxn ang="0">
                <a:pos x="r" y="vc"/>
              </a:cxn>
              <a:cxn ang="5400000">
                <a:pos x="hc" y="b"/>
              </a:cxn>
              <a:cxn ang="10800000">
                <a:pos x="l" y="vc"/>
              </a:cxn>
              <a:cxn ang="16200000">
                <a:pos x="hc" y="t"/>
              </a:cxn>
            </a:cxnLst>
            <a:rect l="0" t="0" r="0" b="0"/>
            <a:pathLst>
              <a:path>
                <a:moveTo>
                  <a:pt x="0" y="23"/>
                </a:moveTo>
                <a:lnTo>
                  <a:pt x="23" y="23"/>
                </a:lnTo>
                <a:lnTo>
                  <a:pt x="180" y="90"/>
                </a:lnTo>
                <a:lnTo>
                  <a:pt x="23" y="23"/>
                </a:lnTo>
                <a:lnTo>
                  <a:pt x="270" y="90"/>
                </a:lnTo>
                <a:close/>
              </a:path>
            </a:pathLst>
          </a:custGeom>
          <a:solidFill>
            <a:srgbClr val="1F1D1B">
              <a:alpha val="7999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de-DE"/>
          </a:p>
        </p:txBody>
      </p:sp>
      <p:sp>
        <p:nvSpPr>
          <p:cNvPr id="3391" name="AutoShape 319">
            <a:extLst>
              <a:ext uri="{FF2B5EF4-FFF2-40B4-BE49-F238E27FC236}">
                <a16:creationId xmlns:a16="http://schemas.microsoft.com/office/drawing/2014/main" id="{E2E4312D-BB94-71F0-6992-4E12D653CAB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30925" y="7534275"/>
            <a:ext cx="26988" cy="26988"/>
          </a:xfrm>
          <a:custGeom>
            <a:avLst/>
            <a:gdLst>
              <a:gd name="G0" fmla="*/ 74 1 2"/>
              <a:gd name="G1" fmla="*/ 1 48365 11520"/>
              <a:gd name="G2" fmla="*/ G1 32767 1"/>
              <a:gd name="G3" fmla="*/ G2 1 32767"/>
              <a:gd name="G4" fmla="cos G0 G3"/>
              <a:gd name="G5" fmla="*/ 74 1 2"/>
              <a:gd name="G6" fmla="*/ 1 48365 11520"/>
              <a:gd name="G7" fmla="*/ G6 32767 1"/>
              <a:gd name="G8" fmla="*/ G7 1 32767"/>
              <a:gd name="G9" fmla="sin G5 G8"/>
              <a:gd name="G10" fmla="*/ 74 1 2"/>
              <a:gd name="G11" fmla="+- G10 0 G4"/>
              <a:gd name="G12" fmla="+- G10 G4 0"/>
              <a:gd name="G13" fmla="+- G12 0 0"/>
              <a:gd name="G14" fmla="*/ 74 1 2"/>
              <a:gd name="G15" fmla="+- G14 0 G9"/>
              <a:gd name="G16" fmla="+- G14 G9 0"/>
              <a:gd name="G17" fmla="+- G16 0 0"/>
              <a:gd name="G18" fmla="+- 74 0 0"/>
              <a:gd name="G19" fmla="+- 74 0 0"/>
              <a:gd name="G20" fmla="+- 180 0 0"/>
              <a:gd name="G21" fmla="+- 90 0 0"/>
              <a:gd name="G22" fmla="+- 270 0 0"/>
              <a:gd name="G23" fmla="+- 90 0 0"/>
              <a:gd name="G24" fmla="+- 0 0 0"/>
              <a:gd name="G25" fmla="+- 90 0 0"/>
              <a:gd name="G26" fmla="+- 90 0 0"/>
              <a:gd name="G27" fmla="+- 90 0 0"/>
            </a:gdLst>
            <a:ahLst/>
            <a:cxnLst>
              <a:cxn ang="0">
                <a:pos x="r" y="vc"/>
              </a:cxn>
              <a:cxn ang="5400000">
                <a:pos x="hc" y="b"/>
              </a:cxn>
              <a:cxn ang="10800000">
                <a:pos x="l" y="vc"/>
              </a:cxn>
              <a:cxn ang="16200000">
                <a:pos x="hc" y="t"/>
              </a:cxn>
            </a:cxnLst>
            <a:rect l="0" t="0" r="0" b="0"/>
            <a:pathLst>
              <a:path>
                <a:moveTo>
                  <a:pt x="0" y="37"/>
                </a:moveTo>
                <a:lnTo>
                  <a:pt x="37" y="37"/>
                </a:lnTo>
                <a:lnTo>
                  <a:pt x="180" y="90"/>
                </a:lnTo>
                <a:lnTo>
                  <a:pt x="37" y="37"/>
                </a:lnTo>
                <a:lnTo>
                  <a:pt x="270" y="90"/>
                </a:lnTo>
                <a:close/>
              </a:path>
            </a:pathLst>
          </a:custGeom>
          <a:solidFill>
            <a:srgbClr val="1F1D1B">
              <a:alpha val="7999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de-DE"/>
          </a:p>
        </p:txBody>
      </p:sp>
      <p:sp>
        <p:nvSpPr>
          <p:cNvPr id="3392" name="AutoShape 320">
            <a:extLst>
              <a:ext uri="{FF2B5EF4-FFF2-40B4-BE49-F238E27FC236}">
                <a16:creationId xmlns:a16="http://schemas.microsoft.com/office/drawing/2014/main" id="{912AE578-3DD0-E903-F9FC-174F30814E8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02100" y="5102225"/>
            <a:ext cx="25400" cy="25400"/>
          </a:xfrm>
          <a:custGeom>
            <a:avLst/>
            <a:gdLst>
              <a:gd name="G0" fmla="*/ 71 1 2"/>
              <a:gd name="G1" fmla="*/ 1 48365 11520"/>
              <a:gd name="G2" fmla="*/ G1 32767 1"/>
              <a:gd name="G3" fmla="*/ G2 1 32767"/>
              <a:gd name="G4" fmla="cos G0 G3"/>
              <a:gd name="G5" fmla="*/ 71 1 2"/>
              <a:gd name="G6" fmla="*/ 1 48365 11520"/>
              <a:gd name="G7" fmla="*/ G6 32767 1"/>
              <a:gd name="G8" fmla="*/ G7 1 32767"/>
              <a:gd name="G9" fmla="sin G5 G8"/>
              <a:gd name="G10" fmla="*/ 71 1 2"/>
              <a:gd name="G11" fmla="+- G10 0 G4"/>
              <a:gd name="G12" fmla="+- G10 G4 0"/>
              <a:gd name="G13" fmla="+- G12 0 0"/>
              <a:gd name="G14" fmla="*/ 71 1 2"/>
              <a:gd name="G15" fmla="+- G14 0 G9"/>
              <a:gd name="G16" fmla="+- G14 G9 0"/>
              <a:gd name="G17" fmla="+- G16 0 0"/>
              <a:gd name="G18" fmla="+- 71 0 0"/>
              <a:gd name="G19" fmla="+- 71 0 0"/>
              <a:gd name="G20" fmla="+- 180 0 0"/>
              <a:gd name="G21" fmla="+- 90 0 0"/>
              <a:gd name="G22" fmla="+- 270 0 0"/>
              <a:gd name="G23" fmla="+- 90 0 0"/>
              <a:gd name="G24" fmla="+- 0 0 0"/>
              <a:gd name="G25" fmla="+- 90 0 0"/>
              <a:gd name="G26" fmla="+- 90 0 0"/>
              <a:gd name="G27" fmla="+- 90 0 0"/>
            </a:gdLst>
            <a:ahLst/>
            <a:cxnLst>
              <a:cxn ang="0">
                <a:pos x="r" y="vc"/>
              </a:cxn>
              <a:cxn ang="5400000">
                <a:pos x="hc" y="b"/>
              </a:cxn>
              <a:cxn ang="10800000">
                <a:pos x="l" y="vc"/>
              </a:cxn>
              <a:cxn ang="16200000">
                <a:pos x="hc" y="t"/>
              </a:cxn>
            </a:cxnLst>
            <a:rect l="0" t="0" r="0" b="0"/>
            <a:pathLst>
              <a:path>
                <a:moveTo>
                  <a:pt x="0" y="36"/>
                </a:moveTo>
                <a:lnTo>
                  <a:pt x="36" y="36"/>
                </a:lnTo>
                <a:lnTo>
                  <a:pt x="180" y="90"/>
                </a:lnTo>
                <a:lnTo>
                  <a:pt x="36" y="36"/>
                </a:lnTo>
                <a:lnTo>
                  <a:pt x="270" y="90"/>
                </a:lnTo>
                <a:close/>
              </a:path>
            </a:pathLst>
          </a:custGeom>
          <a:solidFill>
            <a:srgbClr val="1F1D1B">
              <a:alpha val="7999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de-DE"/>
          </a:p>
        </p:txBody>
      </p:sp>
      <p:sp>
        <p:nvSpPr>
          <p:cNvPr id="3393" name="AutoShape 321">
            <a:extLst>
              <a:ext uri="{FF2B5EF4-FFF2-40B4-BE49-F238E27FC236}">
                <a16:creationId xmlns:a16="http://schemas.microsoft.com/office/drawing/2014/main" id="{3E0FC14B-8C69-A6C5-164E-194CCCD447E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10200" y="5160963"/>
            <a:ext cx="19050" cy="19050"/>
          </a:xfrm>
          <a:custGeom>
            <a:avLst/>
            <a:gdLst>
              <a:gd name="G0" fmla="*/ 56 1 2"/>
              <a:gd name="G1" fmla="*/ 1 48365 11520"/>
              <a:gd name="G2" fmla="*/ G1 32767 1"/>
              <a:gd name="G3" fmla="*/ G2 1 32767"/>
              <a:gd name="G4" fmla="cos G0 G3"/>
              <a:gd name="G5" fmla="*/ 56 1 2"/>
              <a:gd name="G6" fmla="*/ 1 48365 11520"/>
              <a:gd name="G7" fmla="*/ G6 32767 1"/>
              <a:gd name="G8" fmla="*/ G7 1 32767"/>
              <a:gd name="G9" fmla="sin G5 G8"/>
              <a:gd name="G10" fmla="*/ 56 1 2"/>
              <a:gd name="G11" fmla="+- G10 0 G4"/>
              <a:gd name="G12" fmla="+- G10 G4 0"/>
              <a:gd name="G13" fmla="+- G12 0 0"/>
              <a:gd name="G14" fmla="*/ 56 1 2"/>
              <a:gd name="G15" fmla="+- G14 0 G9"/>
              <a:gd name="G16" fmla="+- G14 G9 0"/>
              <a:gd name="G17" fmla="+- G16 0 0"/>
              <a:gd name="G18" fmla="+- 56 0 0"/>
              <a:gd name="G19" fmla="+- 56 0 0"/>
              <a:gd name="G20" fmla="+- 180 0 0"/>
              <a:gd name="G21" fmla="+- 90 0 0"/>
              <a:gd name="G22" fmla="+- 270 0 0"/>
              <a:gd name="G23" fmla="+- 90 0 0"/>
              <a:gd name="G24" fmla="+- 0 0 0"/>
              <a:gd name="G25" fmla="+- 90 0 0"/>
              <a:gd name="G26" fmla="+- 90 0 0"/>
              <a:gd name="G27" fmla="+- 90 0 0"/>
            </a:gdLst>
            <a:ahLst/>
            <a:cxnLst>
              <a:cxn ang="0">
                <a:pos x="r" y="vc"/>
              </a:cxn>
              <a:cxn ang="5400000">
                <a:pos x="hc" y="b"/>
              </a:cxn>
              <a:cxn ang="10800000">
                <a:pos x="l" y="vc"/>
              </a:cxn>
              <a:cxn ang="16200000">
                <a:pos x="hc" y="t"/>
              </a:cxn>
            </a:cxnLst>
            <a:rect l="0" t="0" r="0" b="0"/>
            <a:pathLst>
              <a:path>
                <a:moveTo>
                  <a:pt x="0" y="28"/>
                </a:moveTo>
                <a:lnTo>
                  <a:pt x="28" y="28"/>
                </a:lnTo>
                <a:lnTo>
                  <a:pt x="180" y="90"/>
                </a:lnTo>
                <a:lnTo>
                  <a:pt x="28" y="28"/>
                </a:lnTo>
                <a:lnTo>
                  <a:pt x="270" y="90"/>
                </a:lnTo>
                <a:close/>
              </a:path>
            </a:pathLst>
          </a:custGeom>
          <a:solidFill>
            <a:srgbClr val="1F1D1B">
              <a:alpha val="7999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de-DE"/>
          </a:p>
        </p:txBody>
      </p:sp>
      <p:sp>
        <p:nvSpPr>
          <p:cNvPr id="3394" name="AutoShape 322">
            <a:extLst>
              <a:ext uri="{FF2B5EF4-FFF2-40B4-BE49-F238E27FC236}">
                <a16:creationId xmlns:a16="http://schemas.microsoft.com/office/drawing/2014/main" id="{BDF14E30-BF0F-6BB8-56B1-124900D8A1A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53088" y="1844675"/>
            <a:ext cx="15875" cy="15875"/>
          </a:xfrm>
          <a:custGeom>
            <a:avLst/>
            <a:gdLst>
              <a:gd name="G0" fmla="*/ 47 1 2"/>
              <a:gd name="G1" fmla="*/ 1 48365 11520"/>
              <a:gd name="G2" fmla="*/ G1 32767 1"/>
              <a:gd name="G3" fmla="*/ G2 1 32767"/>
              <a:gd name="G4" fmla="cos G0 G3"/>
              <a:gd name="G5" fmla="*/ 47 1 2"/>
              <a:gd name="G6" fmla="*/ 1 48365 11520"/>
              <a:gd name="G7" fmla="*/ G6 32767 1"/>
              <a:gd name="G8" fmla="*/ G7 1 32767"/>
              <a:gd name="G9" fmla="sin G5 G8"/>
              <a:gd name="G10" fmla="*/ 47 1 2"/>
              <a:gd name="G11" fmla="+- G10 0 G4"/>
              <a:gd name="G12" fmla="+- G10 G4 0"/>
              <a:gd name="G13" fmla="+- G12 0 0"/>
              <a:gd name="G14" fmla="*/ 47 1 2"/>
              <a:gd name="G15" fmla="+- G14 0 G9"/>
              <a:gd name="G16" fmla="+- G14 G9 0"/>
              <a:gd name="G17" fmla="+- G16 0 0"/>
              <a:gd name="G18" fmla="+- 47 0 0"/>
              <a:gd name="G19" fmla="+- 47 0 0"/>
              <a:gd name="G20" fmla="+- 180 0 0"/>
              <a:gd name="G21" fmla="+- 90 0 0"/>
              <a:gd name="G22" fmla="+- 270 0 0"/>
              <a:gd name="G23" fmla="+- 90 0 0"/>
              <a:gd name="G24" fmla="+- 0 0 0"/>
              <a:gd name="G25" fmla="+- 90 0 0"/>
              <a:gd name="G26" fmla="+- 90 0 0"/>
              <a:gd name="G27" fmla="+- 90 0 0"/>
            </a:gdLst>
            <a:ahLst/>
            <a:cxnLst>
              <a:cxn ang="0">
                <a:pos x="r" y="vc"/>
              </a:cxn>
              <a:cxn ang="5400000">
                <a:pos x="hc" y="b"/>
              </a:cxn>
              <a:cxn ang="10800000">
                <a:pos x="l" y="vc"/>
              </a:cxn>
              <a:cxn ang="16200000">
                <a:pos x="hc" y="t"/>
              </a:cxn>
            </a:cxnLst>
            <a:rect l="0" t="0" r="0" b="0"/>
            <a:pathLst>
              <a:path>
                <a:moveTo>
                  <a:pt x="0" y="24"/>
                </a:moveTo>
                <a:lnTo>
                  <a:pt x="24" y="24"/>
                </a:lnTo>
                <a:lnTo>
                  <a:pt x="180" y="90"/>
                </a:lnTo>
                <a:lnTo>
                  <a:pt x="24" y="24"/>
                </a:lnTo>
                <a:lnTo>
                  <a:pt x="270" y="90"/>
                </a:lnTo>
                <a:close/>
              </a:path>
            </a:pathLst>
          </a:custGeom>
          <a:solidFill>
            <a:srgbClr val="1F1D1B">
              <a:alpha val="7999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de-DE"/>
          </a:p>
        </p:txBody>
      </p:sp>
      <p:sp>
        <p:nvSpPr>
          <p:cNvPr id="3395" name="AutoShape 323">
            <a:extLst>
              <a:ext uri="{FF2B5EF4-FFF2-40B4-BE49-F238E27FC236}">
                <a16:creationId xmlns:a16="http://schemas.microsoft.com/office/drawing/2014/main" id="{CAF175D2-3875-3592-C0FF-72E56C52CBE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8625" y="9399588"/>
            <a:ext cx="22225" cy="22225"/>
          </a:xfrm>
          <a:custGeom>
            <a:avLst/>
            <a:gdLst>
              <a:gd name="G0" fmla="*/ 63 1 2"/>
              <a:gd name="G1" fmla="*/ 1 48365 11520"/>
              <a:gd name="G2" fmla="*/ G1 32767 1"/>
              <a:gd name="G3" fmla="*/ G2 1 32767"/>
              <a:gd name="G4" fmla="cos G0 G3"/>
              <a:gd name="G5" fmla="*/ 63 1 2"/>
              <a:gd name="G6" fmla="*/ 1 48365 11520"/>
              <a:gd name="G7" fmla="*/ G6 32767 1"/>
              <a:gd name="G8" fmla="*/ G7 1 32767"/>
              <a:gd name="G9" fmla="sin G5 G8"/>
              <a:gd name="G10" fmla="*/ 63 1 2"/>
              <a:gd name="G11" fmla="+- G10 0 G4"/>
              <a:gd name="G12" fmla="+- G10 G4 0"/>
              <a:gd name="G13" fmla="+- G12 0 0"/>
              <a:gd name="G14" fmla="*/ 63 1 2"/>
              <a:gd name="G15" fmla="+- G14 0 G9"/>
              <a:gd name="G16" fmla="+- G14 G9 0"/>
              <a:gd name="G17" fmla="+- G16 0 0"/>
              <a:gd name="G18" fmla="+- 63 0 0"/>
              <a:gd name="G19" fmla="+- 63 0 0"/>
              <a:gd name="G20" fmla="+- 180 0 0"/>
              <a:gd name="G21" fmla="+- 90 0 0"/>
              <a:gd name="G22" fmla="+- 270 0 0"/>
              <a:gd name="G23" fmla="+- 90 0 0"/>
              <a:gd name="G24" fmla="+- 0 0 0"/>
              <a:gd name="G25" fmla="+- 90 0 0"/>
              <a:gd name="G26" fmla="+- 90 0 0"/>
              <a:gd name="G27" fmla="+- 90 0 0"/>
            </a:gdLst>
            <a:ahLst/>
            <a:cxnLst>
              <a:cxn ang="0">
                <a:pos x="r" y="vc"/>
              </a:cxn>
              <a:cxn ang="5400000">
                <a:pos x="hc" y="b"/>
              </a:cxn>
              <a:cxn ang="10800000">
                <a:pos x="l" y="vc"/>
              </a:cxn>
              <a:cxn ang="16200000">
                <a:pos x="hc" y="t"/>
              </a:cxn>
            </a:cxnLst>
            <a:rect l="0" t="0" r="0" b="0"/>
            <a:pathLst>
              <a:path>
                <a:moveTo>
                  <a:pt x="0" y="32"/>
                </a:moveTo>
                <a:lnTo>
                  <a:pt x="32" y="32"/>
                </a:lnTo>
                <a:lnTo>
                  <a:pt x="180" y="90"/>
                </a:lnTo>
                <a:lnTo>
                  <a:pt x="32" y="32"/>
                </a:lnTo>
                <a:lnTo>
                  <a:pt x="270" y="90"/>
                </a:lnTo>
                <a:close/>
              </a:path>
            </a:pathLst>
          </a:custGeom>
          <a:solidFill>
            <a:srgbClr val="1F1D1B">
              <a:alpha val="7999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de-DE"/>
          </a:p>
        </p:txBody>
      </p:sp>
      <p:sp>
        <p:nvSpPr>
          <p:cNvPr id="3396" name="AutoShape 324">
            <a:extLst>
              <a:ext uri="{FF2B5EF4-FFF2-40B4-BE49-F238E27FC236}">
                <a16:creationId xmlns:a16="http://schemas.microsoft.com/office/drawing/2014/main" id="{96EE4B49-8F48-EBE7-91D4-9CCFCA8BBEA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7038" y="1846263"/>
            <a:ext cx="11112" cy="11112"/>
          </a:xfrm>
          <a:custGeom>
            <a:avLst/>
            <a:gdLst>
              <a:gd name="G0" fmla="*/ 32 1 2"/>
              <a:gd name="G1" fmla="*/ 1 48365 11520"/>
              <a:gd name="G2" fmla="*/ G1 32767 1"/>
              <a:gd name="G3" fmla="*/ G2 1 32767"/>
              <a:gd name="G4" fmla="cos G0 G3"/>
              <a:gd name="G5" fmla="*/ 32 1 2"/>
              <a:gd name="G6" fmla="*/ 1 48365 11520"/>
              <a:gd name="G7" fmla="*/ G6 32767 1"/>
              <a:gd name="G8" fmla="*/ G7 1 32767"/>
              <a:gd name="G9" fmla="sin G5 G8"/>
              <a:gd name="G10" fmla="*/ 32 1 2"/>
              <a:gd name="G11" fmla="+- G10 0 G4"/>
              <a:gd name="G12" fmla="+- G10 G4 0"/>
              <a:gd name="G13" fmla="+- G12 0 0"/>
              <a:gd name="G14" fmla="*/ 32 1 2"/>
              <a:gd name="G15" fmla="+- G14 0 G9"/>
              <a:gd name="G16" fmla="+- G14 G9 0"/>
              <a:gd name="G17" fmla="+- G16 0 0"/>
              <a:gd name="G18" fmla="+- 32 0 0"/>
              <a:gd name="G19" fmla="+- 32 0 0"/>
              <a:gd name="G20" fmla="+- 180 0 0"/>
              <a:gd name="G21" fmla="+- 90 0 0"/>
              <a:gd name="G22" fmla="+- 270 0 0"/>
              <a:gd name="G23" fmla="+- 90 0 0"/>
              <a:gd name="G24" fmla="+- 0 0 0"/>
              <a:gd name="G25" fmla="+- 90 0 0"/>
              <a:gd name="G26" fmla="+- 90 0 0"/>
              <a:gd name="G27" fmla="+- 90 0 0"/>
            </a:gdLst>
            <a:ahLst/>
            <a:cxnLst>
              <a:cxn ang="0">
                <a:pos x="r" y="vc"/>
              </a:cxn>
              <a:cxn ang="5400000">
                <a:pos x="hc" y="b"/>
              </a:cxn>
              <a:cxn ang="10800000">
                <a:pos x="l" y="vc"/>
              </a:cxn>
              <a:cxn ang="16200000">
                <a:pos x="hc" y="t"/>
              </a:cxn>
            </a:cxnLst>
            <a:rect l="0" t="0" r="0" b="0"/>
            <a:pathLst>
              <a:path>
                <a:moveTo>
                  <a:pt x="0" y="16"/>
                </a:moveTo>
                <a:lnTo>
                  <a:pt x="16" y="16"/>
                </a:lnTo>
                <a:lnTo>
                  <a:pt x="180" y="90"/>
                </a:lnTo>
                <a:lnTo>
                  <a:pt x="16" y="16"/>
                </a:lnTo>
                <a:lnTo>
                  <a:pt x="270" y="90"/>
                </a:lnTo>
                <a:close/>
              </a:path>
            </a:pathLst>
          </a:custGeom>
          <a:solidFill>
            <a:srgbClr val="1F1D1B">
              <a:alpha val="7999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de-DE"/>
          </a:p>
        </p:txBody>
      </p:sp>
      <p:sp>
        <p:nvSpPr>
          <p:cNvPr id="3397" name="AutoShape 325">
            <a:extLst>
              <a:ext uri="{FF2B5EF4-FFF2-40B4-BE49-F238E27FC236}">
                <a16:creationId xmlns:a16="http://schemas.microsoft.com/office/drawing/2014/main" id="{9D9FF309-27AE-44FD-01F1-737083DA1C3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44600" y="3487738"/>
            <a:ext cx="22225" cy="22225"/>
          </a:xfrm>
          <a:custGeom>
            <a:avLst/>
            <a:gdLst>
              <a:gd name="G0" fmla="*/ 64 1 2"/>
              <a:gd name="G1" fmla="*/ 1 48365 11520"/>
              <a:gd name="G2" fmla="*/ G1 32767 1"/>
              <a:gd name="G3" fmla="*/ G2 1 32767"/>
              <a:gd name="G4" fmla="cos G0 G3"/>
              <a:gd name="G5" fmla="*/ 64 1 2"/>
              <a:gd name="G6" fmla="*/ 1 48365 11520"/>
              <a:gd name="G7" fmla="*/ G6 32767 1"/>
              <a:gd name="G8" fmla="*/ G7 1 32767"/>
              <a:gd name="G9" fmla="sin G5 G8"/>
              <a:gd name="G10" fmla="*/ 64 1 2"/>
              <a:gd name="G11" fmla="+- G10 0 G4"/>
              <a:gd name="G12" fmla="+- G10 G4 0"/>
              <a:gd name="G13" fmla="+- G12 0 0"/>
              <a:gd name="G14" fmla="*/ 64 1 2"/>
              <a:gd name="G15" fmla="+- G14 0 G9"/>
              <a:gd name="G16" fmla="+- G14 G9 0"/>
              <a:gd name="G17" fmla="+- G16 0 0"/>
              <a:gd name="G18" fmla="+- 64 0 0"/>
              <a:gd name="G19" fmla="+- 64 0 0"/>
              <a:gd name="G20" fmla="+- 180 0 0"/>
              <a:gd name="G21" fmla="+- 90 0 0"/>
              <a:gd name="G22" fmla="+- 270 0 0"/>
              <a:gd name="G23" fmla="+- 90 0 0"/>
              <a:gd name="G24" fmla="+- 0 0 0"/>
              <a:gd name="G25" fmla="+- 90 0 0"/>
              <a:gd name="G26" fmla="+- 90 0 0"/>
              <a:gd name="G27" fmla="+- 90 0 0"/>
            </a:gdLst>
            <a:ahLst/>
            <a:cxnLst>
              <a:cxn ang="0">
                <a:pos x="r" y="vc"/>
              </a:cxn>
              <a:cxn ang="5400000">
                <a:pos x="hc" y="b"/>
              </a:cxn>
              <a:cxn ang="10800000">
                <a:pos x="l" y="vc"/>
              </a:cxn>
              <a:cxn ang="16200000">
                <a:pos x="hc" y="t"/>
              </a:cxn>
            </a:cxnLst>
            <a:rect l="0" t="0" r="0" b="0"/>
            <a:pathLst>
              <a:path>
                <a:moveTo>
                  <a:pt x="0" y="32"/>
                </a:moveTo>
                <a:lnTo>
                  <a:pt x="32" y="32"/>
                </a:lnTo>
                <a:lnTo>
                  <a:pt x="180" y="90"/>
                </a:lnTo>
                <a:lnTo>
                  <a:pt x="32" y="32"/>
                </a:lnTo>
                <a:lnTo>
                  <a:pt x="270" y="90"/>
                </a:lnTo>
                <a:close/>
              </a:path>
            </a:pathLst>
          </a:custGeom>
          <a:solidFill>
            <a:srgbClr val="1F1D1B">
              <a:alpha val="7999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de-DE"/>
          </a:p>
        </p:txBody>
      </p:sp>
      <p:sp>
        <p:nvSpPr>
          <p:cNvPr id="3398" name="AutoShape 326">
            <a:extLst>
              <a:ext uri="{FF2B5EF4-FFF2-40B4-BE49-F238E27FC236}">
                <a16:creationId xmlns:a16="http://schemas.microsoft.com/office/drawing/2014/main" id="{841DF32F-3041-2660-97A0-DA3615E62EF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27738" y="8459788"/>
            <a:ext cx="14287" cy="14287"/>
          </a:xfrm>
          <a:custGeom>
            <a:avLst/>
            <a:gdLst>
              <a:gd name="G0" fmla="*/ 42 1 2"/>
              <a:gd name="G1" fmla="*/ 1 48365 11520"/>
              <a:gd name="G2" fmla="*/ G1 32767 1"/>
              <a:gd name="G3" fmla="*/ G2 1 32767"/>
              <a:gd name="G4" fmla="cos G0 G3"/>
              <a:gd name="G5" fmla="*/ 42 1 2"/>
              <a:gd name="G6" fmla="*/ 1 48365 11520"/>
              <a:gd name="G7" fmla="*/ G6 32767 1"/>
              <a:gd name="G8" fmla="*/ G7 1 32767"/>
              <a:gd name="G9" fmla="sin G5 G8"/>
              <a:gd name="G10" fmla="*/ 42 1 2"/>
              <a:gd name="G11" fmla="+- G10 0 G4"/>
              <a:gd name="G12" fmla="+- G10 G4 0"/>
              <a:gd name="G13" fmla="+- G12 0 0"/>
              <a:gd name="G14" fmla="*/ 42 1 2"/>
              <a:gd name="G15" fmla="+- G14 0 G9"/>
              <a:gd name="G16" fmla="+- G14 G9 0"/>
              <a:gd name="G17" fmla="+- G16 0 0"/>
              <a:gd name="G18" fmla="+- 42 0 0"/>
              <a:gd name="G19" fmla="+- 42 0 0"/>
              <a:gd name="G20" fmla="+- 180 0 0"/>
              <a:gd name="G21" fmla="+- 90 0 0"/>
              <a:gd name="G22" fmla="+- 270 0 0"/>
              <a:gd name="G23" fmla="+- 90 0 0"/>
              <a:gd name="G24" fmla="+- 0 0 0"/>
              <a:gd name="G25" fmla="+- 90 0 0"/>
              <a:gd name="G26" fmla="+- 90 0 0"/>
              <a:gd name="G27" fmla="+- 90 0 0"/>
            </a:gdLst>
            <a:ahLst/>
            <a:cxnLst>
              <a:cxn ang="0">
                <a:pos x="r" y="vc"/>
              </a:cxn>
              <a:cxn ang="5400000">
                <a:pos x="hc" y="b"/>
              </a:cxn>
              <a:cxn ang="10800000">
                <a:pos x="l" y="vc"/>
              </a:cxn>
              <a:cxn ang="16200000">
                <a:pos x="hc" y="t"/>
              </a:cxn>
            </a:cxnLst>
            <a:rect l="0" t="0" r="0" b="0"/>
            <a:pathLst>
              <a:path>
                <a:moveTo>
                  <a:pt x="0" y="21"/>
                </a:moveTo>
                <a:lnTo>
                  <a:pt x="21" y="21"/>
                </a:lnTo>
                <a:lnTo>
                  <a:pt x="180" y="90"/>
                </a:lnTo>
                <a:lnTo>
                  <a:pt x="21" y="21"/>
                </a:lnTo>
                <a:lnTo>
                  <a:pt x="270" y="90"/>
                </a:lnTo>
                <a:close/>
              </a:path>
            </a:pathLst>
          </a:custGeom>
          <a:solidFill>
            <a:srgbClr val="1F1D1B">
              <a:alpha val="7999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de-DE"/>
          </a:p>
        </p:txBody>
      </p:sp>
      <p:sp>
        <p:nvSpPr>
          <p:cNvPr id="3399" name="AutoShape 327">
            <a:extLst>
              <a:ext uri="{FF2B5EF4-FFF2-40B4-BE49-F238E27FC236}">
                <a16:creationId xmlns:a16="http://schemas.microsoft.com/office/drawing/2014/main" id="{296E86E2-B529-BE6B-70F9-C03EE5A4FA1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28925" y="835025"/>
            <a:ext cx="26988" cy="26988"/>
          </a:xfrm>
          <a:custGeom>
            <a:avLst/>
            <a:gdLst>
              <a:gd name="G0" fmla="*/ 75 1 2"/>
              <a:gd name="G1" fmla="*/ 1 48365 11520"/>
              <a:gd name="G2" fmla="*/ G1 32767 1"/>
              <a:gd name="G3" fmla="*/ G2 1 32767"/>
              <a:gd name="G4" fmla="cos G0 G3"/>
              <a:gd name="G5" fmla="*/ 75 1 2"/>
              <a:gd name="G6" fmla="*/ 1 48365 11520"/>
              <a:gd name="G7" fmla="*/ G6 32767 1"/>
              <a:gd name="G8" fmla="*/ G7 1 32767"/>
              <a:gd name="G9" fmla="sin G5 G8"/>
              <a:gd name="G10" fmla="*/ 75 1 2"/>
              <a:gd name="G11" fmla="+- G10 0 G4"/>
              <a:gd name="G12" fmla="+- G10 G4 0"/>
              <a:gd name="G13" fmla="+- G12 0 0"/>
              <a:gd name="G14" fmla="*/ 75 1 2"/>
              <a:gd name="G15" fmla="+- G14 0 G9"/>
              <a:gd name="G16" fmla="+- G14 G9 0"/>
              <a:gd name="G17" fmla="+- G16 0 0"/>
              <a:gd name="G18" fmla="+- 75 0 0"/>
              <a:gd name="G19" fmla="+- 75 0 0"/>
              <a:gd name="G20" fmla="+- 180 0 0"/>
              <a:gd name="G21" fmla="+- 90 0 0"/>
              <a:gd name="G22" fmla="+- 270 0 0"/>
              <a:gd name="G23" fmla="+- 90 0 0"/>
              <a:gd name="G24" fmla="+- 0 0 0"/>
              <a:gd name="G25" fmla="+- 90 0 0"/>
              <a:gd name="G26" fmla="+- 90 0 0"/>
              <a:gd name="G27" fmla="+- 90 0 0"/>
            </a:gdLst>
            <a:ahLst/>
            <a:cxnLst>
              <a:cxn ang="0">
                <a:pos x="r" y="vc"/>
              </a:cxn>
              <a:cxn ang="5400000">
                <a:pos x="hc" y="b"/>
              </a:cxn>
              <a:cxn ang="10800000">
                <a:pos x="l" y="vc"/>
              </a:cxn>
              <a:cxn ang="16200000">
                <a:pos x="hc" y="t"/>
              </a:cxn>
            </a:cxnLst>
            <a:rect l="0" t="0" r="0" b="0"/>
            <a:pathLst>
              <a:path>
                <a:moveTo>
                  <a:pt x="0" y="38"/>
                </a:moveTo>
                <a:lnTo>
                  <a:pt x="38" y="38"/>
                </a:lnTo>
                <a:lnTo>
                  <a:pt x="180" y="90"/>
                </a:lnTo>
                <a:lnTo>
                  <a:pt x="38" y="38"/>
                </a:lnTo>
                <a:lnTo>
                  <a:pt x="270" y="90"/>
                </a:lnTo>
                <a:close/>
              </a:path>
            </a:pathLst>
          </a:custGeom>
          <a:solidFill>
            <a:srgbClr val="1F1D1B">
              <a:alpha val="7999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de-DE"/>
          </a:p>
        </p:txBody>
      </p:sp>
      <p:sp>
        <p:nvSpPr>
          <p:cNvPr id="3400" name="AutoShape 328">
            <a:extLst>
              <a:ext uri="{FF2B5EF4-FFF2-40B4-BE49-F238E27FC236}">
                <a16:creationId xmlns:a16="http://schemas.microsoft.com/office/drawing/2014/main" id="{628661D8-C013-77E0-1BED-9C5AED0368D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38388" y="4922838"/>
            <a:ext cx="15875" cy="15875"/>
          </a:xfrm>
          <a:custGeom>
            <a:avLst/>
            <a:gdLst>
              <a:gd name="G0" fmla="*/ 47 1 2"/>
              <a:gd name="G1" fmla="*/ 1 48365 11520"/>
              <a:gd name="G2" fmla="*/ G1 32767 1"/>
              <a:gd name="G3" fmla="*/ G2 1 32767"/>
              <a:gd name="G4" fmla="cos G0 G3"/>
              <a:gd name="G5" fmla="*/ 47 1 2"/>
              <a:gd name="G6" fmla="*/ 1 48365 11520"/>
              <a:gd name="G7" fmla="*/ G6 32767 1"/>
              <a:gd name="G8" fmla="*/ G7 1 32767"/>
              <a:gd name="G9" fmla="sin G5 G8"/>
              <a:gd name="G10" fmla="*/ 47 1 2"/>
              <a:gd name="G11" fmla="+- G10 0 G4"/>
              <a:gd name="G12" fmla="+- G10 G4 0"/>
              <a:gd name="G13" fmla="+- G12 0 0"/>
              <a:gd name="G14" fmla="*/ 47 1 2"/>
              <a:gd name="G15" fmla="+- G14 0 G9"/>
              <a:gd name="G16" fmla="+- G14 G9 0"/>
              <a:gd name="G17" fmla="+- G16 0 0"/>
              <a:gd name="G18" fmla="+- 47 0 0"/>
              <a:gd name="G19" fmla="+- 47 0 0"/>
              <a:gd name="G20" fmla="+- 180 0 0"/>
              <a:gd name="G21" fmla="+- 90 0 0"/>
              <a:gd name="G22" fmla="+- 270 0 0"/>
              <a:gd name="G23" fmla="+- 90 0 0"/>
              <a:gd name="G24" fmla="+- 0 0 0"/>
              <a:gd name="G25" fmla="+- 90 0 0"/>
              <a:gd name="G26" fmla="+- 90 0 0"/>
              <a:gd name="G27" fmla="+- 90 0 0"/>
            </a:gdLst>
            <a:ahLst/>
            <a:cxnLst>
              <a:cxn ang="0">
                <a:pos x="r" y="vc"/>
              </a:cxn>
              <a:cxn ang="5400000">
                <a:pos x="hc" y="b"/>
              </a:cxn>
              <a:cxn ang="10800000">
                <a:pos x="l" y="vc"/>
              </a:cxn>
              <a:cxn ang="16200000">
                <a:pos x="hc" y="t"/>
              </a:cxn>
            </a:cxnLst>
            <a:rect l="0" t="0" r="0" b="0"/>
            <a:pathLst>
              <a:path>
                <a:moveTo>
                  <a:pt x="0" y="24"/>
                </a:moveTo>
                <a:lnTo>
                  <a:pt x="24" y="24"/>
                </a:lnTo>
                <a:lnTo>
                  <a:pt x="180" y="90"/>
                </a:lnTo>
                <a:lnTo>
                  <a:pt x="24" y="24"/>
                </a:lnTo>
                <a:lnTo>
                  <a:pt x="270" y="90"/>
                </a:lnTo>
                <a:close/>
              </a:path>
            </a:pathLst>
          </a:custGeom>
          <a:solidFill>
            <a:srgbClr val="1F1D1B">
              <a:alpha val="7999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de-DE"/>
          </a:p>
        </p:txBody>
      </p:sp>
      <p:sp>
        <p:nvSpPr>
          <p:cNvPr id="3401" name="AutoShape 329">
            <a:extLst>
              <a:ext uri="{FF2B5EF4-FFF2-40B4-BE49-F238E27FC236}">
                <a16:creationId xmlns:a16="http://schemas.microsoft.com/office/drawing/2014/main" id="{2DBD6A65-69CA-ED49-C4CC-EB82F631C92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3988" y="4795838"/>
            <a:ext cx="23812" cy="23812"/>
          </a:xfrm>
          <a:custGeom>
            <a:avLst/>
            <a:gdLst>
              <a:gd name="G0" fmla="*/ 66 1 2"/>
              <a:gd name="G1" fmla="*/ 1 48365 11520"/>
              <a:gd name="G2" fmla="*/ G1 32767 1"/>
              <a:gd name="G3" fmla="*/ G2 1 32767"/>
              <a:gd name="G4" fmla="cos G0 G3"/>
              <a:gd name="G5" fmla="*/ 66 1 2"/>
              <a:gd name="G6" fmla="*/ 1 48365 11520"/>
              <a:gd name="G7" fmla="*/ G6 32767 1"/>
              <a:gd name="G8" fmla="*/ G7 1 32767"/>
              <a:gd name="G9" fmla="sin G5 G8"/>
              <a:gd name="G10" fmla="*/ 66 1 2"/>
              <a:gd name="G11" fmla="+- G10 0 G4"/>
              <a:gd name="G12" fmla="+- G10 G4 0"/>
              <a:gd name="G13" fmla="+- G12 0 0"/>
              <a:gd name="G14" fmla="*/ 66 1 2"/>
              <a:gd name="G15" fmla="+- G14 0 G9"/>
              <a:gd name="G16" fmla="+- G14 G9 0"/>
              <a:gd name="G17" fmla="+- G16 0 0"/>
              <a:gd name="G18" fmla="+- 66 0 0"/>
              <a:gd name="G19" fmla="+- 66 0 0"/>
              <a:gd name="G20" fmla="+- 180 0 0"/>
              <a:gd name="G21" fmla="+- 90 0 0"/>
              <a:gd name="G22" fmla="+- 270 0 0"/>
              <a:gd name="G23" fmla="+- 90 0 0"/>
              <a:gd name="G24" fmla="+- 0 0 0"/>
              <a:gd name="G25" fmla="+- 90 0 0"/>
              <a:gd name="G26" fmla="+- 90 0 0"/>
              <a:gd name="G27" fmla="+- 90 0 0"/>
            </a:gdLst>
            <a:ahLst/>
            <a:cxnLst>
              <a:cxn ang="0">
                <a:pos x="r" y="vc"/>
              </a:cxn>
              <a:cxn ang="5400000">
                <a:pos x="hc" y="b"/>
              </a:cxn>
              <a:cxn ang="10800000">
                <a:pos x="l" y="vc"/>
              </a:cxn>
              <a:cxn ang="16200000">
                <a:pos x="hc" y="t"/>
              </a:cxn>
            </a:cxnLst>
            <a:rect l="0" t="0" r="0" b="0"/>
            <a:pathLst>
              <a:path>
                <a:moveTo>
                  <a:pt x="0" y="33"/>
                </a:moveTo>
                <a:lnTo>
                  <a:pt x="33" y="33"/>
                </a:lnTo>
                <a:lnTo>
                  <a:pt x="180" y="90"/>
                </a:lnTo>
                <a:lnTo>
                  <a:pt x="33" y="33"/>
                </a:lnTo>
                <a:lnTo>
                  <a:pt x="270" y="90"/>
                </a:lnTo>
                <a:close/>
              </a:path>
            </a:pathLst>
          </a:custGeom>
          <a:solidFill>
            <a:srgbClr val="1F1D1B">
              <a:alpha val="7999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de-DE"/>
          </a:p>
        </p:txBody>
      </p:sp>
      <p:sp>
        <p:nvSpPr>
          <p:cNvPr id="3402" name="AutoShape 330">
            <a:extLst>
              <a:ext uri="{FF2B5EF4-FFF2-40B4-BE49-F238E27FC236}">
                <a16:creationId xmlns:a16="http://schemas.microsoft.com/office/drawing/2014/main" id="{559A36F4-2C90-49E8-E6E6-0B27490DFF3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61188" y="4645025"/>
            <a:ext cx="22225" cy="22225"/>
          </a:xfrm>
          <a:custGeom>
            <a:avLst/>
            <a:gdLst>
              <a:gd name="G0" fmla="*/ 61 1 2"/>
              <a:gd name="G1" fmla="*/ 1 48365 11520"/>
              <a:gd name="G2" fmla="*/ G1 32767 1"/>
              <a:gd name="G3" fmla="*/ G2 1 32767"/>
              <a:gd name="G4" fmla="cos G0 G3"/>
              <a:gd name="G5" fmla="*/ 61 1 2"/>
              <a:gd name="G6" fmla="*/ 1 48365 11520"/>
              <a:gd name="G7" fmla="*/ G6 32767 1"/>
              <a:gd name="G8" fmla="*/ G7 1 32767"/>
              <a:gd name="G9" fmla="sin G5 G8"/>
              <a:gd name="G10" fmla="*/ 61 1 2"/>
              <a:gd name="G11" fmla="+- G10 0 G4"/>
              <a:gd name="G12" fmla="+- G10 G4 0"/>
              <a:gd name="G13" fmla="+- G12 0 0"/>
              <a:gd name="G14" fmla="*/ 61 1 2"/>
              <a:gd name="G15" fmla="+- G14 0 G9"/>
              <a:gd name="G16" fmla="+- G14 G9 0"/>
              <a:gd name="G17" fmla="+- G16 0 0"/>
              <a:gd name="G18" fmla="+- 61 0 0"/>
              <a:gd name="G19" fmla="+- 61 0 0"/>
              <a:gd name="G20" fmla="+- 180 0 0"/>
              <a:gd name="G21" fmla="+- 90 0 0"/>
              <a:gd name="G22" fmla="+- 270 0 0"/>
              <a:gd name="G23" fmla="+- 90 0 0"/>
              <a:gd name="G24" fmla="+- 0 0 0"/>
              <a:gd name="G25" fmla="+- 90 0 0"/>
              <a:gd name="G26" fmla="+- 90 0 0"/>
              <a:gd name="G27" fmla="+- 90 0 0"/>
            </a:gdLst>
            <a:ahLst/>
            <a:cxnLst>
              <a:cxn ang="0">
                <a:pos x="r" y="vc"/>
              </a:cxn>
              <a:cxn ang="5400000">
                <a:pos x="hc" y="b"/>
              </a:cxn>
              <a:cxn ang="10800000">
                <a:pos x="l" y="vc"/>
              </a:cxn>
              <a:cxn ang="16200000">
                <a:pos x="hc" y="t"/>
              </a:cxn>
            </a:cxnLst>
            <a:rect l="0" t="0" r="0" b="0"/>
            <a:pathLst>
              <a:path>
                <a:moveTo>
                  <a:pt x="0" y="31"/>
                </a:moveTo>
                <a:lnTo>
                  <a:pt x="31" y="31"/>
                </a:lnTo>
                <a:lnTo>
                  <a:pt x="180" y="90"/>
                </a:lnTo>
                <a:lnTo>
                  <a:pt x="31" y="31"/>
                </a:lnTo>
                <a:lnTo>
                  <a:pt x="270" y="90"/>
                </a:lnTo>
                <a:close/>
              </a:path>
            </a:pathLst>
          </a:custGeom>
          <a:solidFill>
            <a:srgbClr val="1F1D1B">
              <a:alpha val="7999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de-DE"/>
          </a:p>
        </p:txBody>
      </p:sp>
      <p:sp>
        <p:nvSpPr>
          <p:cNvPr id="3403" name="AutoShape 331">
            <a:extLst>
              <a:ext uri="{FF2B5EF4-FFF2-40B4-BE49-F238E27FC236}">
                <a16:creationId xmlns:a16="http://schemas.microsoft.com/office/drawing/2014/main" id="{1EB855B0-389D-6563-9352-AE31D8DD62F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75013" y="8662988"/>
            <a:ext cx="17462" cy="17462"/>
          </a:xfrm>
          <a:custGeom>
            <a:avLst/>
            <a:gdLst>
              <a:gd name="G0" fmla="*/ 51 1 2"/>
              <a:gd name="G1" fmla="*/ 1 48365 11520"/>
              <a:gd name="G2" fmla="*/ G1 32767 1"/>
              <a:gd name="G3" fmla="*/ G2 1 32767"/>
              <a:gd name="G4" fmla="cos G0 G3"/>
              <a:gd name="G5" fmla="*/ 51 1 2"/>
              <a:gd name="G6" fmla="*/ 1 48365 11520"/>
              <a:gd name="G7" fmla="*/ G6 32767 1"/>
              <a:gd name="G8" fmla="*/ G7 1 32767"/>
              <a:gd name="G9" fmla="sin G5 G8"/>
              <a:gd name="G10" fmla="*/ 51 1 2"/>
              <a:gd name="G11" fmla="+- G10 0 G4"/>
              <a:gd name="G12" fmla="+- G10 G4 0"/>
              <a:gd name="G13" fmla="+- G12 0 0"/>
              <a:gd name="G14" fmla="*/ 51 1 2"/>
              <a:gd name="G15" fmla="+- G14 0 G9"/>
              <a:gd name="G16" fmla="+- G14 G9 0"/>
              <a:gd name="G17" fmla="+- G16 0 0"/>
              <a:gd name="G18" fmla="+- 51 0 0"/>
              <a:gd name="G19" fmla="+- 51 0 0"/>
              <a:gd name="G20" fmla="+- 180 0 0"/>
              <a:gd name="G21" fmla="+- 90 0 0"/>
              <a:gd name="G22" fmla="+- 270 0 0"/>
              <a:gd name="G23" fmla="+- 90 0 0"/>
              <a:gd name="G24" fmla="+- 0 0 0"/>
              <a:gd name="G25" fmla="+- 90 0 0"/>
              <a:gd name="G26" fmla="+- 90 0 0"/>
              <a:gd name="G27" fmla="+- 90 0 0"/>
            </a:gdLst>
            <a:ahLst/>
            <a:cxnLst>
              <a:cxn ang="0">
                <a:pos x="r" y="vc"/>
              </a:cxn>
              <a:cxn ang="5400000">
                <a:pos x="hc" y="b"/>
              </a:cxn>
              <a:cxn ang="10800000">
                <a:pos x="l" y="vc"/>
              </a:cxn>
              <a:cxn ang="16200000">
                <a:pos x="hc" y="t"/>
              </a:cxn>
            </a:cxnLst>
            <a:rect l="0" t="0" r="0" b="0"/>
            <a:pathLst>
              <a:path>
                <a:moveTo>
                  <a:pt x="0" y="26"/>
                </a:moveTo>
                <a:lnTo>
                  <a:pt x="26" y="26"/>
                </a:lnTo>
                <a:lnTo>
                  <a:pt x="180" y="90"/>
                </a:lnTo>
                <a:lnTo>
                  <a:pt x="26" y="26"/>
                </a:lnTo>
                <a:lnTo>
                  <a:pt x="270" y="90"/>
                </a:lnTo>
                <a:close/>
              </a:path>
            </a:pathLst>
          </a:custGeom>
          <a:solidFill>
            <a:srgbClr val="1F1D1B">
              <a:alpha val="7999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de-DE"/>
          </a:p>
        </p:txBody>
      </p:sp>
      <p:sp>
        <p:nvSpPr>
          <p:cNvPr id="3404" name="AutoShape 332">
            <a:extLst>
              <a:ext uri="{FF2B5EF4-FFF2-40B4-BE49-F238E27FC236}">
                <a16:creationId xmlns:a16="http://schemas.microsoft.com/office/drawing/2014/main" id="{AEB62D1A-3340-E1A1-6D60-C1EEA959BDE2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23138" y="922338"/>
            <a:ext cx="19050" cy="19050"/>
          </a:xfrm>
          <a:custGeom>
            <a:avLst/>
            <a:gdLst>
              <a:gd name="G0" fmla="*/ 54 1 2"/>
              <a:gd name="G1" fmla="*/ 1 48365 11520"/>
              <a:gd name="G2" fmla="*/ G1 32767 1"/>
              <a:gd name="G3" fmla="*/ G2 1 32767"/>
              <a:gd name="G4" fmla="cos G0 G3"/>
              <a:gd name="G5" fmla="*/ 54 1 2"/>
              <a:gd name="G6" fmla="*/ 1 48365 11520"/>
              <a:gd name="G7" fmla="*/ G6 32767 1"/>
              <a:gd name="G8" fmla="*/ G7 1 32767"/>
              <a:gd name="G9" fmla="sin G5 G8"/>
              <a:gd name="G10" fmla="*/ 54 1 2"/>
              <a:gd name="G11" fmla="+- G10 0 G4"/>
              <a:gd name="G12" fmla="+- G10 G4 0"/>
              <a:gd name="G13" fmla="+- G12 0 0"/>
              <a:gd name="G14" fmla="*/ 54 1 2"/>
              <a:gd name="G15" fmla="+- G14 0 G9"/>
              <a:gd name="G16" fmla="+- G14 G9 0"/>
              <a:gd name="G17" fmla="+- G16 0 0"/>
              <a:gd name="G18" fmla="+- 54 0 0"/>
              <a:gd name="G19" fmla="+- 54 0 0"/>
              <a:gd name="G20" fmla="+- 180 0 0"/>
              <a:gd name="G21" fmla="+- 90 0 0"/>
              <a:gd name="G22" fmla="+- 270 0 0"/>
              <a:gd name="G23" fmla="+- 90 0 0"/>
              <a:gd name="G24" fmla="+- 0 0 0"/>
              <a:gd name="G25" fmla="+- 90 0 0"/>
              <a:gd name="G26" fmla="+- 90 0 0"/>
              <a:gd name="G27" fmla="+- 90 0 0"/>
            </a:gdLst>
            <a:ahLst/>
            <a:cxnLst>
              <a:cxn ang="0">
                <a:pos x="r" y="vc"/>
              </a:cxn>
              <a:cxn ang="5400000">
                <a:pos x="hc" y="b"/>
              </a:cxn>
              <a:cxn ang="10800000">
                <a:pos x="l" y="vc"/>
              </a:cxn>
              <a:cxn ang="16200000">
                <a:pos x="hc" y="t"/>
              </a:cxn>
            </a:cxnLst>
            <a:rect l="0" t="0" r="0" b="0"/>
            <a:pathLst>
              <a:path>
                <a:moveTo>
                  <a:pt x="0" y="27"/>
                </a:moveTo>
                <a:lnTo>
                  <a:pt x="27" y="27"/>
                </a:lnTo>
                <a:lnTo>
                  <a:pt x="180" y="90"/>
                </a:lnTo>
                <a:lnTo>
                  <a:pt x="27" y="27"/>
                </a:lnTo>
                <a:lnTo>
                  <a:pt x="270" y="90"/>
                </a:lnTo>
                <a:close/>
              </a:path>
            </a:pathLst>
          </a:custGeom>
          <a:solidFill>
            <a:srgbClr val="1F1D1B">
              <a:alpha val="7999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de-DE"/>
          </a:p>
        </p:txBody>
      </p:sp>
      <p:sp>
        <p:nvSpPr>
          <p:cNvPr id="3405" name="AutoShape 333">
            <a:extLst>
              <a:ext uri="{FF2B5EF4-FFF2-40B4-BE49-F238E27FC236}">
                <a16:creationId xmlns:a16="http://schemas.microsoft.com/office/drawing/2014/main" id="{CB02666A-8F22-9250-D7E4-AEF276AF2937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64388" y="5730875"/>
            <a:ext cx="15875" cy="15875"/>
          </a:xfrm>
          <a:custGeom>
            <a:avLst/>
            <a:gdLst>
              <a:gd name="G0" fmla="*/ 45 1 2"/>
              <a:gd name="G1" fmla="*/ 1 48365 11520"/>
              <a:gd name="G2" fmla="*/ G1 32767 1"/>
              <a:gd name="G3" fmla="*/ G2 1 32767"/>
              <a:gd name="G4" fmla="cos G0 G3"/>
              <a:gd name="G5" fmla="*/ 45 1 2"/>
              <a:gd name="G6" fmla="*/ 1 48365 11520"/>
              <a:gd name="G7" fmla="*/ G6 32767 1"/>
              <a:gd name="G8" fmla="*/ G7 1 32767"/>
              <a:gd name="G9" fmla="sin G5 G8"/>
              <a:gd name="G10" fmla="*/ 45 1 2"/>
              <a:gd name="G11" fmla="+- G10 0 G4"/>
              <a:gd name="G12" fmla="+- G10 G4 0"/>
              <a:gd name="G13" fmla="+- G12 0 0"/>
              <a:gd name="G14" fmla="*/ 45 1 2"/>
              <a:gd name="G15" fmla="+- G14 0 G9"/>
              <a:gd name="G16" fmla="+- G14 G9 0"/>
              <a:gd name="G17" fmla="+- G16 0 0"/>
              <a:gd name="G18" fmla="+- 45 0 0"/>
              <a:gd name="G19" fmla="+- 45 0 0"/>
              <a:gd name="G20" fmla="+- 180 0 0"/>
              <a:gd name="G21" fmla="+- 90 0 0"/>
              <a:gd name="G22" fmla="+- 270 0 0"/>
              <a:gd name="G23" fmla="+- 90 0 0"/>
              <a:gd name="G24" fmla="+- 0 0 0"/>
              <a:gd name="G25" fmla="+- 90 0 0"/>
              <a:gd name="G26" fmla="+- 90 0 0"/>
              <a:gd name="G27" fmla="+- 90 0 0"/>
            </a:gdLst>
            <a:ahLst/>
            <a:cxnLst>
              <a:cxn ang="0">
                <a:pos x="r" y="vc"/>
              </a:cxn>
              <a:cxn ang="5400000">
                <a:pos x="hc" y="b"/>
              </a:cxn>
              <a:cxn ang="10800000">
                <a:pos x="l" y="vc"/>
              </a:cxn>
              <a:cxn ang="16200000">
                <a:pos x="hc" y="t"/>
              </a:cxn>
            </a:cxnLst>
            <a:rect l="0" t="0" r="0" b="0"/>
            <a:pathLst>
              <a:path>
                <a:moveTo>
                  <a:pt x="0" y="23"/>
                </a:moveTo>
                <a:lnTo>
                  <a:pt x="23" y="23"/>
                </a:lnTo>
                <a:lnTo>
                  <a:pt x="180" y="90"/>
                </a:lnTo>
                <a:lnTo>
                  <a:pt x="23" y="23"/>
                </a:lnTo>
                <a:lnTo>
                  <a:pt x="270" y="90"/>
                </a:lnTo>
                <a:close/>
              </a:path>
            </a:pathLst>
          </a:custGeom>
          <a:solidFill>
            <a:srgbClr val="1F1D1B">
              <a:alpha val="7999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de-DE"/>
          </a:p>
        </p:txBody>
      </p:sp>
      <p:sp>
        <p:nvSpPr>
          <p:cNvPr id="3406" name="AutoShape 334">
            <a:extLst>
              <a:ext uri="{FF2B5EF4-FFF2-40B4-BE49-F238E27FC236}">
                <a16:creationId xmlns:a16="http://schemas.microsoft.com/office/drawing/2014/main" id="{A0682E2C-406E-0D62-694F-952958B5558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40425" y="7164388"/>
            <a:ext cx="15875" cy="15875"/>
          </a:xfrm>
          <a:custGeom>
            <a:avLst/>
            <a:gdLst>
              <a:gd name="G0" fmla="*/ 43 1 2"/>
              <a:gd name="G1" fmla="*/ 1 48365 11520"/>
              <a:gd name="G2" fmla="*/ G1 32767 1"/>
              <a:gd name="G3" fmla="*/ G2 1 32767"/>
              <a:gd name="G4" fmla="cos G0 G3"/>
              <a:gd name="G5" fmla="*/ 43 1 2"/>
              <a:gd name="G6" fmla="*/ 1 48365 11520"/>
              <a:gd name="G7" fmla="*/ G6 32767 1"/>
              <a:gd name="G8" fmla="*/ G7 1 32767"/>
              <a:gd name="G9" fmla="sin G5 G8"/>
              <a:gd name="G10" fmla="*/ 43 1 2"/>
              <a:gd name="G11" fmla="+- G10 0 G4"/>
              <a:gd name="G12" fmla="+- G10 G4 0"/>
              <a:gd name="G13" fmla="+- G12 0 0"/>
              <a:gd name="G14" fmla="*/ 43 1 2"/>
              <a:gd name="G15" fmla="+- G14 0 G9"/>
              <a:gd name="G16" fmla="+- G14 G9 0"/>
              <a:gd name="G17" fmla="+- G16 0 0"/>
              <a:gd name="G18" fmla="+- 43 0 0"/>
              <a:gd name="G19" fmla="+- 43 0 0"/>
              <a:gd name="G20" fmla="+- 180 0 0"/>
              <a:gd name="G21" fmla="+- 90 0 0"/>
              <a:gd name="G22" fmla="+- 270 0 0"/>
              <a:gd name="G23" fmla="+- 90 0 0"/>
              <a:gd name="G24" fmla="+- 0 0 0"/>
              <a:gd name="G25" fmla="+- 90 0 0"/>
              <a:gd name="G26" fmla="+- 90 0 0"/>
              <a:gd name="G27" fmla="+- 90 0 0"/>
            </a:gdLst>
            <a:ahLst/>
            <a:cxnLst>
              <a:cxn ang="0">
                <a:pos x="r" y="vc"/>
              </a:cxn>
              <a:cxn ang="5400000">
                <a:pos x="hc" y="b"/>
              </a:cxn>
              <a:cxn ang="10800000">
                <a:pos x="l" y="vc"/>
              </a:cxn>
              <a:cxn ang="16200000">
                <a:pos x="hc" y="t"/>
              </a:cxn>
            </a:cxnLst>
            <a:rect l="0" t="0" r="0" b="0"/>
            <a:pathLst>
              <a:path>
                <a:moveTo>
                  <a:pt x="0" y="22"/>
                </a:moveTo>
                <a:lnTo>
                  <a:pt x="22" y="22"/>
                </a:lnTo>
                <a:lnTo>
                  <a:pt x="180" y="90"/>
                </a:lnTo>
                <a:lnTo>
                  <a:pt x="22" y="22"/>
                </a:lnTo>
                <a:lnTo>
                  <a:pt x="270" y="90"/>
                </a:lnTo>
                <a:close/>
              </a:path>
            </a:pathLst>
          </a:custGeom>
          <a:solidFill>
            <a:srgbClr val="1F1D1B">
              <a:alpha val="7999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de-DE"/>
          </a:p>
        </p:txBody>
      </p:sp>
      <p:sp>
        <p:nvSpPr>
          <p:cNvPr id="3407" name="AutoShape 335">
            <a:extLst>
              <a:ext uri="{FF2B5EF4-FFF2-40B4-BE49-F238E27FC236}">
                <a16:creationId xmlns:a16="http://schemas.microsoft.com/office/drawing/2014/main" id="{64F154DF-C7DE-BD9C-CE2A-3EFF5F6AD1D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92913" y="9410700"/>
            <a:ext cx="23812" cy="23813"/>
          </a:xfrm>
          <a:custGeom>
            <a:avLst/>
            <a:gdLst>
              <a:gd name="G0" fmla="*/ 65 1 2"/>
              <a:gd name="G1" fmla="*/ 1 48365 11520"/>
              <a:gd name="G2" fmla="*/ G1 32767 1"/>
              <a:gd name="G3" fmla="*/ G2 1 32767"/>
              <a:gd name="G4" fmla="cos G0 G3"/>
              <a:gd name="G5" fmla="*/ 65 1 2"/>
              <a:gd name="G6" fmla="*/ 1 48365 11520"/>
              <a:gd name="G7" fmla="*/ G6 32767 1"/>
              <a:gd name="G8" fmla="*/ G7 1 32767"/>
              <a:gd name="G9" fmla="sin G5 G8"/>
              <a:gd name="G10" fmla="*/ 65 1 2"/>
              <a:gd name="G11" fmla="+- G10 0 G4"/>
              <a:gd name="G12" fmla="+- G10 G4 0"/>
              <a:gd name="G13" fmla="+- G12 0 0"/>
              <a:gd name="G14" fmla="*/ 65 1 2"/>
              <a:gd name="G15" fmla="+- G14 0 G9"/>
              <a:gd name="G16" fmla="+- G14 G9 0"/>
              <a:gd name="G17" fmla="+- G16 0 0"/>
              <a:gd name="G18" fmla="+- 65 0 0"/>
              <a:gd name="G19" fmla="+- 65 0 0"/>
              <a:gd name="G20" fmla="+- 180 0 0"/>
              <a:gd name="G21" fmla="+- 90 0 0"/>
              <a:gd name="G22" fmla="+- 270 0 0"/>
              <a:gd name="G23" fmla="+- 90 0 0"/>
              <a:gd name="G24" fmla="+- 0 0 0"/>
              <a:gd name="G25" fmla="+- 90 0 0"/>
              <a:gd name="G26" fmla="+- 90 0 0"/>
              <a:gd name="G27" fmla="+- 90 0 0"/>
            </a:gdLst>
            <a:ahLst/>
            <a:cxnLst>
              <a:cxn ang="0">
                <a:pos x="r" y="vc"/>
              </a:cxn>
              <a:cxn ang="5400000">
                <a:pos x="hc" y="b"/>
              </a:cxn>
              <a:cxn ang="10800000">
                <a:pos x="l" y="vc"/>
              </a:cxn>
              <a:cxn ang="16200000">
                <a:pos x="hc" y="t"/>
              </a:cxn>
            </a:cxnLst>
            <a:rect l="0" t="0" r="0" b="0"/>
            <a:pathLst>
              <a:path>
                <a:moveTo>
                  <a:pt x="0" y="33"/>
                </a:moveTo>
                <a:lnTo>
                  <a:pt x="33" y="33"/>
                </a:lnTo>
                <a:lnTo>
                  <a:pt x="180" y="90"/>
                </a:lnTo>
                <a:lnTo>
                  <a:pt x="33" y="33"/>
                </a:lnTo>
                <a:lnTo>
                  <a:pt x="270" y="90"/>
                </a:lnTo>
                <a:close/>
              </a:path>
            </a:pathLst>
          </a:custGeom>
          <a:solidFill>
            <a:srgbClr val="1F1D1B">
              <a:alpha val="7999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de-DE"/>
          </a:p>
        </p:txBody>
      </p:sp>
      <p:sp>
        <p:nvSpPr>
          <p:cNvPr id="3408" name="AutoShape 336">
            <a:extLst>
              <a:ext uri="{FF2B5EF4-FFF2-40B4-BE49-F238E27FC236}">
                <a16:creationId xmlns:a16="http://schemas.microsoft.com/office/drawing/2014/main" id="{F803212F-60F0-E37E-3175-3F0716DCA83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24475" y="6605588"/>
            <a:ext cx="14288" cy="14287"/>
          </a:xfrm>
          <a:custGeom>
            <a:avLst/>
            <a:gdLst>
              <a:gd name="G0" fmla="*/ 40 1 2"/>
              <a:gd name="G1" fmla="*/ 1 48365 11520"/>
              <a:gd name="G2" fmla="*/ G1 32767 1"/>
              <a:gd name="G3" fmla="*/ G2 1 32767"/>
              <a:gd name="G4" fmla="cos G0 G3"/>
              <a:gd name="G5" fmla="*/ 40 1 2"/>
              <a:gd name="G6" fmla="*/ 1 48365 11520"/>
              <a:gd name="G7" fmla="*/ G6 32767 1"/>
              <a:gd name="G8" fmla="*/ G7 1 32767"/>
              <a:gd name="G9" fmla="sin G5 G8"/>
              <a:gd name="G10" fmla="*/ 40 1 2"/>
              <a:gd name="G11" fmla="+- G10 0 G4"/>
              <a:gd name="G12" fmla="+- G10 G4 0"/>
              <a:gd name="G13" fmla="+- G12 0 0"/>
              <a:gd name="G14" fmla="*/ 40 1 2"/>
              <a:gd name="G15" fmla="+- G14 0 G9"/>
              <a:gd name="G16" fmla="+- G14 G9 0"/>
              <a:gd name="G17" fmla="+- G16 0 0"/>
              <a:gd name="G18" fmla="+- 40 0 0"/>
              <a:gd name="G19" fmla="+- 40 0 0"/>
              <a:gd name="G20" fmla="+- 180 0 0"/>
              <a:gd name="G21" fmla="+- 90 0 0"/>
              <a:gd name="G22" fmla="+- 270 0 0"/>
              <a:gd name="G23" fmla="+- 90 0 0"/>
              <a:gd name="G24" fmla="+- 0 0 0"/>
              <a:gd name="G25" fmla="+- 90 0 0"/>
              <a:gd name="G26" fmla="+- 90 0 0"/>
              <a:gd name="G27" fmla="+- 90 0 0"/>
            </a:gdLst>
            <a:ahLst/>
            <a:cxnLst>
              <a:cxn ang="0">
                <a:pos x="r" y="vc"/>
              </a:cxn>
              <a:cxn ang="5400000">
                <a:pos x="hc" y="b"/>
              </a:cxn>
              <a:cxn ang="10800000">
                <a:pos x="l" y="vc"/>
              </a:cxn>
              <a:cxn ang="16200000">
                <a:pos x="hc" y="t"/>
              </a:cxn>
            </a:cxnLst>
            <a:rect l="0" t="0" r="0" b="0"/>
            <a:pathLst>
              <a:path>
                <a:moveTo>
                  <a:pt x="0" y="20"/>
                </a:moveTo>
                <a:lnTo>
                  <a:pt x="20" y="20"/>
                </a:lnTo>
                <a:lnTo>
                  <a:pt x="180" y="90"/>
                </a:lnTo>
                <a:lnTo>
                  <a:pt x="20" y="20"/>
                </a:lnTo>
                <a:lnTo>
                  <a:pt x="270" y="90"/>
                </a:lnTo>
                <a:close/>
              </a:path>
            </a:pathLst>
          </a:custGeom>
          <a:solidFill>
            <a:srgbClr val="1F1D1B">
              <a:alpha val="7999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de-DE"/>
          </a:p>
        </p:txBody>
      </p:sp>
      <p:sp>
        <p:nvSpPr>
          <p:cNvPr id="3409" name="AutoShape 337">
            <a:extLst>
              <a:ext uri="{FF2B5EF4-FFF2-40B4-BE49-F238E27FC236}">
                <a16:creationId xmlns:a16="http://schemas.microsoft.com/office/drawing/2014/main" id="{F4BFD911-FC62-42C8-6040-002979A946A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76775" y="2940050"/>
            <a:ext cx="11113" cy="11113"/>
          </a:xfrm>
          <a:custGeom>
            <a:avLst/>
            <a:gdLst>
              <a:gd name="G0" fmla="*/ 33 1 2"/>
              <a:gd name="G1" fmla="*/ 1 48365 11520"/>
              <a:gd name="G2" fmla="*/ G1 32767 1"/>
              <a:gd name="G3" fmla="*/ G2 1 32767"/>
              <a:gd name="G4" fmla="cos G0 G3"/>
              <a:gd name="G5" fmla="*/ 33 1 2"/>
              <a:gd name="G6" fmla="*/ 1 48365 11520"/>
              <a:gd name="G7" fmla="*/ G6 32767 1"/>
              <a:gd name="G8" fmla="*/ G7 1 32767"/>
              <a:gd name="G9" fmla="sin G5 G8"/>
              <a:gd name="G10" fmla="*/ 33 1 2"/>
              <a:gd name="G11" fmla="+- G10 0 G4"/>
              <a:gd name="G12" fmla="+- G10 G4 0"/>
              <a:gd name="G13" fmla="+- G12 0 0"/>
              <a:gd name="G14" fmla="*/ 33 1 2"/>
              <a:gd name="G15" fmla="+- G14 0 G9"/>
              <a:gd name="G16" fmla="+- G14 G9 0"/>
              <a:gd name="G17" fmla="+- G16 0 0"/>
              <a:gd name="G18" fmla="+- 33 0 0"/>
              <a:gd name="G19" fmla="+- 33 0 0"/>
              <a:gd name="G20" fmla="+- 180 0 0"/>
              <a:gd name="G21" fmla="+- 90 0 0"/>
              <a:gd name="G22" fmla="+- 270 0 0"/>
              <a:gd name="G23" fmla="+- 90 0 0"/>
              <a:gd name="G24" fmla="+- 0 0 0"/>
              <a:gd name="G25" fmla="+- 90 0 0"/>
              <a:gd name="G26" fmla="+- 90 0 0"/>
              <a:gd name="G27" fmla="+- 90 0 0"/>
            </a:gdLst>
            <a:ahLst/>
            <a:cxnLst>
              <a:cxn ang="0">
                <a:pos x="r" y="vc"/>
              </a:cxn>
              <a:cxn ang="5400000">
                <a:pos x="hc" y="b"/>
              </a:cxn>
              <a:cxn ang="10800000">
                <a:pos x="l" y="vc"/>
              </a:cxn>
              <a:cxn ang="16200000">
                <a:pos x="hc" y="t"/>
              </a:cxn>
            </a:cxnLst>
            <a:rect l="0" t="0" r="0" b="0"/>
            <a:pathLst>
              <a:path>
                <a:moveTo>
                  <a:pt x="0" y="17"/>
                </a:moveTo>
                <a:lnTo>
                  <a:pt x="17" y="17"/>
                </a:lnTo>
                <a:lnTo>
                  <a:pt x="180" y="90"/>
                </a:lnTo>
                <a:lnTo>
                  <a:pt x="17" y="17"/>
                </a:lnTo>
                <a:lnTo>
                  <a:pt x="270" y="90"/>
                </a:lnTo>
                <a:close/>
              </a:path>
            </a:pathLst>
          </a:custGeom>
          <a:solidFill>
            <a:srgbClr val="1F1D1B">
              <a:alpha val="7999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de-DE"/>
          </a:p>
        </p:txBody>
      </p:sp>
      <p:sp>
        <p:nvSpPr>
          <p:cNvPr id="3410" name="AutoShape 338">
            <a:extLst>
              <a:ext uri="{FF2B5EF4-FFF2-40B4-BE49-F238E27FC236}">
                <a16:creationId xmlns:a16="http://schemas.microsoft.com/office/drawing/2014/main" id="{DF8D643E-7B5E-592A-5400-F02AC9A7EFA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7675" y="2603500"/>
            <a:ext cx="22225" cy="22225"/>
          </a:xfrm>
          <a:custGeom>
            <a:avLst/>
            <a:gdLst>
              <a:gd name="G0" fmla="*/ 63 1 2"/>
              <a:gd name="G1" fmla="*/ 1 48365 11520"/>
              <a:gd name="G2" fmla="*/ G1 32767 1"/>
              <a:gd name="G3" fmla="*/ G2 1 32767"/>
              <a:gd name="G4" fmla="cos G0 G3"/>
              <a:gd name="G5" fmla="*/ 63 1 2"/>
              <a:gd name="G6" fmla="*/ 1 48365 11520"/>
              <a:gd name="G7" fmla="*/ G6 32767 1"/>
              <a:gd name="G8" fmla="*/ G7 1 32767"/>
              <a:gd name="G9" fmla="sin G5 G8"/>
              <a:gd name="G10" fmla="*/ 63 1 2"/>
              <a:gd name="G11" fmla="+- G10 0 G4"/>
              <a:gd name="G12" fmla="+- G10 G4 0"/>
              <a:gd name="G13" fmla="+- G12 0 0"/>
              <a:gd name="G14" fmla="*/ 63 1 2"/>
              <a:gd name="G15" fmla="+- G14 0 G9"/>
              <a:gd name="G16" fmla="+- G14 G9 0"/>
              <a:gd name="G17" fmla="+- G16 0 0"/>
              <a:gd name="G18" fmla="+- 63 0 0"/>
              <a:gd name="G19" fmla="+- 63 0 0"/>
              <a:gd name="G20" fmla="+- 180 0 0"/>
              <a:gd name="G21" fmla="+- 90 0 0"/>
              <a:gd name="G22" fmla="+- 270 0 0"/>
              <a:gd name="G23" fmla="+- 90 0 0"/>
              <a:gd name="G24" fmla="+- 0 0 0"/>
              <a:gd name="G25" fmla="+- 90 0 0"/>
              <a:gd name="G26" fmla="+- 90 0 0"/>
              <a:gd name="G27" fmla="+- 90 0 0"/>
            </a:gdLst>
            <a:ahLst/>
            <a:cxnLst>
              <a:cxn ang="0">
                <a:pos x="r" y="vc"/>
              </a:cxn>
              <a:cxn ang="5400000">
                <a:pos x="hc" y="b"/>
              </a:cxn>
              <a:cxn ang="10800000">
                <a:pos x="l" y="vc"/>
              </a:cxn>
              <a:cxn ang="16200000">
                <a:pos x="hc" y="t"/>
              </a:cxn>
            </a:cxnLst>
            <a:rect l="0" t="0" r="0" b="0"/>
            <a:pathLst>
              <a:path>
                <a:moveTo>
                  <a:pt x="0" y="32"/>
                </a:moveTo>
                <a:lnTo>
                  <a:pt x="32" y="32"/>
                </a:lnTo>
                <a:lnTo>
                  <a:pt x="180" y="90"/>
                </a:lnTo>
                <a:lnTo>
                  <a:pt x="32" y="32"/>
                </a:lnTo>
                <a:lnTo>
                  <a:pt x="270" y="90"/>
                </a:lnTo>
                <a:close/>
              </a:path>
            </a:pathLst>
          </a:custGeom>
          <a:solidFill>
            <a:srgbClr val="1F1D1B">
              <a:alpha val="7999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de-DE"/>
          </a:p>
        </p:txBody>
      </p:sp>
      <p:sp>
        <p:nvSpPr>
          <p:cNvPr id="3411" name="AutoShape 339">
            <a:extLst>
              <a:ext uri="{FF2B5EF4-FFF2-40B4-BE49-F238E27FC236}">
                <a16:creationId xmlns:a16="http://schemas.microsoft.com/office/drawing/2014/main" id="{9CD350B9-2AA6-C76E-334D-BA228F3B554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27400" y="9786938"/>
            <a:ext cx="20638" cy="20637"/>
          </a:xfrm>
          <a:custGeom>
            <a:avLst/>
            <a:gdLst>
              <a:gd name="G0" fmla="*/ 57 1 2"/>
              <a:gd name="G1" fmla="*/ 1 48365 11520"/>
              <a:gd name="G2" fmla="*/ G1 32767 1"/>
              <a:gd name="G3" fmla="*/ G2 1 32767"/>
              <a:gd name="G4" fmla="cos G0 G3"/>
              <a:gd name="G5" fmla="*/ 57 1 2"/>
              <a:gd name="G6" fmla="*/ 1 48365 11520"/>
              <a:gd name="G7" fmla="*/ G6 32767 1"/>
              <a:gd name="G8" fmla="*/ G7 1 32767"/>
              <a:gd name="G9" fmla="sin G5 G8"/>
              <a:gd name="G10" fmla="*/ 57 1 2"/>
              <a:gd name="G11" fmla="+- G10 0 G4"/>
              <a:gd name="G12" fmla="+- G10 G4 0"/>
              <a:gd name="G13" fmla="+- G12 0 0"/>
              <a:gd name="G14" fmla="*/ 57 1 2"/>
              <a:gd name="G15" fmla="+- G14 0 G9"/>
              <a:gd name="G16" fmla="+- G14 G9 0"/>
              <a:gd name="G17" fmla="+- G16 0 0"/>
              <a:gd name="G18" fmla="+- 57 0 0"/>
              <a:gd name="G19" fmla="+- 57 0 0"/>
              <a:gd name="G20" fmla="+- 180 0 0"/>
              <a:gd name="G21" fmla="+- 90 0 0"/>
              <a:gd name="G22" fmla="+- 270 0 0"/>
              <a:gd name="G23" fmla="+- 90 0 0"/>
              <a:gd name="G24" fmla="+- 0 0 0"/>
              <a:gd name="G25" fmla="+- 90 0 0"/>
              <a:gd name="G26" fmla="+- 90 0 0"/>
              <a:gd name="G27" fmla="+- 90 0 0"/>
            </a:gdLst>
            <a:ahLst/>
            <a:cxnLst>
              <a:cxn ang="0">
                <a:pos x="r" y="vc"/>
              </a:cxn>
              <a:cxn ang="5400000">
                <a:pos x="hc" y="b"/>
              </a:cxn>
              <a:cxn ang="10800000">
                <a:pos x="l" y="vc"/>
              </a:cxn>
              <a:cxn ang="16200000">
                <a:pos x="hc" y="t"/>
              </a:cxn>
            </a:cxnLst>
            <a:rect l="0" t="0" r="0" b="0"/>
            <a:pathLst>
              <a:path>
                <a:moveTo>
                  <a:pt x="0" y="29"/>
                </a:moveTo>
                <a:lnTo>
                  <a:pt x="29" y="29"/>
                </a:lnTo>
                <a:lnTo>
                  <a:pt x="180" y="90"/>
                </a:lnTo>
                <a:lnTo>
                  <a:pt x="29" y="29"/>
                </a:lnTo>
                <a:lnTo>
                  <a:pt x="270" y="90"/>
                </a:lnTo>
                <a:close/>
              </a:path>
            </a:pathLst>
          </a:custGeom>
          <a:solidFill>
            <a:srgbClr val="1F1D1B">
              <a:alpha val="7999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de-DE"/>
          </a:p>
        </p:txBody>
      </p:sp>
      <p:sp>
        <p:nvSpPr>
          <p:cNvPr id="3412" name="AutoShape 340">
            <a:extLst>
              <a:ext uri="{FF2B5EF4-FFF2-40B4-BE49-F238E27FC236}">
                <a16:creationId xmlns:a16="http://schemas.microsoft.com/office/drawing/2014/main" id="{75015D3D-ED72-BB85-F831-CEF296B76E6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68425" y="8566150"/>
            <a:ext cx="12700" cy="12700"/>
          </a:xfrm>
          <a:custGeom>
            <a:avLst/>
            <a:gdLst>
              <a:gd name="G0" fmla="*/ 35 1 2"/>
              <a:gd name="G1" fmla="*/ 1 48365 11520"/>
              <a:gd name="G2" fmla="*/ G1 32767 1"/>
              <a:gd name="G3" fmla="*/ G2 1 32767"/>
              <a:gd name="G4" fmla="cos G0 G3"/>
              <a:gd name="G5" fmla="*/ 35 1 2"/>
              <a:gd name="G6" fmla="*/ 1 48365 11520"/>
              <a:gd name="G7" fmla="*/ G6 32767 1"/>
              <a:gd name="G8" fmla="*/ G7 1 32767"/>
              <a:gd name="G9" fmla="sin G5 G8"/>
              <a:gd name="G10" fmla="*/ 35 1 2"/>
              <a:gd name="G11" fmla="+- G10 0 G4"/>
              <a:gd name="G12" fmla="+- G10 G4 0"/>
              <a:gd name="G13" fmla="+- G12 0 0"/>
              <a:gd name="G14" fmla="*/ 35 1 2"/>
              <a:gd name="G15" fmla="+- G14 0 G9"/>
              <a:gd name="G16" fmla="+- G14 G9 0"/>
              <a:gd name="G17" fmla="+- G16 0 0"/>
              <a:gd name="G18" fmla="+- 35 0 0"/>
              <a:gd name="G19" fmla="+- 35 0 0"/>
              <a:gd name="G20" fmla="+- 180 0 0"/>
              <a:gd name="G21" fmla="+- 90 0 0"/>
              <a:gd name="G22" fmla="+- 270 0 0"/>
              <a:gd name="G23" fmla="+- 90 0 0"/>
              <a:gd name="G24" fmla="+- 0 0 0"/>
              <a:gd name="G25" fmla="+- 90 0 0"/>
              <a:gd name="G26" fmla="+- 90 0 0"/>
              <a:gd name="G27" fmla="+- 90 0 0"/>
            </a:gdLst>
            <a:ahLst/>
            <a:cxnLst>
              <a:cxn ang="0">
                <a:pos x="r" y="vc"/>
              </a:cxn>
              <a:cxn ang="5400000">
                <a:pos x="hc" y="b"/>
              </a:cxn>
              <a:cxn ang="10800000">
                <a:pos x="l" y="vc"/>
              </a:cxn>
              <a:cxn ang="16200000">
                <a:pos x="hc" y="t"/>
              </a:cxn>
            </a:cxnLst>
            <a:rect l="0" t="0" r="0" b="0"/>
            <a:pathLst>
              <a:path>
                <a:moveTo>
                  <a:pt x="0" y="18"/>
                </a:moveTo>
                <a:lnTo>
                  <a:pt x="18" y="18"/>
                </a:lnTo>
                <a:lnTo>
                  <a:pt x="180" y="90"/>
                </a:lnTo>
                <a:lnTo>
                  <a:pt x="18" y="18"/>
                </a:lnTo>
                <a:lnTo>
                  <a:pt x="270" y="90"/>
                </a:lnTo>
                <a:close/>
              </a:path>
            </a:pathLst>
          </a:custGeom>
          <a:solidFill>
            <a:srgbClr val="1F1D1B">
              <a:alpha val="7999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de-DE"/>
          </a:p>
        </p:txBody>
      </p:sp>
      <p:sp>
        <p:nvSpPr>
          <p:cNvPr id="3413" name="AutoShape 341">
            <a:extLst>
              <a:ext uri="{FF2B5EF4-FFF2-40B4-BE49-F238E27FC236}">
                <a16:creationId xmlns:a16="http://schemas.microsoft.com/office/drawing/2014/main" id="{EE090B80-D5A5-B999-F8D4-9AEC7F176AB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60975" y="3130550"/>
            <a:ext cx="20638" cy="20638"/>
          </a:xfrm>
          <a:custGeom>
            <a:avLst/>
            <a:gdLst>
              <a:gd name="G0" fmla="*/ 60 1 2"/>
              <a:gd name="G1" fmla="*/ 1 48365 11520"/>
              <a:gd name="G2" fmla="*/ G1 32767 1"/>
              <a:gd name="G3" fmla="*/ G2 1 32767"/>
              <a:gd name="G4" fmla="cos G0 G3"/>
              <a:gd name="G5" fmla="*/ 60 1 2"/>
              <a:gd name="G6" fmla="*/ 1 48365 11520"/>
              <a:gd name="G7" fmla="*/ G6 32767 1"/>
              <a:gd name="G8" fmla="*/ G7 1 32767"/>
              <a:gd name="G9" fmla="sin G5 G8"/>
              <a:gd name="G10" fmla="*/ 60 1 2"/>
              <a:gd name="G11" fmla="+- G10 0 G4"/>
              <a:gd name="G12" fmla="+- G10 G4 0"/>
              <a:gd name="G13" fmla="+- G12 0 0"/>
              <a:gd name="G14" fmla="*/ 60 1 2"/>
              <a:gd name="G15" fmla="+- G14 0 G9"/>
              <a:gd name="G16" fmla="+- G14 G9 0"/>
              <a:gd name="G17" fmla="+- G16 0 0"/>
              <a:gd name="G18" fmla="+- 60 0 0"/>
              <a:gd name="G19" fmla="+- 60 0 0"/>
              <a:gd name="G20" fmla="+- 180 0 0"/>
              <a:gd name="G21" fmla="+- 90 0 0"/>
              <a:gd name="G22" fmla="+- 270 0 0"/>
              <a:gd name="G23" fmla="+- 90 0 0"/>
              <a:gd name="G24" fmla="+- 0 0 0"/>
              <a:gd name="G25" fmla="+- 90 0 0"/>
              <a:gd name="G26" fmla="+- 90 0 0"/>
              <a:gd name="G27" fmla="+- 90 0 0"/>
            </a:gdLst>
            <a:ahLst/>
            <a:cxnLst>
              <a:cxn ang="0">
                <a:pos x="r" y="vc"/>
              </a:cxn>
              <a:cxn ang="5400000">
                <a:pos x="hc" y="b"/>
              </a:cxn>
              <a:cxn ang="10800000">
                <a:pos x="l" y="vc"/>
              </a:cxn>
              <a:cxn ang="16200000">
                <a:pos x="hc" y="t"/>
              </a:cxn>
            </a:cxnLst>
            <a:rect l="0" t="0" r="0" b="0"/>
            <a:pathLst>
              <a:path>
                <a:moveTo>
                  <a:pt x="0" y="30"/>
                </a:moveTo>
                <a:lnTo>
                  <a:pt x="30" y="30"/>
                </a:lnTo>
                <a:lnTo>
                  <a:pt x="180" y="90"/>
                </a:lnTo>
                <a:lnTo>
                  <a:pt x="30" y="30"/>
                </a:lnTo>
                <a:lnTo>
                  <a:pt x="270" y="90"/>
                </a:lnTo>
                <a:close/>
              </a:path>
            </a:pathLst>
          </a:custGeom>
          <a:solidFill>
            <a:srgbClr val="1F1D1B">
              <a:alpha val="7999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de-DE"/>
          </a:p>
        </p:txBody>
      </p:sp>
      <p:sp>
        <p:nvSpPr>
          <p:cNvPr id="3414" name="AutoShape 342">
            <a:extLst>
              <a:ext uri="{FF2B5EF4-FFF2-40B4-BE49-F238E27FC236}">
                <a16:creationId xmlns:a16="http://schemas.microsoft.com/office/drawing/2014/main" id="{DDF726A8-64CA-6102-74D0-9E80006DF52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57525" y="7729538"/>
            <a:ext cx="22225" cy="22225"/>
          </a:xfrm>
          <a:custGeom>
            <a:avLst/>
            <a:gdLst>
              <a:gd name="G0" fmla="*/ 62 1 2"/>
              <a:gd name="G1" fmla="*/ 1 48365 11520"/>
              <a:gd name="G2" fmla="*/ G1 32767 1"/>
              <a:gd name="G3" fmla="*/ G2 1 32767"/>
              <a:gd name="G4" fmla="cos G0 G3"/>
              <a:gd name="G5" fmla="*/ 62 1 2"/>
              <a:gd name="G6" fmla="*/ 1 48365 11520"/>
              <a:gd name="G7" fmla="*/ G6 32767 1"/>
              <a:gd name="G8" fmla="*/ G7 1 32767"/>
              <a:gd name="G9" fmla="sin G5 G8"/>
              <a:gd name="G10" fmla="*/ 62 1 2"/>
              <a:gd name="G11" fmla="+- G10 0 G4"/>
              <a:gd name="G12" fmla="+- G10 G4 0"/>
              <a:gd name="G13" fmla="+- G12 0 0"/>
              <a:gd name="G14" fmla="*/ 62 1 2"/>
              <a:gd name="G15" fmla="+- G14 0 G9"/>
              <a:gd name="G16" fmla="+- G14 G9 0"/>
              <a:gd name="G17" fmla="+- G16 0 0"/>
              <a:gd name="G18" fmla="+- 62 0 0"/>
              <a:gd name="G19" fmla="+- 62 0 0"/>
              <a:gd name="G20" fmla="+- 180 0 0"/>
              <a:gd name="G21" fmla="+- 90 0 0"/>
              <a:gd name="G22" fmla="+- 270 0 0"/>
              <a:gd name="G23" fmla="+- 90 0 0"/>
              <a:gd name="G24" fmla="+- 0 0 0"/>
              <a:gd name="G25" fmla="+- 90 0 0"/>
              <a:gd name="G26" fmla="+- 90 0 0"/>
              <a:gd name="G27" fmla="+- 90 0 0"/>
            </a:gdLst>
            <a:ahLst/>
            <a:cxnLst>
              <a:cxn ang="0">
                <a:pos x="r" y="vc"/>
              </a:cxn>
              <a:cxn ang="5400000">
                <a:pos x="hc" y="b"/>
              </a:cxn>
              <a:cxn ang="10800000">
                <a:pos x="l" y="vc"/>
              </a:cxn>
              <a:cxn ang="16200000">
                <a:pos x="hc" y="t"/>
              </a:cxn>
            </a:cxnLst>
            <a:rect l="0" t="0" r="0" b="0"/>
            <a:pathLst>
              <a:path>
                <a:moveTo>
                  <a:pt x="0" y="31"/>
                </a:moveTo>
                <a:lnTo>
                  <a:pt x="31" y="31"/>
                </a:lnTo>
                <a:lnTo>
                  <a:pt x="180" y="90"/>
                </a:lnTo>
                <a:lnTo>
                  <a:pt x="31" y="31"/>
                </a:lnTo>
                <a:lnTo>
                  <a:pt x="270" y="90"/>
                </a:lnTo>
                <a:close/>
              </a:path>
            </a:pathLst>
          </a:custGeom>
          <a:solidFill>
            <a:srgbClr val="1F1D1B">
              <a:alpha val="7999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de-DE"/>
          </a:p>
        </p:txBody>
      </p:sp>
      <p:sp>
        <p:nvSpPr>
          <p:cNvPr id="3415" name="AutoShape 343">
            <a:extLst>
              <a:ext uri="{FF2B5EF4-FFF2-40B4-BE49-F238E27FC236}">
                <a16:creationId xmlns:a16="http://schemas.microsoft.com/office/drawing/2014/main" id="{2F1EC3DE-254B-D7A4-1BDE-15E52FE75A6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48300" y="6438900"/>
            <a:ext cx="20638" cy="20638"/>
          </a:xfrm>
          <a:custGeom>
            <a:avLst/>
            <a:gdLst>
              <a:gd name="G0" fmla="*/ 58 1 2"/>
              <a:gd name="G1" fmla="*/ 1 48365 11520"/>
              <a:gd name="G2" fmla="*/ G1 32767 1"/>
              <a:gd name="G3" fmla="*/ G2 1 32767"/>
              <a:gd name="G4" fmla="cos G0 G3"/>
              <a:gd name="G5" fmla="*/ 58 1 2"/>
              <a:gd name="G6" fmla="*/ 1 48365 11520"/>
              <a:gd name="G7" fmla="*/ G6 32767 1"/>
              <a:gd name="G8" fmla="*/ G7 1 32767"/>
              <a:gd name="G9" fmla="sin G5 G8"/>
              <a:gd name="G10" fmla="*/ 58 1 2"/>
              <a:gd name="G11" fmla="+- G10 0 G4"/>
              <a:gd name="G12" fmla="+- G10 G4 0"/>
              <a:gd name="G13" fmla="+- G12 0 0"/>
              <a:gd name="G14" fmla="*/ 58 1 2"/>
              <a:gd name="G15" fmla="+- G14 0 G9"/>
              <a:gd name="G16" fmla="+- G14 G9 0"/>
              <a:gd name="G17" fmla="+- G16 0 0"/>
              <a:gd name="G18" fmla="+- 58 0 0"/>
              <a:gd name="G19" fmla="+- 58 0 0"/>
              <a:gd name="G20" fmla="+- 180 0 0"/>
              <a:gd name="G21" fmla="+- 90 0 0"/>
              <a:gd name="G22" fmla="+- 270 0 0"/>
              <a:gd name="G23" fmla="+- 90 0 0"/>
              <a:gd name="G24" fmla="+- 0 0 0"/>
              <a:gd name="G25" fmla="+- 90 0 0"/>
              <a:gd name="G26" fmla="+- 90 0 0"/>
              <a:gd name="G27" fmla="+- 90 0 0"/>
            </a:gdLst>
            <a:ahLst/>
            <a:cxnLst>
              <a:cxn ang="0">
                <a:pos x="r" y="vc"/>
              </a:cxn>
              <a:cxn ang="5400000">
                <a:pos x="hc" y="b"/>
              </a:cxn>
              <a:cxn ang="10800000">
                <a:pos x="l" y="vc"/>
              </a:cxn>
              <a:cxn ang="16200000">
                <a:pos x="hc" y="t"/>
              </a:cxn>
            </a:cxnLst>
            <a:rect l="0" t="0" r="0" b="0"/>
            <a:pathLst>
              <a:path>
                <a:moveTo>
                  <a:pt x="0" y="29"/>
                </a:moveTo>
                <a:lnTo>
                  <a:pt x="29" y="29"/>
                </a:lnTo>
                <a:lnTo>
                  <a:pt x="180" y="90"/>
                </a:lnTo>
                <a:lnTo>
                  <a:pt x="29" y="29"/>
                </a:lnTo>
                <a:lnTo>
                  <a:pt x="270" y="90"/>
                </a:lnTo>
                <a:close/>
              </a:path>
            </a:pathLst>
          </a:custGeom>
          <a:solidFill>
            <a:srgbClr val="1F1D1B">
              <a:alpha val="7999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de-DE"/>
          </a:p>
        </p:txBody>
      </p:sp>
      <p:sp>
        <p:nvSpPr>
          <p:cNvPr id="3416" name="AutoShape 344">
            <a:extLst>
              <a:ext uri="{FF2B5EF4-FFF2-40B4-BE49-F238E27FC236}">
                <a16:creationId xmlns:a16="http://schemas.microsoft.com/office/drawing/2014/main" id="{4C1DA268-16C4-C7CD-3316-7CE13F614B6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7363" y="3448050"/>
            <a:ext cx="23812" cy="23813"/>
          </a:xfrm>
          <a:custGeom>
            <a:avLst/>
            <a:gdLst>
              <a:gd name="G0" fmla="*/ 68 1 2"/>
              <a:gd name="G1" fmla="*/ 1 48365 11520"/>
              <a:gd name="G2" fmla="*/ G1 32767 1"/>
              <a:gd name="G3" fmla="*/ G2 1 32767"/>
              <a:gd name="G4" fmla="cos G0 G3"/>
              <a:gd name="G5" fmla="*/ 68 1 2"/>
              <a:gd name="G6" fmla="*/ 1 48365 11520"/>
              <a:gd name="G7" fmla="*/ G6 32767 1"/>
              <a:gd name="G8" fmla="*/ G7 1 32767"/>
              <a:gd name="G9" fmla="sin G5 G8"/>
              <a:gd name="G10" fmla="*/ 68 1 2"/>
              <a:gd name="G11" fmla="+- G10 0 G4"/>
              <a:gd name="G12" fmla="+- G10 G4 0"/>
              <a:gd name="G13" fmla="+- G12 0 0"/>
              <a:gd name="G14" fmla="*/ 68 1 2"/>
              <a:gd name="G15" fmla="+- G14 0 G9"/>
              <a:gd name="G16" fmla="+- G14 G9 0"/>
              <a:gd name="G17" fmla="+- G16 0 0"/>
              <a:gd name="G18" fmla="+- 68 0 0"/>
              <a:gd name="G19" fmla="+- 68 0 0"/>
              <a:gd name="G20" fmla="+- 180 0 0"/>
              <a:gd name="G21" fmla="+- 90 0 0"/>
              <a:gd name="G22" fmla="+- 270 0 0"/>
              <a:gd name="G23" fmla="+- 90 0 0"/>
              <a:gd name="G24" fmla="+- 0 0 0"/>
              <a:gd name="G25" fmla="+- 90 0 0"/>
              <a:gd name="G26" fmla="+- 90 0 0"/>
              <a:gd name="G27" fmla="+- 90 0 0"/>
            </a:gdLst>
            <a:ahLst/>
            <a:cxnLst>
              <a:cxn ang="0">
                <a:pos x="r" y="vc"/>
              </a:cxn>
              <a:cxn ang="5400000">
                <a:pos x="hc" y="b"/>
              </a:cxn>
              <a:cxn ang="10800000">
                <a:pos x="l" y="vc"/>
              </a:cxn>
              <a:cxn ang="16200000">
                <a:pos x="hc" y="t"/>
              </a:cxn>
            </a:cxnLst>
            <a:rect l="0" t="0" r="0" b="0"/>
            <a:pathLst>
              <a:path>
                <a:moveTo>
                  <a:pt x="0" y="34"/>
                </a:moveTo>
                <a:lnTo>
                  <a:pt x="34" y="34"/>
                </a:lnTo>
                <a:lnTo>
                  <a:pt x="180" y="90"/>
                </a:lnTo>
                <a:lnTo>
                  <a:pt x="34" y="34"/>
                </a:lnTo>
                <a:lnTo>
                  <a:pt x="270" y="90"/>
                </a:lnTo>
                <a:close/>
              </a:path>
            </a:pathLst>
          </a:custGeom>
          <a:solidFill>
            <a:srgbClr val="1F1D1B">
              <a:alpha val="7999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de-DE"/>
          </a:p>
        </p:txBody>
      </p:sp>
      <p:sp>
        <p:nvSpPr>
          <p:cNvPr id="3417" name="AutoShape 345">
            <a:extLst>
              <a:ext uri="{FF2B5EF4-FFF2-40B4-BE49-F238E27FC236}">
                <a16:creationId xmlns:a16="http://schemas.microsoft.com/office/drawing/2014/main" id="{E64F50B7-78B2-E1C4-E66C-E099E4D4371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03975" y="2947988"/>
            <a:ext cx="23813" cy="23812"/>
          </a:xfrm>
          <a:custGeom>
            <a:avLst/>
            <a:gdLst>
              <a:gd name="G0" fmla="*/ 65 1 2"/>
              <a:gd name="G1" fmla="*/ 1 48365 11520"/>
              <a:gd name="G2" fmla="*/ G1 32767 1"/>
              <a:gd name="G3" fmla="*/ G2 1 32767"/>
              <a:gd name="G4" fmla="cos G0 G3"/>
              <a:gd name="G5" fmla="*/ 65 1 2"/>
              <a:gd name="G6" fmla="*/ 1 48365 11520"/>
              <a:gd name="G7" fmla="*/ G6 32767 1"/>
              <a:gd name="G8" fmla="*/ G7 1 32767"/>
              <a:gd name="G9" fmla="sin G5 G8"/>
              <a:gd name="G10" fmla="*/ 65 1 2"/>
              <a:gd name="G11" fmla="+- G10 0 G4"/>
              <a:gd name="G12" fmla="+- G10 G4 0"/>
              <a:gd name="G13" fmla="+- G12 0 0"/>
              <a:gd name="G14" fmla="*/ 65 1 2"/>
              <a:gd name="G15" fmla="+- G14 0 G9"/>
              <a:gd name="G16" fmla="+- G14 G9 0"/>
              <a:gd name="G17" fmla="+- G16 0 0"/>
              <a:gd name="G18" fmla="+- 65 0 0"/>
              <a:gd name="G19" fmla="+- 65 0 0"/>
              <a:gd name="G20" fmla="+- 180 0 0"/>
              <a:gd name="G21" fmla="+- 90 0 0"/>
              <a:gd name="G22" fmla="+- 270 0 0"/>
              <a:gd name="G23" fmla="+- 90 0 0"/>
              <a:gd name="G24" fmla="+- 0 0 0"/>
              <a:gd name="G25" fmla="+- 90 0 0"/>
              <a:gd name="G26" fmla="+- 90 0 0"/>
              <a:gd name="G27" fmla="+- 90 0 0"/>
            </a:gdLst>
            <a:ahLst/>
            <a:cxnLst>
              <a:cxn ang="0">
                <a:pos x="r" y="vc"/>
              </a:cxn>
              <a:cxn ang="5400000">
                <a:pos x="hc" y="b"/>
              </a:cxn>
              <a:cxn ang="10800000">
                <a:pos x="l" y="vc"/>
              </a:cxn>
              <a:cxn ang="16200000">
                <a:pos x="hc" y="t"/>
              </a:cxn>
            </a:cxnLst>
            <a:rect l="0" t="0" r="0" b="0"/>
            <a:pathLst>
              <a:path>
                <a:moveTo>
                  <a:pt x="0" y="33"/>
                </a:moveTo>
                <a:lnTo>
                  <a:pt x="33" y="33"/>
                </a:lnTo>
                <a:lnTo>
                  <a:pt x="180" y="90"/>
                </a:lnTo>
                <a:lnTo>
                  <a:pt x="33" y="33"/>
                </a:lnTo>
                <a:lnTo>
                  <a:pt x="270" y="90"/>
                </a:lnTo>
                <a:close/>
              </a:path>
            </a:pathLst>
          </a:custGeom>
          <a:solidFill>
            <a:srgbClr val="1F1D1B">
              <a:alpha val="7999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de-DE"/>
          </a:p>
        </p:txBody>
      </p:sp>
      <p:sp>
        <p:nvSpPr>
          <p:cNvPr id="3418" name="AutoShape 346">
            <a:extLst>
              <a:ext uri="{FF2B5EF4-FFF2-40B4-BE49-F238E27FC236}">
                <a16:creationId xmlns:a16="http://schemas.microsoft.com/office/drawing/2014/main" id="{A64B6AAB-EAD6-09DD-A430-FAF151E7509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13163" y="9129713"/>
            <a:ext cx="23812" cy="23812"/>
          </a:xfrm>
          <a:custGeom>
            <a:avLst/>
            <a:gdLst>
              <a:gd name="G0" fmla="*/ 69 1 2"/>
              <a:gd name="G1" fmla="*/ 1 48365 11520"/>
              <a:gd name="G2" fmla="*/ G1 32767 1"/>
              <a:gd name="G3" fmla="*/ G2 1 32767"/>
              <a:gd name="G4" fmla="cos G0 G3"/>
              <a:gd name="G5" fmla="*/ 69 1 2"/>
              <a:gd name="G6" fmla="*/ 1 48365 11520"/>
              <a:gd name="G7" fmla="*/ G6 32767 1"/>
              <a:gd name="G8" fmla="*/ G7 1 32767"/>
              <a:gd name="G9" fmla="sin G5 G8"/>
              <a:gd name="G10" fmla="*/ 69 1 2"/>
              <a:gd name="G11" fmla="+- G10 0 G4"/>
              <a:gd name="G12" fmla="+- G10 G4 0"/>
              <a:gd name="G13" fmla="+- G12 0 0"/>
              <a:gd name="G14" fmla="*/ 69 1 2"/>
              <a:gd name="G15" fmla="+- G14 0 G9"/>
              <a:gd name="G16" fmla="+- G14 G9 0"/>
              <a:gd name="G17" fmla="+- G16 0 0"/>
              <a:gd name="G18" fmla="+- 69 0 0"/>
              <a:gd name="G19" fmla="+- 69 0 0"/>
              <a:gd name="G20" fmla="+- 180 0 0"/>
              <a:gd name="G21" fmla="+- 90 0 0"/>
              <a:gd name="G22" fmla="+- 270 0 0"/>
              <a:gd name="G23" fmla="+- 90 0 0"/>
              <a:gd name="G24" fmla="+- 0 0 0"/>
              <a:gd name="G25" fmla="+- 90 0 0"/>
              <a:gd name="G26" fmla="+- 90 0 0"/>
              <a:gd name="G27" fmla="+- 90 0 0"/>
            </a:gdLst>
            <a:ahLst/>
            <a:cxnLst>
              <a:cxn ang="0">
                <a:pos x="r" y="vc"/>
              </a:cxn>
              <a:cxn ang="5400000">
                <a:pos x="hc" y="b"/>
              </a:cxn>
              <a:cxn ang="10800000">
                <a:pos x="l" y="vc"/>
              </a:cxn>
              <a:cxn ang="16200000">
                <a:pos x="hc" y="t"/>
              </a:cxn>
            </a:cxnLst>
            <a:rect l="0" t="0" r="0" b="0"/>
            <a:pathLst>
              <a:path>
                <a:moveTo>
                  <a:pt x="0" y="35"/>
                </a:moveTo>
                <a:lnTo>
                  <a:pt x="35" y="35"/>
                </a:lnTo>
                <a:lnTo>
                  <a:pt x="180" y="90"/>
                </a:lnTo>
                <a:lnTo>
                  <a:pt x="35" y="35"/>
                </a:lnTo>
                <a:lnTo>
                  <a:pt x="270" y="90"/>
                </a:lnTo>
                <a:close/>
              </a:path>
            </a:pathLst>
          </a:custGeom>
          <a:solidFill>
            <a:srgbClr val="1F1D1B">
              <a:alpha val="7999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de-DE"/>
          </a:p>
        </p:txBody>
      </p:sp>
      <p:sp>
        <p:nvSpPr>
          <p:cNvPr id="3419" name="AutoShape 347">
            <a:extLst>
              <a:ext uri="{FF2B5EF4-FFF2-40B4-BE49-F238E27FC236}">
                <a16:creationId xmlns:a16="http://schemas.microsoft.com/office/drawing/2014/main" id="{E35BBF3F-1323-1412-BCD3-F2003B95076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00388" y="6069013"/>
            <a:ext cx="19050" cy="19050"/>
          </a:xfrm>
          <a:custGeom>
            <a:avLst/>
            <a:gdLst>
              <a:gd name="G0" fmla="*/ 52 1 2"/>
              <a:gd name="G1" fmla="*/ 1 48365 11520"/>
              <a:gd name="G2" fmla="*/ G1 32767 1"/>
              <a:gd name="G3" fmla="*/ G2 1 32767"/>
              <a:gd name="G4" fmla="cos G0 G3"/>
              <a:gd name="G5" fmla="*/ 52 1 2"/>
              <a:gd name="G6" fmla="*/ 1 48365 11520"/>
              <a:gd name="G7" fmla="*/ G6 32767 1"/>
              <a:gd name="G8" fmla="*/ G7 1 32767"/>
              <a:gd name="G9" fmla="sin G5 G8"/>
              <a:gd name="G10" fmla="*/ 52 1 2"/>
              <a:gd name="G11" fmla="+- G10 0 G4"/>
              <a:gd name="G12" fmla="+- G10 G4 0"/>
              <a:gd name="G13" fmla="+- G12 0 0"/>
              <a:gd name="G14" fmla="*/ 52 1 2"/>
              <a:gd name="G15" fmla="+- G14 0 G9"/>
              <a:gd name="G16" fmla="+- G14 G9 0"/>
              <a:gd name="G17" fmla="+- G16 0 0"/>
              <a:gd name="G18" fmla="+- 52 0 0"/>
              <a:gd name="G19" fmla="+- 52 0 0"/>
              <a:gd name="G20" fmla="+- 180 0 0"/>
              <a:gd name="G21" fmla="+- 90 0 0"/>
              <a:gd name="G22" fmla="+- 270 0 0"/>
              <a:gd name="G23" fmla="+- 90 0 0"/>
              <a:gd name="G24" fmla="+- 0 0 0"/>
              <a:gd name="G25" fmla="+- 90 0 0"/>
              <a:gd name="G26" fmla="+- 90 0 0"/>
              <a:gd name="G27" fmla="+- 90 0 0"/>
            </a:gdLst>
            <a:ahLst/>
            <a:cxnLst>
              <a:cxn ang="0">
                <a:pos x="r" y="vc"/>
              </a:cxn>
              <a:cxn ang="5400000">
                <a:pos x="hc" y="b"/>
              </a:cxn>
              <a:cxn ang="10800000">
                <a:pos x="l" y="vc"/>
              </a:cxn>
              <a:cxn ang="16200000">
                <a:pos x="hc" y="t"/>
              </a:cxn>
            </a:cxnLst>
            <a:rect l="0" t="0" r="0" b="0"/>
            <a:pathLst>
              <a:path>
                <a:moveTo>
                  <a:pt x="0" y="26"/>
                </a:moveTo>
                <a:lnTo>
                  <a:pt x="26" y="26"/>
                </a:lnTo>
                <a:lnTo>
                  <a:pt x="180" y="90"/>
                </a:lnTo>
                <a:lnTo>
                  <a:pt x="26" y="26"/>
                </a:lnTo>
                <a:lnTo>
                  <a:pt x="270" y="90"/>
                </a:lnTo>
                <a:close/>
              </a:path>
            </a:pathLst>
          </a:custGeom>
          <a:solidFill>
            <a:srgbClr val="1F1D1B">
              <a:alpha val="7999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de-DE"/>
          </a:p>
        </p:txBody>
      </p:sp>
      <p:sp>
        <p:nvSpPr>
          <p:cNvPr id="3420" name="AutoShape 348">
            <a:extLst>
              <a:ext uri="{FF2B5EF4-FFF2-40B4-BE49-F238E27FC236}">
                <a16:creationId xmlns:a16="http://schemas.microsoft.com/office/drawing/2014/main" id="{ADDAFBFE-3894-9585-0C2B-2A104FF791F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3513" y="8013700"/>
            <a:ext cx="11112" cy="11113"/>
          </a:xfrm>
          <a:custGeom>
            <a:avLst/>
            <a:gdLst>
              <a:gd name="G0" fmla="*/ 34 1 2"/>
              <a:gd name="G1" fmla="*/ 1 48365 11520"/>
              <a:gd name="G2" fmla="*/ G1 32767 1"/>
              <a:gd name="G3" fmla="*/ G2 1 32767"/>
              <a:gd name="G4" fmla="cos G0 G3"/>
              <a:gd name="G5" fmla="*/ 34 1 2"/>
              <a:gd name="G6" fmla="*/ 1 48365 11520"/>
              <a:gd name="G7" fmla="*/ G6 32767 1"/>
              <a:gd name="G8" fmla="*/ G7 1 32767"/>
              <a:gd name="G9" fmla="sin G5 G8"/>
              <a:gd name="G10" fmla="*/ 34 1 2"/>
              <a:gd name="G11" fmla="+- G10 0 G4"/>
              <a:gd name="G12" fmla="+- G10 G4 0"/>
              <a:gd name="G13" fmla="+- G12 0 0"/>
              <a:gd name="G14" fmla="*/ 34 1 2"/>
              <a:gd name="G15" fmla="+- G14 0 G9"/>
              <a:gd name="G16" fmla="+- G14 G9 0"/>
              <a:gd name="G17" fmla="+- G16 0 0"/>
              <a:gd name="G18" fmla="+- 34 0 0"/>
              <a:gd name="G19" fmla="+- 34 0 0"/>
              <a:gd name="G20" fmla="+- 180 0 0"/>
              <a:gd name="G21" fmla="+- 90 0 0"/>
              <a:gd name="G22" fmla="+- 270 0 0"/>
              <a:gd name="G23" fmla="+- 90 0 0"/>
              <a:gd name="G24" fmla="+- 0 0 0"/>
              <a:gd name="G25" fmla="+- 90 0 0"/>
              <a:gd name="G26" fmla="+- 90 0 0"/>
              <a:gd name="G27" fmla="+- 90 0 0"/>
            </a:gdLst>
            <a:ahLst/>
            <a:cxnLst>
              <a:cxn ang="0">
                <a:pos x="r" y="vc"/>
              </a:cxn>
              <a:cxn ang="5400000">
                <a:pos x="hc" y="b"/>
              </a:cxn>
              <a:cxn ang="10800000">
                <a:pos x="l" y="vc"/>
              </a:cxn>
              <a:cxn ang="16200000">
                <a:pos x="hc" y="t"/>
              </a:cxn>
            </a:cxnLst>
            <a:rect l="0" t="0" r="0" b="0"/>
            <a:pathLst>
              <a:path>
                <a:moveTo>
                  <a:pt x="0" y="17"/>
                </a:moveTo>
                <a:lnTo>
                  <a:pt x="17" y="17"/>
                </a:lnTo>
                <a:lnTo>
                  <a:pt x="180" y="90"/>
                </a:lnTo>
                <a:lnTo>
                  <a:pt x="17" y="17"/>
                </a:lnTo>
                <a:lnTo>
                  <a:pt x="270" y="90"/>
                </a:lnTo>
                <a:close/>
              </a:path>
            </a:pathLst>
          </a:custGeom>
          <a:solidFill>
            <a:srgbClr val="1F1D1B">
              <a:alpha val="7999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de-DE"/>
          </a:p>
        </p:txBody>
      </p:sp>
      <p:sp>
        <p:nvSpPr>
          <p:cNvPr id="3421" name="AutoShape 349">
            <a:extLst>
              <a:ext uri="{FF2B5EF4-FFF2-40B4-BE49-F238E27FC236}">
                <a16:creationId xmlns:a16="http://schemas.microsoft.com/office/drawing/2014/main" id="{7147B52D-1782-8BB7-4474-B9C9843D6C6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92763" y="9097963"/>
            <a:ext cx="11112" cy="11112"/>
          </a:xfrm>
          <a:custGeom>
            <a:avLst/>
            <a:gdLst>
              <a:gd name="G0" fmla="*/ 33 1 2"/>
              <a:gd name="G1" fmla="*/ 1 48365 11520"/>
              <a:gd name="G2" fmla="*/ G1 32767 1"/>
              <a:gd name="G3" fmla="*/ G2 1 32767"/>
              <a:gd name="G4" fmla="cos G0 G3"/>
              <a:gd name="G5" fmla="*/ 33 1 2"/>
              <a:gd name="G6" fmla="*/ 1 48365 11520"/>
              <a:gd name="G7" fmla="*/ G6 32767 1"/>
              <a:gd name="G8" fmla="*/ G7 1 32767"/>
              <a:gd name="G9" fmla="sin G5 G8"/>
              <a:gd name="G10" fmla="*/ 33 1 2"/>
              <a:gd name="G11" fmla="+- G10 0 G4"/>
              <a:gd name="G12" fmla="+- G10 G4 0"/>
              <a:gd name="G13" fmla="+- G12 0 0"/>
              <a:gd name="G14" fmla="*/ 33 1 2"/>
              <a:gd name="G15" fmla="+- G14 0 G9"/>
              <a:gd name="G16" fmla="+- G14 G9 0"/>
              <a:gd name="G17" fmla="+- G16 0 0"/>
              <a:gd name="G18" fmla="+- 33 0 0"/>
              <a:gd name="G19" fmla="+- 33 0 0"/>
              <a:gd name="G20" fmla="+- 180 0 0"/>
              <a:gd name="G21" fmla="+- 90 0 0"/>
              <a:gd name="G22" fmla="+- 270 0 0"/>
              <a:gd name="G23" fmla="+- 90 0 0"/>
              <a:gd name="G24" fmla="+- 0 0 0"/>
              <a:gd name="G25" fmla="+- 90 0 0"/>
              <a:gd name="G26" fmla="+- 90 0 0"/>
              <a:gd name="G27" fmla="+- 90 0 0"/>
            </a:gdLst>
            <a:ahLst/>
            <a:cxnLst>
              <a:cxn ang="0">
                <a:pos x="r" y="vc"/>
              </a:cxn>
              <a:cxn ang="5400000">
                <a:pos x="hc" y="b"/>
              </a:cxn>
              <a:cxn ang="10800000">
                <a:pos x="l" y="vc"/>
              </a:cxn>
              <a:cxn ang="16200000">
                <a:pos x="hc" y="t"/>
              </a:cxn>
            </a:cxnLst>
            <a:rect l="0" t="0" r="0" b="0"/>
            <a:pathLst>
              <a:path>
                <a:moveTo>
                  <a:pt x="0" y="17"/>
                </a:moveTo>
                <a:lnTo>
                  <a:pt x="17" y="17"/>
                </a:lnTo>
                <a:lnTo>
                  <a:pt x="180" y="90"/>
                </a:lnTo>
                <a:lnTo>
                  <a:pt x="17" y="17"/>
                </a:lnTo>
                <a:lnTo>
                  <a:pt x="270" y="90"/>
                </a:lnTo>
                <a:close/>
              </a:path>
            </a:pathLst>
          </a:custGeom>
          <a:solidFill>
            <a:srgbClr val="1F1D1B">
              <a:alpha val="7999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de-DE"/>
          </a:p>
        </p:txBody>
      </p:sp>
      <p:sp>
        <p:nvSpPr>
          <p:cNvPr id="3422" name="AutoShape 350">
            <a:extLst>
              <a:ext uri="{FF2B5EF4-FFF2-40B4-BE49-F238E27FC236}">
                <a16:creationId xmlns:a16="http://schemas.microsoft.com/office/drawing/2014/main" id="{10D9C32A-2BA3-64C0-9668-4B4942035FB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40613" y="3452813"/>
            <a:ext cx="23812" cy="23812"/>
          </a:xfrm>
          <a:custGeom>
            <a:avLst/>
            <a:gdLst>
              <a:gd name="G0" fmla="*/ 69 1 2"/>
              <a:gd name="G1" fmla="*/ 1 48365 11520"/>
              <a:gd name="G2" fmla="*/ G1 32767 1"/>
              <a:gd name="G3" fmla="*/ G2 1 32767"/>
              <a:gd name="G4" fmla="cos G0 G3"/>
              <a:gd name="G5" fmla="*/ 69 1 2"/>
              <a:gd name="G6" fmla="*/ 1 48365 11520"/>
              <a:gd name="G7" fmla="*/ G6 32767 1"/>
              <a:gd name="G8" fmla="*/ G7 1 32767"/>
              <a:gd name="G9" fmla="sin G5 G8"/>
              <a:gd name="G10" fmla="*/ 69 1 2"/>
              <a:gd name="G11" fmla="+- G10 0 G4"/>
              <a:gd name="G12" fmla="+- G10 G4 0"/>
              <a:gd name="G13" fmla="+- G12 0 0"/>
              <a:gd name="G14" fmla="*/ 69 1 2"/>
              <a:gd name="G15" fmla="+- G14 0 G9"/>
              <a:gd name="G16" fmla="+- G14 G9 0"/>
              <a:gd name="G17" fmla="+- G16 0 0"/>
              <a:gd name="G18" fmla="+- 69 0 0"/>
              <a:gd name="G19" fmla="+- 69 0 0"/>
              <a:gd name="G20" fmla="+- 180 0 0"/>
              <a:gd name="G21" fmla="+- 90 0 0"/>
              <a:gd name="G22" fmla="+- 270 0 0"/>
              <a:gd name="G23" fmla="+- 90 0 0"/>
              <a:gd name="G24" fmla="+- 0 0 0"/>
              <a:gd name="G25" fmla="+- 90 0 0"/>
              <a:gd name="G26" fmla="+- 90 0 0"/>
              <a:gd name="G27" fmla="+- 90 0 0"/>
            </a:gdLst>
            <a:ahLst/>
            <a:cxnLst>
              <a:cxn ang="0">
                <a:pos x="r" y="vc"/>
              </a:cxn>
              <a:cxn ang="5400000">
                <a:pos x="hc" y="b"/>
              </a:cxn>
              <a:cxn ang="10800000">
                <a:pos x="l" y="vc"/>
              </a:cxn>
              <a:cxn ang="16200000">
                <a:pos x="hc" y="t"/>
              </a:cxn>
            </a:cxnLst>
            <a:rect l="0" t="0" r="0" b="0"/>
            <a:pathLst>
              <a:path>
                <a:moveTo>
                  <a:pt x="0" y="35"/>
                </a:moveTo>
                <a:lnTo>
                  <a:pt x="35" y="35"/>
                </a:lnTo>
                <a:lnTo>
                  <a:pt x="180" y="90"/>
                </a:lnTo>
                <a:lnTo>
                  <a:pt x="35" y="35"/>
                </a:lnTo>
                <a:lnTo>
                  <a:pt x="270" y="90"/>
                </a:lnTo>
                <a:close/>
              </a:path>
            </a:pathLst>
          </a:custGeom>
          <a:solidFill>
            <a:srgbClr val="1F1D1B">
              <a:alpha val="7999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de-DE"/>
          </a:p>
        </p:txBody>
      </p:sp>
      <p:sp>
        <p:nvSpPr>
          <p:cNvPr id="3423" name="AutoShape 351">
            <a:extLst>
              <a:ext uri="{FF2B5EF4-FFF2-40B4-BE49-F238E27FC236}">
                <a16:creationId xmlns:a16="http://schemas.microsoft.com/office/drawing/2014/main" id="{092C58D6-086D-E301-FB7D-B47EF70ED82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09688" y="5327650"/>
            <a:ext cx="25400" cy="25400"/>
          </a:xfrm>
          <a:custGeom>
            <a:avLst/>
            <a:gdLst>
              <a:gd name="G0" fmla="*/ 70 1 2"/>
              <a:gd name="G1" fmla="*/ 1 48365 11520"/>
              <a:gd name="G2" fmla="*/ G1 32767 1"/>
              <a:gd name="G3" fmla="*/ G2 1 32767"/>
              <a:gd name="G4" fmla="cos G0 G3"/>
              <a:gd name="G5" fmla="*/ 70 1 2"/>
              <a:gd name="G6" fmla="*/ 1 48365 11520"/>
              <a:gd name="G7" fmla="*/ G6 32767 1"/>
              <a:gd name="G8" fmla="*/ G7 1 32767"/>
              <a:gd name="G9" fmla="sin G5 G8"/>
              <a:gd name="G10" fmla="*/ 70 1 2"/>
              <a:gd name="G11" fmla="+- G10 0 G4"/>
              <a:gd name="G12" fmla="+- G10 G4 0"/>
              <a:gd name="G13" fmla="+- G12 0 0"/>
              <a:gd name="G14" fmla="*/ 70 1 2"/>
              <a:gd name="G15" fmla="+- G14 0 G9"/>
              <a:gd name="G16" fmla="+- G14 G9 0"/>
              <a:gd name="G17" fmla="+- G16 0 0"/>
              <a:gd name="G18" fmla="+- 70 0 0"/>
              <a:gd name="G19" fmla="+- 70 0 0"/>
              <a:gd name="G20" fmla="+- 180 0 0"/>
              <a:gd name="G21" fmla="+- 90 0 0"/>
              <a:gd name="G22" fmla="+- 270 0 0"/>
              <a:gd name="G23" fmla="+- 90 0 0"/>
              <a:gd name="G24" fmla="+- 0 0 0"/>
              <a:gd name="G25" fmla="+- 90 0 0"/>
              <a:gd name="G26" fmla="+- 90 0 0"/>
              <a:gd name="G27" fmla="+- 90 0 0"/>
            </a:gdLst>
            <a:ahLst/>
            <a:cxnLst>
              <a:cxn ang="0">
                <a:pos x="r" y="vc"/>
              </a:cxn>
              <a:cxn ang="5400000">
                <a:pos x="hc" y="b"/>
              </a:cxn>
              <a:cxn ang="10800000">
                <a:pos x="l" y="vc"/>
              </a:cxn>
              <a:cxn ang="16200000">
                <a:pos x="hc" y="t"/>
              </a:cxn>
            </a:cxnLst>
            <a:rect l="0" t="0" r="0" b="0"/>
            <a:pathLst>
              <a:path>
                <a:moveTo>
                  <a:pt x="0" y="35"/>
                </a:moveTo>
                <a:lnTo>
                  <a:pt x="35" y="35"/>
                </a:lnTo>
                <a:lnTo>
                  <a:pt x="180" y="90"/>
                </a:lnTo>
                <a:lnTo>
                  <a:pt x="35" y="35"/>
                </a:lnTo>
                <a:lnTo>
                  <a:pt x="270" y="90"/>
                </a:lnTo>
                <a:close/>
              </a:path>
            </a:pathLst>
          </a:custGeom>
          <a:solidFill>
            <a:srgbClr val="1F1D1B">
              <a:alpha val="7999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de-DE"/>
          </a:p>
        </p:txBody>
      </p:sp>
      <p:sp>
        <p:nvSpPr>
          <p:cNvPr id="3424" name="AutoShape 352">
            <a:extLst>
              <a:ext uri="{FF2B5EF4-FFF2-40B4-BE49-F238E27FC236}">
                <a16:creationId xmlns:a16="http://schemas.microsoft.com/office/drawing/2014/main" id="{63C9061F-95EA-1B9F-DCDA-5320CD2F215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27663" y="8856663"/>
            <a:ext cx="19050" cy="19050"/>
          </a:xfrm>
          <a:custGeom>
            <a:avLst/>
            <a:gdLst>
              <a:gd name="G0" fmla="*/ 53 1 2"/>
              <a:gd name="G1" fmla="*/ 1 48365 11520"/>
              <a:gd name="G2" fmla="*/ G1 32767 1"/>
              <a:gd name="G3" fmla="*/ G2 1 32767"/>
              <a:gd name="G4" fmla="cos G0 G3"/>
              <a:gd name="G5" fmla="*/ 53 1 2"/>
              <a:gd name="G6" fmla="*/ 1 48365 11520"/>
              <a:gd name="G7" fmla="*/ G6 32767 1"/>
              <a:gd name="G8" fmla="*/ G7 1 32767"/>
              <a:gd name="G9" fmla="sin G5 G8"/>
              <a:gd name="G10" fmla="*/ 53 1 2"/>
              <a:gd name="G11" fmla="+- G10 0 G4"/>
              <a:gd name="G12" fmla="+- G10 G4 0"/>
              <a:gd name="G13" fmla="+- G12 0 0"/>
              <a:gd name="G14" fmla="*/ 53 1 2"/>
              <a:gd name="G15" fmla="+- G14 0 G9"/>
              <a:gd name="G16" fmla="+- G14 G9 0"/>
              <a:gd name="G17" fmla="+- G16 0 0"/>
              <a:gd name="G18" fmla="+- 53 0 0"/>
              <a:gd name="G19" fmla="+- 53 0 0"/>
              <a:gd name="G20" fmla="+- 180 0 0"/>
              <a:gd name="G21" fmla="+- 90 0 0"/>
              <a:gd name="G22" fmla="+- 270 0 0"/>
              <a:gd name="G23" fmla="+- 90 0 0"/>
              <a:gd name="G24" fmla="+- 0 0 0"/>
              <a:gd name="G25" fmla="+- 90 0 0"/>
              <a:gd name="G26" fmla="+- 90 0 0"/>
              <a:gd name="G27" fmla="+- 90 0 0"/>
            </a:gdLst>
            <a:ahLst/>
            <a:cxnLst>
              <a:cxn ang="0">
                <a:pos x="r" y="vc"/>
              </a:cxn>
              <a:cxn ang="5400000">
                <a:pos x="hc" y="b"/>
              </a:cxn>
              <a:cxn ang="10800000">
                <a:pos x="l" y="vc"/>
              </a:cxn>
              <a:cxn ang="16200000">
                <a:pos x="hc" y="t"/>
              </a:cxn>
            </a:cxnLst>
            <a:rect l="0" t="0" r="0" b="0"/>
            <a:pathLst>
              <a:path>
                <a:moveTo>
                  <a:pt x="0" y="27"/>
                </a:moveTo>
                <a:lnTo>
                  <a:pt x="27" y="27"/>
                </a:lnTo>
                <a:lnTo>
                  <a:pt x="180" y="90"/>
                </a:lnTo>
                <a:lnTo>
                  <a:pt x="27" y="27"/>
                </a:lnTo>
                <a:lnTo>
                  <a:pt x="270" y="90"/>
                </a:lnTo>
                <a:close/>
              </a:path>
            </a:pathLst>
          </a:custGeom>
          <a:solidFill>
            <a:srgbClr val="1F1D1B">
              <a:alpha val="7999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de-DE"/>
          </a:p>
        </p:txBody>
      </p:sp>
      <p:sp>
        <p:nvSpPr>
          <p:cNvPr id="3425" name="AutoShape 353">
            <a:extLst>
              <a:ext uri="{FF2B5EF4-FFF2-40B4-BE49-F238E27FC236}">
                <a16:creationId xmlns:a16="http://schemas.microsoft.com/office/drawing/2014/main" id="{7089634F-96DC-B747-81D9-BA7F0574611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9563" y="8170863"/>
            <a:ext cx="14287" cy="14287"/>
          </a:xfrm>
          <a:custGeom>
            <a:avLst/>
            <a:gdLst>
              <a:gd name="G0" fmla="*/ 40 1 2"/>
              <a:gd name="G1" fmla="*/ 1 48365 11520"/>
              <a:gd name="G2" fmla="*/ G1 32767 1"/>
              <a:gd name="G3" fmla="*/ G2 1 32767"/>
              <a:gd name="G4" fmla="cos G0 G3"/>
              <a:gd name="G5" fmla="*/ 40 1 2"/>
              <a:gd name="G6" fmla="*/ 1 48365 11520"/>
              <a:gd name="G7" fmla="*/ G6 32767 1"/>
              <a:gd name="G8" fmla="*/ G7 1 32767"/>
              <a:gd name="G9" fmla="sin G5 G8"/>
              <a:gd name="G10" fmla="*/ 40 1 2"/>
              <a:gd name="G11" fmla="+- G10 0 G4"/>
              <a:gd name="G12" fmla="+- G10 G4 0"/>
              <a:gd name="G13" fmla="+- G12 0 0"/>
              <a:gd name="G14" fmla="*/ 40 1 2"/>
              <a:gd name="G15" fmla="+- G14 0 G9"/>
              <a:gd name="G16" fmla="+- G14 G9 0"/>
              <a:gd name="G17" fmla="+- G16 0 0"/>
              <a:gd name="G18" fmla="+- 40 0 0"/>
              <a:gd name="G19" fmla="+- 40 0 0"/>
              <a:gd name="G20" fmla="+- 180 0 0"/>
              <a:gd name="G21" fmla="+- 90 0 0"/>
              <a:gd name="G22" fmla="+- 270 0 0"/>
              <a:gd name="G23" fmla="+- 90 0 0"/>
              <a:gd name="G24" fmla="+- 0 0 0"/>
              <a:gd name="G25" fmla="+- 90 0 0"/>
              <a:gd name="G26" fmla="+- 90 0 0"/>
              <a:gd name="G27" fmla="+- 90 0 0"/>
            </a:gdLst>
            <a:ahLst/>
            <a:cxnLst>
              <a:cxn ang="0">
                <a:pos x="r" y="vc"/>
              </a:cxn>
              <a:cxn ang="5400000">
                <a:pos x="hc" y="b"/>
              </a:cxn>
              <a:cxn ang="10800000">
                <a:pos x="l" y="vc"/>
              </a:cxn>
              <a:cxn ang="16200000">
                <a:pos x="hc" y="t"/>
              </a:cxn>
            </a:cxnLst>
            <a:rect l="0" t="0" r="0" b="0"/>
            <a:pathLst>
              <a:path>
                <a:moveTo>
                  <a:pt x="0" y="20"/>
                </a:moveTo>
                <a:lnTo>
                  <a:pt x="20" y="20"/>
                </a:lnTo>
                <a:lnTo>
                  <a:pt x="180" y="90"/>
                </a:lnTo>
                <a:lnTo>
                  <a:pt x="20" y="20"/>
                </a:lnTo>
                <a:lnTo>
                  <a:pt x="270" y="90"/>
                </a:lnTo>
                <a:close/>
              </a:path>
            </a:pathLst>
          </a:custGeom>
          <a:solidFill>
            <a:srgbClr val="1F1D1B">
              <a:alpha val="7999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de-DE"/>
          </a:p>
        </p:txBody>
      </p:sp>
      <p:sp>
        <p:nvSpPr>
          <p:cNvPr id="3426" name="AutoShape 354">
            <a:extLst>
              <a:ext uri="{FF2B5EF4-FFF2-40B4-BE49-F238E27FC236}">
                <a16:creationId xmlns:a16="http://schemas.microsoft.com/office/drawing/2014/main" id="{39B86A7B-5FBC-F3D0-6C89-DCD52D89982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84650" y="7461250"/>
            <a:ext cx="15875" cy="15875"/>
          </a:xfrm>
          <a:custGeom>
            <a:avLst/>
            <a:gdLst>
              <a:gd name="G0" fmla="*/ 47 1 2"/>
              <a:gd name="G1" fmla="*/ 1 48365 11520"/>
              <a:gd name="G2" fmla="*/ G1 32767 1"/>
              <a:gd name="G3" fmla="*/ G2 1 32767"/>
              <a:gd name="G4" fmla="cos G0 G3"/>
              <a:gd name="G5" fmla="*/ 47 1 2"/>
              <a:gd name="G6" fmla="*/ 1 48365 11520"/>
              <a:gd name="G7" fmla="*/ G6 32767 1"/>
              <a:gd name="G8" fmla="*/ G7 1 32767"/>
              <a:gd name="G9" fmla="sin G5 G8"/>
              <a:gd name="G10" fmla="*/ 47 1 2"/>
              <a:gd name="G11" fmla="+- G10 0 G4"/>
              <a:gd name="G12" fmla="+- G10 G4 0"/>
              <a:gd name="G13" fmla="+- G12 0 0"/>
              <a:gd name="G14" fmla="*/ 47 1 2"/>
              <a:gd name="G15" fmla="+- G14 0 G9"/>
              <a:gd name="G16" fmla="+- G14 G9 0"/>
              <a:gd name="G17" fmla="+- G16 0 0"/>
              <a:gd name="G18" fmla="+- 47 0 0"/>
              <a:gd name="G19" fmla="+- 47 0 0"/>
              <a:gd name="G20" fmla="+- 180 0 0"/>
              <a:gd name="G21" fmla="+- 90 0 0"/>
              <a:gd name="G22" fmla="+- 270 0 0"/>
              <a:gd name="G23" fmla="+- 90 0 0"/>
              <a:gd name="G24" fmla="+- 0 0 0"/>
              <a:gd name="G25" fmla="+- 90 0 0"/>
              <a:gd name="G26" fmla="+- 90 0 0"/>
              <a:gd name="G27" fmla="+- 90 0 0"/>
            </a:gdLst>
            <a:ahLst/>
            <a:cxnLst>
              <a:cxn ang="0">
                <a:pos x="r" y="vc"/>
              </a:cxn>
              <a:cxn ang="5400000">
                <a:pos x="hc" y="b"/>
              </a:cxn>
              <a:cxn ang="10800000">
                <a:pos x="l" y="vc"/>
              </a:cxn>
              <a:cxn ang="16200000">
                <a:pos x="hc" y="t"/>
              </a:cxn>
            </a:cxnLst>
            <a:rect l="0" t="0" r="0" b="0"/>
            <a:pathLst>
              <a:path>
                <a:moveTo>
                  <a:pt x="0" y="24"/>
                </a:moveTo>
                <a:lnTo>
                  <a:pt x="24" y="24"/>
                </a:lnTo>
                <a:lnTo>
                  <a:pt x="180" y="90"/>
                </a:lnTo>
                <a:lnTo>
                  <a:pt x="24" y="24"/>
                </a:lnTo>
                <a:lnTo>
                  <a:pt x="270" y="90"/>
                </a:lnTo>
                <a:close/>
              </a:path>
            </a:pathLst>
          </a:custGeom>
          <a:solidFill>
            <a:srgbClr val="1F1D1B">
              <a:alpha val="7999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de-DE"/>
          </a:p>
        </p:txBody>
      </p:sp>
      <p:sp>
        <p:nvSpPr>
          <p:cNvPr id="3427" name="AutoShape 355">
            <a:extLst>
              <a:ext uri="{FF2B5EF4-FFF2-40B4-BE49-F238E27FC236}">
                <a16:creationId xmlns:a16="http://schemas.microsoft.com/office/drawing/2014/main" id="{38B219E8-62E2-1AC9-4A75-9E8667DBB10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06988" y="860425"/>
            <a:ext cx="17462" cy="17463"/>
          </a:xfrm>
          <a:custGeom>
            <a:avLst/>
            <a:gdLst>
              <a:gd name="G0" fmla="*/ 50 1 2"/>
              <a:gd name="G1" fmla="*/ 1 48365 11520"/>
              <a:gd name="G2" fmla="*/ G1 32767 1"/>
              <a:gd name="G3" fmla="*/ G2 1 32767"/>
              <a:gd name="G4" fmla="cos G0 G3"/>
              <a:gd name="G5" fmla="*/ 50 1 2"/>
              <a:gd name="G6" fmla="*/ 1 48365 11520"/>
              <a:gd name="G7" fmla="*/ G6 32767 1"/>
              <a:gd name="G8" fmla="*/ G7 1 32767"/>
              <a:gd name="G9" fmla="sin G5 G8"/>
              <a:gd name="G10" fmla="*/ 50 1 2"/>
              <a:gd name="G11" fmla="+- G10 0 G4"/>
              <a:gd name="G12" fmla="+- G10 G4 0"/>
              <a:gd name="G13" fmla="+- G12 0 0"/>
              <a:gd name="G14" fmla="*/ 50 1 2"/>
              <a:gd name="G15" fmla="+- G14 0 G9"/>
              <a:gd name="G16" fmla="+- G14 G9 0"/>
              <a:gd name="G17" fmla="+- G16 0 0"/>
              <a:gd name="G18" fmla="+- 50 0 0"/>
              <a:gd name="G19" fmla="+- 50 0 0"/>
              <a:gd name="G20" fmla="+- 180 0 0"/>
              <a:gd name="G21" fmla="+- 90 0 0"/>
              <a:gd name="G22" fmla="+- 270 0 0"/>
              <a:gd name="G23" fmla="+- 90 0 0"/>
              <a:gd name="G24" fmla="+- 0 0 0"/>
              <a:gd name="G25" fmla="+- 90 0 0"/>
              <a:gd name="G26" fmla="+- 90 0 0"/>
              <a:gd name="G27" fmla="+- 90 0 0"/>
            </a:gdLst>
            <a:ahLst/>
            <a:cxnLst>
              <a:cxn ang="0">
                <a:pos x="r" y="vc"/>
              </a:cxn>
              <a:cxn ang="5400000">
                <a:pos x="hc" y="b"/>
              </a:cxn>
              <a:cxn ang="10800000">
                <a:pos x="l" y="vc"/>
              </a:cxn>
              <a:cxn ang="16200000">
                <a:pos x="hc" y="t"/>
              </a:cxn>
            </a:cxnLst>
            <a:rect l="0" t="0" r="0" b="0"/>
            <a:pathLst>
              <a:path>
                <a:moveTo>
                  <a:pt x="0" y="25"/>
                </a:moveTo>
                <a:lnTo>
                  <a:pt x="25" y="25"/>
                </a:lnTo>
                <a:lnTo>
                  <a:pt x="180" y="90"/>
                </a:lnTo>
                <a:lnTo>
                  <a:pt x="25" y="25"/>
                </a:lnTo>
                <a:lnTo>
                  <a:pt x="270" y="90"/>
                </a:lnTo>
                <a:close/>
              </a:path>
            </a:pathLst>
          </a:custGeom>
          <a:solidFill>
            <a:srgbClr val="1F1D1B">
              <a:alpha val="7999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de-DE"/>
          </a:p>
        </p:txBody>
      </p:sp>
      <p:sp>
        <p:nvSpPr>
          <p:cNvPr id="3428" name="AutoShape 356">
            <a:extLst>
              <a:ext uri="{FF2B5EF4-FFF2-40B4-BE49-F238E27FC236}">
                <a16:creationId xmlns:a16="http://schemas.microsoft.com/office/drawing/2014/main" id="{F255B15E-D5CC-8B7C-5E46-831DF799395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23000" y="2619375"/>
            <a:ext cx="23813" cy="23813"/>
          </a:xfrm>
          <a:custGeom>
            <a:avLst/>
            <a:gdLst>
              <a:gd name="G0" fmla="*/ 66 1 2"/>
              <a:gd name="G1" fmla="*/ 1 48365 11520"/>
              <a:gd name="G2" fmla="*/ G1 32767 1"/>
              <a:gd name="G3" fmla="*/ G2 1 32767"/>
              <a:gd name="G4" fmla="cos G0 G3"/>
              <a:gd name="G5" fmla="*/ 66 1 2"/>
              <a:gd name="G6" fmla="*/ 1 48365 11520"/>
              <a:gd name="G7" fmla="*/ G6 32767 1"/>
              <a:gd name="G8" fmla="*/ G7 1 32767"/>
              <a:gd name="G9" fmla="sin G5 G8"/>
              <a:gd name="G10" fmla="*/ 66 1 2"/>
              <a:gd name="G11" fmla="+- G10 0 G4"/>
              <a:gd name="G12" fmla="+- G10 G4 0"/>
              <a:gd name="G13" fmla="+- G12 0 0"/>
              <a:gd name="G14" fmla="*/ 66 1 2"/>
              <a:gd name="G15" fmla="+- G14 0 G9"/>
              <a:gd name="G16" fmla="+- G14 G9 0"/>
              <a:gd name="G17" fmla="+- G16 0 0"/>
              <a:gd name="G18" fmla="+- 66 0 0"/>
              <a:gd name="G19" fmla="+- 66 0 0"/>
              <a:gd name="G20" fmla="+- 180 0 0"/>
              <a:gd name="G21" fmla="+- 90 0 0"/>
              <a:gd name="G22" fmla="+- 270 0 0"/>
              <a:gd name="G23" fmla="+- 90 0 0"/>
              <a:gd name="G24" fmla="+- 0 0 0"/>
              <a:gd name="G25" fmla="+- 90 0 0"/>
              <a:gd name="G26" fmla="+- 90 0 0"/>
              <a:gd name="G27" fmla="+- 90 0 0"/>
            </a:gdLst>
            <a:ahLst/>
            <a:cxnLst>
              <a:cxn ang="0">
                <a:pos x="r" y="vc"/>
              </a:cxn>
              <a:cxn ang="5400000">
                <a:pos x="hc" y="b"/>
              </a:cxn>
              <a:cxn ang="10800000">
                <a:pos x="l" y="vc"/>
              </a:cxn>
              <a:cxn ang="16200000">
                <a:pos x="hc" y="t"/>
              </a:cxn>
            </a:cxnLst>
            <a:rect l="0" t="0" r="0" b="0"/>
            <a:pathLst>
              <a:path>
                <a:moveTo>
                  <a:pt x="0" y="33"/>
                </a:moveTo>
                <a:lnTo>
                  <a:pt x="33" y="33"/>
                </a:lnTo>
                <a:lnTo>
                  <a:pt x="180" y="90"/>
                </a:lnTo>
                <a:lnTo>
                  <a:pt x="33" y="33"/>
                </a:lnTo>
                <a:lnTo>
                  <a:pt x="270" y="90"/>
                </a:lnTo>
                <a:close/>
              </a:path>
            </a:pathLst>
          </a:custGeom>
          <a:solidFill>
            <a:srgbClr val="1F1D1B">
              <a:alpha val="7999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de-DE"/>
          </a:p>
        </p:txBody>
      </p:sp>
      <p:sp>
        <p:nvSpPr>
          <p:cNvPr id="3429" name="AutoShape 357">
            <a:extLst>
              <a:ext uri="{FF2B5EF4-FFF2-40B4-BE49-F238E27FC236}">
                <a16:creationId xmlns:a16="http://schemas.microsoft.com/office/drawing/2014/main" id="{BE514C94-919C-4ED2-F5E2-63663AF1920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28963" y="6869113"/>
            <a:ext cx="25400" cy="25400"/>
          </a:xfrm>
          <a:custGeom>
            <a:avLst/>
            <a:gdLst>
              <a:gd name="G0" fmla="*/ 70 1 2"/>
              <a:gd name="G1" fmla="*/ 1 48365 11520"/>
              <a:gd name="G2" fmla="*/ G1 32767 1"/>
              <a:gd name="G3" fmla="*/ G2 1 32767"/>
              <a:gd name="G4" fmla="cos G0 G3"/>
              <a:gd name="G5" fmla="*/ 70 1 2"/>
              <a:gd name="G6" fmla="*/ 1 48365 11520"/>
              <a:gd name="G7" fmla="*/ G6 32767 1"/>
              <a:gd name="G8" fmla="*/ G7 1 32767"/>
              <a:gd name="G9" fmla="sin G5 G8"/>
              <a:gd name="G10" fmla="*/ 70 1 2"/>
              <a:gd name="G11" fmla="+- G10 0 G4"/>
              <a:gd name="G12" fmla="+- G10 G4 0"/>
              <a:gd name="G13" fmla="+- G12 0 0"/>
              <a:gd name="G14" fmla="*/ 70 1 2"/>
              <a:gd name="G15" fmla="+- G14 0 G9"/>
              <a:gd name="G16" fmla="+- G14 G9 0"/>
              <a:gd name="G17" fmla="+- G16 0 0"/>
              <a:gd name="G18" fmla="+- 70 0 0"/>
              <a:gd name="G19" fmla="+- 70 0 0"/>
              <a:gd name="G20" fmla="+- 180 0 0"/>
              <a:gd name="G21" fmla="+- 90 0 0"/>
              <a:gd name="G22" fmla="+- 270 0 0"/>
              <a:gd name="G23" fmla="+- 90 0 0"/>
              <a:gd name="G24" fmla="+- 0 0 0"/>
              <a:gd name="G25" fmla="+- 90 0 0"/>
              <a:gd name="G26" fmla="+- 90 0 0"/>
              <a:gd name="G27" fmla="+- 90 0 0"/>
            </a:gdLst>
            <a:ahLst/>
            <a:cxnLst>
              <a:cxn ang="0">
                <a:pos x="r" y="vc"/>
              </a:cxn>
              <a:cxn ang="5400000">
                <a:pos x="hc" y="b"/>
              </a:cxn>
              <a:cxn ang="10800000">
                <a:pos x="l" y="vc"/>
              </a:cxn>
              <a:cxn ang="16200000">
                <a:pos x="hc" y="t"/>
              </a:cxn>
            </a:cxnLst>
            <a:rect l="0" t="0" r="0" b="0"/>
            <a:pathLst>
              <a:path>
                <a:moveTo>
                  <a:pt x="0" y="35"/>
                </a:moveTo>
                <a:lnTo>
                  <a:pt x="35" y="35"/>
                </a:lnTo>
                <a:lnTo>
                  <a:pt x="180" y="90"/>
                </a:lnTo>
                <a:lnTo>
                  <a:pt x="35" y="35"/>
                </a:lnTo>
                <a:lnTo>
                  <a:pt x="270" y="90"/>
                </a:lnTo>
                <a:close/>
              </a:path>
            </a:pathLst>
          </a:custGeom>
          <a:solidFill>
            <a:srgbClr val="1F1D1B">
              <a:alpha val="7999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de-DE"/>
          </a:p>
        </p:txBody>
      </p:sp>
      <p:sp>
        <p:nvSpPr>
          <p:cNvPr id="3430" name="AutoShape 358">
            <a:extLst>
              <a:ext uri="{FF2B5EF4-FFF2-40B4-BE49-F238E27FC236}">
                <a16:creationId xmlns:a16="http://schemas.microsoft.com/office/drawing/2014/main" id="{4240E9C4-82AF-381E-5322-DCDC20CCCD3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15100" y="7743825"/>
            <a:ext cx="11113" cy="11113"/>
          </a:xfrm>
          <a:custGeom>
            <a:avLst/>
            <a:gdLst>
              <a:gd name="G0" fmla="*/ 34 1 2"/>
              <a:gd name="G1" fmla="*/ 1 48365 11520"/>
              <a:gd name="G2" fmla="*/ G1 32767 1"/>
              <a:gd name="G3" fmla="*/ G2 1 32767"/>
              <a:gd name="G4" fmla="cos G0 G3"/>
              <a:gd name="G5" fmla="*/ 34 1 2"/>
              <a:gd name="G6" fmla="*/ 1 48365 11520"/>
              <a:gd name="G7" fmla="*/ G6 32767 1"/>
              <a:gd name="G8" fmla="*/ G7 1 32767"/>
              <a:gd name="G9" fmla="sin G5 G8"/>
              <a:gd name="G10" fmla="*/ 34 1 2"/>
              <a:gd name="G11" fmla="+- G10 0 G4"/>
              <a:gd name="G12" fmla="+- G10 G4 0"/>
              <a:gd name="G13" fmla="+- G12 0 0"/>
              <a:gd name="G14" fmla="*/ 34 1 2"/>
              <a:gd name="G15" fmla="+- G14 0 G9"/>
              <a:gd name="G16" fmla="+- G14 G9 0"/>
              <a:gd name="G17" fmla="+- G16 0 0"/>
              <a:gd name="G18" fmla="+- 34 0 0"/>
              <a:gd name="G19" fmla="+- 34 0 0"/>
              <a:gd name="G20" fmla="+- 180 0 0"/>
              <a:gd name="G21" fmla="+- 90 0 0"/>
              <a:gd name="G22" fmla="+- 270 0 0"/>
              <a:gd name="G23" fmla="+- 90 0 0"/>
              <a:gd name="G24" fmla="+- 0 0 0"/>
              <a:gd name="G25" fmla="+- 90 0 0"/>
              <a:gd name="G26" fmla="+- 90 0 0"/>
              <a:gd name="G27" fmla="+- 90 0 0"/>
            </a:gdLst>
            <a:ahLst/>
            <a:cxnLst>
              <a:cxn ang="0">
                <a:pos x="r" y="vc"/>
              </a:cxn>
              <a:cxn ang="5400000">
                <a:pos x="hc" y="b"/>
              </a:cxn>
              <a:cxn ang="10800000">
                <a:pos x="l" y="vc"/>
              </a:cxn>
              <a:cxn ang="16200000">
                <a:pos x="hc" y="t"/>
              </a:cxn>
            </a:cxnLst>
            <a:rect l="0" t="0" r="0" b="0"/>
            <a:pathLst>
              <a:path>
                <a:moveTo>
                  <a:pt x="0" y="17"/>
                </a:moveTo>
                <a:lnTo>
                  <a:pt x="17" y="17"/>
                </a:lnTo>
                <a:lnTo>
                  <a:pt x="180" y="90"/>
                </a:lnTo>
                <a:lnTo>
                  <a:pt x="17" y="17"/>
                </a:lnTo>
                <a:lnTo>
                  <a:pt x="270" y="90"/>
                </a:lnTo>
                <a:close/>
              </a:path>
            </a:pathLst>
          </a:custGeom>
          <a:solidFill>
            <a:srgbClr val="1F1D1B">
              <a:alpha val="7999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de-DE"/>
          </a:p>
        </p:txBody>
      </p:sp>
      <p:sp>
        <p:nvSpPr>
          <p:cNvPr id="3431" name="AutoShape 359">
            <a:extLst>
              <a:ext uri="{FF2B5EF4-FFF2-40B4-BE49-F238E27FC236}">
                <a16:creationId xmlns:a16="http://schemas.microsoft.com/office/drawing/2014/main" id="{711FADAA-01D5-EF48-D51F-44893F8529D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35475" y="9432925"/>
            <a:ext cx="23813" cy="23813"/>
          </a:xfrm>
          <a:custGeom>
            <a:avLst/>
            <a:gdLst>
              <a:gd name="G0" fmla="*/ 69 1 2"/>
              <a:gd name="G1" fmla="*/ 1 48365 11520"/>
              <a:gd name="G2" fmla="*/ G1 32767 1"/>
              <a:gd name="G3" fmla="*/ G2 1 32767"/>
              <a:gd name="G4" fmla="cos G0 G3"/>
              <a:gd name="G5" fmla="*/ 69 1 2"/>
              <a:gd name="G6" fmla="*/ 1 48365 11520"/>
              <a:gd name="G7" fmla="*/ G6 32767 1"/>
              <a:gd name="G8" fmla="*/ G7 1 32767"/>
              <a:gd name="G9" fmla="sin G5 G8"/>
              <a:gd name="G10" fmla="*/ 69 1 2"/>
              <a:gd name="G11" fmla="+- G10 0 G4"/>
              <a:gd name="G12" fmla="+- G10 G4 0"/>
              <a:gd name="G13" fmla="+- G12 0 0"/>
              <a:gd name="G14" fmla="*/ 69 1 2"/>
              <a:gd name="G15" fmla="+- G14 0 G9"/>
              <a:gd name="G16" fmla="+- G14 G9 0"/>
              <a:gd name="G17" fmla="+- G16 0 0"/>
              <a:gd name="G18" fmla="+- 69 0 0"/>
              <a:gd name="G19" fmla="+- 69 0 0"/>
              <a:gd name="G20" fmla="+- 180 0 0"/>
              <a:gd name="G21" fmla="+- 90 0 0"/>
              <a:gd name="G22" fmla="+- 270 0 0"/>
              <a:gd name="G23" fmla="+- 90 0 0"/>
              <a:gd name="G24" fmla="+- 0 0 0"/>
              <a:gd name="G25" fmla="+- 90 0 0"/>
              <a:gd name="G26" fmla="+- 90 0 0"/>
              <a:gd name="G27" fmla="+- 90 0 0"/>
            </a:gdLst>
            <a:ahLst/>
            <a:cxnLst>
              <a:cxn ang="0">
                <a:pos x="r" y="vc"/>
              </a:cxn>
              <a:cxn ang="5400000">
                <a:pos x="hc" y="b"/>
              </a:cxn>
              <a:cxn ang="10800000">
                <a:pos x="l" y="vc"/>
              </a:cxn>
              <a:cxn ang="16200000">
                <a:pos x="hc" y="t"/>
              </a:cxn>
            </a:cxnLst>
            <a:rect l="0" t="0" r="0" b="0"/>
            <a:pathLst>
              <a:path>
                <a:moveTo>
                  <a:pt x="0" y="35"/>
                </a:moveTo>
                <a:lnTo>
                  <a:pt x="35" y="35"/>
                </a:lnTo>
                <a:lnTo>
                  <a:pt x="180" y="90"/>
                </a:lnTo>
                <a:lnTo>
                  <a:pt x="35" y="35"/>
                </a:lnTo>
                <a:lnTo>
                  <a:pt x="270" y="90"/>
                </a:lnTo>
                <a:close/>
              </a:path>
            </a:pathLst>
          </a:custGeom>
          <a:solidFill>
            <a:srgbClr val="1F1D1B">
              <a:alpha val="7999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de-DE"/>
          </a:p>
        </p:txBody>
      </p:sp>
      <p:sp>
        <p:nvSpPr>
          <p:cNvPr id="3432" name="AutoShape 360">
            <a:extLst>
              <a:ext uri="{FF2B5EF4-FFF2-40B4-BE49-F238E27FC236}">
                <a16:creationId xmlns:a16="http://schemas.microsoft.com/office/drawing/2014/main" id="{71818988-E4C4-E2FC-C673-2811CA74A21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750" y="6069013"/>
            <a:ext cx="20638" cy="20637"/>
          </a:xfrm>
          <a:custGeom>
            <a:avLst/>
            <a:gdLst>
              <a:gd name="G0" fmla="*/ 57 1 2"/>
              <a:gd name="G1" fmla="*/ 1 48365 11520"/>
              <a:gd name="G2" fmla="*/ G1 32767 1"/>
              <a:gd name="G3" fmla="*/ G2 1 32767"/>
              <a:gd name="G4" fmla="cos G0 G3"/>
              <a:gd name="G5" fmla="*/ 57 1 2"/>
              <a:gd name="G6" fmla="*/ 1 48365 11520"/>
              <a:gd name="G7" fmla="*/ G6 32767 1"/>
              <a:gd name="G8" fmla="*/ G7 1 32767"/>
              <a:gd name="G9" fmla="sin G5 G8"/>
              <a:gd name="G10" fmla="*/ 57 1 2"/>
              <a:gd name="G11" fmla="+- G10 0 G4"/>
              <a:gd name="G12" fmla="+- G10 G4 0"/>
              <a:gd name="G13" fmla="+- G12 0 0"/>
              <a:gd name="G14" fmla="*/ 57 1 2"/>
              <a:gd name="G15" fmla="+- G14 0 G9"/>
              <a:gd name="G16" fmla="+- G14 G9 0"/>
              <a:gd name="G17" fmla="+- G16 0 0"/>
              <a:gd name="G18" fmla="+- 57 0 0"/>
              <a:gd name="G19" fmla="+- 57 0 0"/>
              <a:gd name="G20" fmla="+- 180 0 0"/>
              <a:gd name="G21" fmla="+- 90 0 0"/>
              <a:gd name="G22" fmla="+- 270 0 0"/>
              <a:gd name="G23" fmla="+- 90 0 0"/>
              <a:gd name="G24" fmla="+- 0 0 0"/>
              <a:gd name="G25" fmla="+- 90 0 0"/>
              <a:gd name="G26" fmla="+- 90 0 0"/>
              <a:gd name="G27" fmla="+- 90 0 0"/>
            </a:gdLst>
            <a:ahLst/>
            <a:cxnLst>
              <a:cxn ang="0">
                <a:pos x="r" y="vc"/>
              </a:cxn>
              <a:cxn ang="5400000">
                <a:pos x="hc" y="b"/>
              </a:cxn>
              <a:cxn ang="10800000">
                <a:pos x="l" y="vc"/>
              </a:cxn>
              <a:cxn ang="16200000">
                <a:pos x="hc" y="t"/>
              </a:cxn>
            </a:cxnLst>
            <a:rect l="0" t="0" r="0" b="0"/>
            <a:pathLst>
              <a:path>
                <a:moveTo>
                  <a:pt x="0" y="29"/>
                </a:moveTo>
                <a:lnTo>
                  <a:pt x="29" y="29"/>
                </a:lnTo>
                <a:lnTo>
                  <a:pt x="180" y="90"/>
                </a:lnTo>
                <a:lnTo>
                  <a:pt x="29" y="29"/>
                </a:lnTo>
                <a:lnTo>
                  <a:pt x="270" y="90"/>
                </a:lnTo>
                <a:close/>
              </a:path>
            </a:pathLst>
          </a:custGeom>
          <a:solidFill>
            <a:srgbClr val="1F1D1B">
              <a:alpha val="7999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de-DE"/>
          </a:p>
        </p:txBody>
      </p:sp>
      <p:sp>
        <p:nvSpPr>
          <p:cNvPr id="3433" name="AutoShape 361">
            <a:extLst>
              <a:ext uri="{FF2B5EF4-FFF2-40B4-BE49-F238E27FC236}">
                <a16:creationId xmlns:a16="http://schemas.microsoft.com/office/drawing/2014/main" id="{A769D4FD-1C7B-1BCB-E917-12F96ECAB3B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94150" y="1844675"/>
            <a:ext cx="22225" cy="22225"/>
          </a:xfrm>
          <a:custGeom>
            <a:avLst/>
            <a:gdLst>
              <a:gd name="G0" fmla="*/ 63 1 2"/>
              <a:gd name="G1" fmla="*/ 1 48365 11520"/>
              <a:gd name="G2" fmla="*/ G1 32767 1"/>
              <a:gd name="G3" fmla="*/ G2 1 32767"/>
              <a:gd name="G4" fmla="cos G0 G3"/>
              <a:gd name="G5" fmla="*/ 63 1 2"/>
              <a:gd name="G6" fmla="*/ 1 48365 11520"/>
              <a:gd name="G7" fmla="*/ G6 32767 1"/>
              <a:gd name="G8" fmla="*/ G7 1 32767"/>
              <a:gd name="G9" fmla="sin G5 G8"/>
              <a:gd name="G10" fmla="*/ 63 1 2"/>
              <a:gd name="G11" fmla="+- G10 0 G4"/>
              <a:gd name="G12" fmla="+- G10 G4 0"/>
              <a:gd name="G13" fmla="+- G12 0 0"/>
              <a:gd name="G14" fmla="*/ 63 1 2"/>
              <a:gd name="G15" fmla="+- G14 0 G9"/>
              <a:gd name="G16" fmla="+- G14 G9 0"/>
              <a:gd name="G17" fmla="+- G16 0 0"/>
              <a:gd name="G18" fmla="+- 63 0 0"/>
              <a:gd name="G19" fmla="+- 63 0 0"/>
              <a:gd name="G20" fmla="+- 180 0 0"/>
              <a:gd name="G21" fmla="+- 90 0 0"/>
              <a:gd name="G22" fmla="+- 270 0 0"/>
              <a:gd name="G23" fmla="+- 90 0 0"/>
              <a:gd name="G24" fmla="+- 0 0 0"/>
              <a:gd name="G25" fmla="+- 90 0 0"/>
              <a:gd name="G26" fmla="+- 90 0 0"/>
              <a:gd name="G27" fmla="+- 90 0 0"/>
            </a:gdLst>
            <a:ahLst/>
            <a:cxnLst>
              <a:cxn ang="0">
                <a:pos x="r" y="vc"/>
              </a:cxn>
              <a:cxn ang="5400000">
                <a:pos x="hc" y="b"/>
              </a:cxn>
              <a:cxn ang="10800000">
                <a:pos x="l" y="vc"/>
              </a:cxn>
              <a:cxn ang="16200000">
                <a:pos x="hc" y="t"/>
              </a:cxn>
            </a:cxnLst>
            <a:rect l="0" t="0" r="0" b="0"/>
            <a:pathLst>
              <a:path>
                <a:moveTo>
                  <a:pt x="0" y="32"/>
                </a:moveTo>
                <a:lnTo>
                  <a:pt x="32" y="32"/>
                </a:lnTo>
                <a:lnTo>
                  <a:pt x="180" y="90"/>
                </a:lnTo>
                <a:lnTo>
                  <a:pt x="32" y="32"/>
                </a:lnTo>
                <a:lnTo>
                  <a:pt x="270" y="90"/>
                </a:lnTo>
                <a:close/>
              </a:path>
            </a:pathLst>
          </a:custGeom>
          <a:solidFill>
            <a:srgbClr val="1F1D1B">
              <a:alpha val="7999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de-DE"/>
          </a:p>
        </p:txBody>
      </p:sp>
      <p:sp>
        <p:nvSpPr>
          <p:cNvPr id="3434" name="AutoShape 362">
            <a:extLst>
              <a:ext uri="{FF2B5EF4-FFF2-40B4-BE49-F238E27FC236}">
                <a16:creationId xmlns:a16="http://schemas.microsoft.com/office/drawing/2014/main" id="{90F2B8C1-1699-C68B-F18B-34617675242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75150" y="949325"/>
            <a:ext cx="20638" cy="20638"/>
          </a:xfrm>
          <a:custGeom>
            <a:avLst/>
            <a:gdLst>
              <a:gd name="G0" fmla="*/ 60 1 2"/>
              <a:gd name="G1" fmla="*/ 1 48365 11520"/>
              <a:gd name="G2" fmla="*/ G1 32767 1"/>
              <a:gd name="G3" fmla="*/ G2 1 32767"/>
              <a:gd name="G4" fmla="cos G0 G3"/>
              <a:gd name="G5" fmla="*/ 60 1 2"/>
              <a:gd name="G6" fmla="*/ 1 48365 11520"/>
              <a:gd name="G7" fmla="*/ G6 32767 1"/>
              <a:gd name="G8" fmla="*/ G7 1 32767"/>
              <a:gd name="G9" fmla="sin G5 G8"/>
              <a:gd name="G10" fmla="*/ 60 1 2"/>
              <a:gd name="G11" fmla="+- G10 0 G4"/>
              <a:gd name="G12" fmla="+- G10 G4 0"/>
              <a:gd name="G13" fmla="+- G12 0 0"/>
              <a:gd name="G14" fmla="*/ 60 1 2"/>
              <a:gd name="G15" fmla="+- G14 0 G9"/>
              <a:gd name="G16" fmla="+- G14 G9 0"/>
              <a:gd name="G17" fmla="+- G16 0 0"/>
              <a:gd name="G18" fmla="+- 60 0 0"/>
              <a:gd name="G19" fmla="+- 60 0 0"/>
              <a:gd name="G20" fmla="+- 180 0 0"/>
              <a:gd name="G21" fmla="+- 90 0 0"/>
              <a:gd name="G22" fmla="+- 270 0 0"/>
              <a:gd name="G23" fmla="+- 90 0 0"/>
              <a:gd name="G24" fmla="+- 0 0 0"/>
              <a:gd name="G25" fmla="+- 90 0 0"/>
              <a:gd name="G26" fmla="+- 90 0 0"/>
              <a:gd name="G27" fmla="+- 90 0 0"/>
            </a:gdLst>
            <a:ahLst/>
            <a:cxnLst>
              <a:cxn ang="0">
                <a:pos x="r" y="vc"/>
              </a:cxn>
              <a:cxn ang="5400000">
                <a:pos x="hc" y="b"/>
              </a:cxn>
              <a:cxn ang="10800000">
                <a:pos x="l" y="vc"/>
              </a:cxn>
              <a:cxn ang="16200000">
                <a:pos x="hc" y="t"/>
              </a:cxn>
            </a:cxnLst>
            <a:rect l="0" t="0" r="0" b="0"/>
            <a:pathLst>
              <a:path>
                <a:moveTo>
                  <a:pt x="0" y="30"/>
                </a:moveTo>
                <a:lnTo>
                  <a:pt x="30" y="30"/>
                </a:lnTo>
                <a:lnTo>
                  <a:pt x="180" y="90"/>
                </a:lnTo>
                <a:lnTo>
                  <a:pt x="30" y="30"/>
                </a:lnTo>
                <a:lnTo>
                  <a:pt x="270" y="90"/>
                </a:lnTo>
                <a:close/>
              </a:path>
            </a:pathLst>
          </a:custGeom>
          <a:solidFill>
            <a:srgbClr val="1F1D1B">
              <a:alpha val="7999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de-DE"/>
          </a:p>
        </p:txBody>
      </p:sp>
      <p:sp>
        <p:nvSpPr>
          <p:cNvPr id="3435" name="AutoShape 363">
            <a:extLst>
              <a:ext uri="{FF2B5EF4-FFF2-40B4-BE49-F238E27FC236}">
                <a16:creationId xmlns:a16="http://schemas.microsoft.com/office/drawing/2014/main" id="{EC5D661D-5F3E-0B3B-AD41-AFF9F9E086F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21175" y="7573963"/>
            <a:ext cx="23813" cy="23812"/>
          </a:xfrm>
          <a:custGeom>
            <a:avLst/>
            <a:gdLst>
              <a:gd name="G0" fmla="*/ 67 1 2"/>
              <a:gd name="G1" fmla="*/ 1 48365 11520"/>
              <a:gd name="G2" fmla="*/ G1 32767 1"/>
              <a:gd name="G3" fmla="*/ G2 1 32767"/>
              <a:gd name="G4" fmla="cos G0 G3"/>
              <a:gd name="G5" fmla="*/ 67 1 2"/>
              <a:gd name="G6" fmla="*/ 1 48365 11520"/>
              <a:gd name="G7" fmla="*/ G6 32767 1"/>
              <a:gd name="G8" fmla="*/ G7 1 32767"/>
              <a:gd name="G9" fmla="sin G5 G8"/>
              <a:gd name="G10" fmla="*/ 67 1 2"/>
              <a:gd name="G11" fmla="+- G10 0 G4"/>
              <a:gd name="G12" fmla="+- G10 G4 0"/>
              <a:gd name="G13" fmla="+- G12 0 0"/>
              <a:gd name="G14" fmla="*/ 67 1 2"/>
              <a:gd name="G15" fmla="+- G14 0 G9"/>
              <a:gd name="G16" fmla="+- G14 G9 0"/>
              <a:gd name="G17" fmla="+- G16 0 0"/>
              <a:gd name="G18" fmla="+- 67 0 0"/>
              <a:gd name="G19" fmla="+- 67 0 0"/>
              <a:gd name="G20" fmla="+- 180 0 0"/>
              <a:gd name="G21" fmla="+- 90 0 0"/>
              <a:gd name="G22" fmla="+- 270 0 0"/>
              <a:gd name="G23" fmla="+- 90 0 0"/>
              <a:gd name="G24" fmla="+- 0 0 0"/>
              <a:gd name="G25" fmla="+- 90 0 0"/>
              <a:gd name="G26" fmla="+- 90 0 0"/>
              <a:gd name="G27" fmla="+- 90 0 0"/>
            </a:gdLst>
            <a:ahLst/>
            <a:cxnLst>
              <a:cxn ang="0">
                <a:pos x="r" y="vc"/>
              </a:cxn>
              <a:cxn ang="5400000">
                <a:pos x="hc" y="b"/>
              </a:cxn>
              <a:cxn ang="10800000">
                <a:pos x="l" y="vc"/>
              </a:cxn>
              <a:cxn ang="16200000">
                <a:pos x="hc" y="t"/>
              </a:cxn>
            </a:cxnLst>
            <a:rect l="0" t="0" r="0" b="0"/>
            <a:pathLst>
              <a:path>
                <a:moveTo>
                  <a:pt x="0" y="34"/>
                </a:moveTo>
                <a:lnTo>
                  <a:pt x="34" y="34"/>
                </a:lnTo>
                <a:lnTo>
                  <a:pt x="180" y="90"/>
                </a:lnTo>
                <a:lnTo>
                  <a:pt x="34" y="34"/>
                </a:lnTo>
                <a:lnTo>
                  <a:pt x="270" y="90"/>
                </a:lnTo>
                <a:close/>
              </a:path>
            </a:pathLst>
          </a:custGeom>
          <a:solidFill>
            <a:srgbClr val="1F1D1B">
              <a:alpha val="7999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de-DE"/>
          </a:p>
        </p:txBody>
      </p:sp>
      <p:sp>
        <p:nvSpPr>
          <p:cNvPr id="3436" name="AutoShape 364">
            <a:extLst>
              <a:ext uri="{FF2B5EF4-FFF2-40B4-BE49-F238E27FC236}">
                <a16:creationId xmlns:a16="http://schemas.microsoft.com/office/drawing/2014/main" id="{430ADB99-1012-241A-4157-1F40BF2062F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73888" y="5792788"/>
            <a:ext cx="20637" cy="20637"/>
          </a:xfrm>
          <a:custGeom>
            <a:avLst/>
            <a:gdLst>
              <a:gd name="G0" fmla="*/ 57 1 2"/>
              <a:gd name="G1" fmla="*/ 1 48365 11520"/>
              <a:gd name="G2" fmla="*/ G1 32767 1"/>
              <a:gd name="G3" fmla="*/ G2 1 32767"/>
              <a:gd name="G4" fmla="cos G0 G3"/>
              <a:gd name="G5" fmla="*/ 57 1 2"/>
              <a:gd name="G6" fmla="*/ 1 48365 11520"/>
              <a:gd name="G7" fmla="*/ G6 32767 1"/>
              <a:gd name="G8" fmla="*/ G7 1 32767"/>
              <a:gd name="G9" fmla="sin G5 G8"/>
              <a:gd name="G10" fmla="*/ 57 1 2"/>
              <a:gd name="G11" fmla="+- G10 0 G4"/>
              <a:gd name="G12" fmla="+- G10 G4 0"/>
              <a:gd name="G13" fmla="+- G12 0 0"/>
              <a:gd name="G14" fmla="*/ 57 1 2"/>
              <a:gd name="G15" fmla="+- G14 0 G9"/>
              <a:gd name="G16" fmla="+- G14 G9 0"/>
              <a:gd name="G17" fmla="+- G16 0 0"/>
              <a:gd name="G18" fmla="+- 57 0 0"/>
              <a:gd name="G19" fmla="+- 57 0 0"/>
              <a:gd name="G20" fmla="+- 180 0 0"/>
              <a:gd name="G21" fmla="+- 90 0 0"/>
              <a:gd name="G22" fmla="+- 270 0 0"/>
              <a:gd name="G23" fmla="+- 90 0 0"/>
              <a:gd name="G24" fmla="+- 0 0 0"/>
              <a:gd name="G25" fmla="+- 90 0 0"/>
              <a:gd name="G26" fmla="+- 90 0 0"/>
              <a:gd name="G27" fmla="+- 90 0 0"/>
            </a:gdLst>
            <a:ahLst/>
            <a:cxnLst>
              <a:cxn ang="0">
                <a:pos x="r" y="vc"/>
              </a:cxn>
              <a:cxn ang="5400000">
                <a:pos x="hc" y="b"/>
              </a:cxn>
              <a:cxn ang="10800000">
                <a:pos x="l" y="vc"/>
              </a:cxn>
              <a:cxn ang="16200000">
                <a:pos x="hc" y="t"/>
              </a:cxn>
            </a:cxnLst>
            <a:rect l="0" t="0" r="0" b="0"/>
            <a:pathLst>
              <a:path>
                <a:moveTo>
                  <a:pt x="0" y="29"/>
                </a:moveTo>
                <a:lnTo>
                  <a:pt x="29" y="29"/>
                </a:lnTo>
                <a:lnTo>
                  <a:pt x="180" y="90"/>
                </a:lnTo>
                <a:lnTo>
                  <a:pt x="29" y="29"/>
                </a:lnTo>
                <a:lnTo>
                  <a:pt x="270" y="90"/>
                </a:lnTo>
                <a:close/>
              </a:path>
            </a:pathLst>
          </a:custGeom>
          <a:solidFill>
            <a:srgbClr val="1F1D1B">
              <a:alpha val="7999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de-DE"/>
          </a:p>
        </p:txBody>
      </p:sp>
      <p:sp>
        <p:nvSpPr>
          <p:cNvPr id="3437" name="AutoShape 365">
            <a:extLst>
              <a:ext uri="{FF2B5EF4-FFF2-40B4-BE49-F238E27FC236}">
                <a16:creationId xmlns:a16="http://schemas.microsoft.com/office/drawing/2014/main" id="{7FA6398A-C502-94AD-52B6-52E1ED4A9A0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7350" y="9856788"/>
            <a:ext cx="17463" cy="17462"/>
          </a:xfrm>
          <a:custGeom>
            <a:avLst/>
            <a:gdLst>
              <a:gd name="G0" fmla="*/ 49 1 2"/>
              <a:gd name="G1" fmla="*/ 1 48365 11520"/>
              <a:gd name="G2" fmla="*/ G1 32767 1"/>
              <a:gd name="G3" fmla="*/ G2 1 32767"/>
              <a:gd name="G4" fmla="cos G0 G3"/>
              <a:gd name="G5" fmla="*/ 49 1 2"/>
              <a:gd name="G6" fmla="*/ 1 48365 11520"/>
              <a:gd name="G7" fmla="*/ G6 32767 1"/>
              <a:gd name="G8" fmla="*/ G7 1 32767"/>
              <a:gd name="G9" fmla="sin G5 G8"/>
              <a:gd name="G10" fmla="*/ 49 1 2"/>
              <a:gd name="G11" fmla="+- G10 0 G4"/>
              <a:gd name="G12" fmla="+- G10 G4 0"/>
              <a:gd name="G13" fmla="+- G12 0 0"/>
              <a:gd name="G14" fmla="*/ 49 1 2"/>
              <a:gd name="G15" fmla="+- G14 0 G9"/>
              <a:gd name="G16" fmla="+- G14 G9 0"/>
              <a:gd name="G17" fmla="+- G16 0 0"/>
              <a:gd name="G18" fmla="+- 49 0 0"/>
              <a:gd name="G19" fmla="+- 49 0 0"/>
              <a:gd name="G20" fmla="+- 180 0 0"/>
              <a:gd name="G21" fmla="+- 90 0 0"/>
              <a:gd name="G22" fmla="+- 270 0 0"/>
              <a:gd name="G23" fmla="+- 90 0 0"/>
              <a:gd name="G24" fmla="+- 0 0 0"/>
              <a:gd name="G25" fmla="+- 90 0 0"/>
              <a:gd name="G26" fmla="+- 90 0 0"/>
              <a:gd name="G27" fmla="+- 90 0 0"/>
            </a:gdLst>
            <a:ahLst/>
            <a:cxnLst>
              <a:cxn ang="0">
                <a:pos x="r" y="vc"/>
              </a:cxn>
              <a:cxn ang="5400000">
                <a:pos x="hc" y="b"/>
              </a:cxn>
              <a:cxn ang="10800000">
                <a:pos x="l" y="vc"/>
              </a:cxn>
              <a:cxn ang="16200000">
                <a:pos x="hc" y="t"/>
              </a:cxn>
            </a:cxnLst>
            <a:rect l="0" t="0" r="0" b="0"/>
            <a:pathLst>
              <a:path>
                <a:moveTo>
                  <a:pt x="0" y="25"/>
                </a:moveTo>
                <a:lnTo>
                  <a:pt x="25" y="25"/>
                </a:lnTo>
                <a:lnTo>
                  <a:pt x="180" y="90"/>
                </a:lnTo>
                <a:lnTo>
                  <a:pt x="25" y="25"/>
                </a:lnTo>
                <a:lnTo>
                  <a:pt x="270" y="90"/>
                </a:lnTo>
                <a:close/>
              </a:path>
            </a:pathLst>
          </a:custGeom>
          <a:solidFill>
            <a:srgbClr val="1F1D1B">
              <a:alpha val="7999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de-DE"/>
          </a:p>
        </p:txBody>
      </p:sp>
      <p:sp>
        <p:nvSpPr>
          <p:cNvPr id="3438" name="AutoShape 366">
            <a:extLst>
              <a:ext uri="{FF2B5EF4-FFF2-40B4-BE49-F238E27FC236}">
                <a16:creationId xmlns:a16="http://schemas.microsoft.com/office/drawing/2014/main" id="{63D73A74-51DB-9A2D-F0A4-4B59FF63981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95588" y="3840163"/>
            <a:ext cx="22225" cy="22225"/>
          </a:xfrm>
          <a:custGeom>
            <a:avLst/>
            <a:gdLst>
              <a:gd name="G0" fmla="*/ 64 1 2"/>
              <a:gd name="G1" fmla="*/ 1 48365 11520"/>
              <a:gd name="G2" fmla="*/ G1 32767 1"/>
              <a:gd name="G3" fmla="*/ G2 1 32767"/>
              <a:gd name="G4" fmla="cos G0 G3"/>
              <a:gd name="G5" fmla="*/ 64 1 2"/>
              <a:gd name="G6" fmla="*/ 1 48365 11520"/>
              <a:gd name="G7" fmla="*/ G6 32767 1"/>
              <a:gd name="G8" fmla="*/ G7 1 32767"/>
              <a:gd name="G9" fmla="sin G5 G8"/>
              <a:gd name="G10" fmla="*/ 64 1 2"/>
              <a:gd name="G11" fmla="+- G10 0 G4"/>
              <a:gd name="G12" fmla="+- G10 G4 0"/>
              <a:gd name="G13" fmla="+- G12 0 0"/>
              <a:gd name="G14" fmla="*/ 64 1 2"/>
              <a:gd name="G15" fmla="+- G14 0 G9"/>
              <a:gd name="G16" fmla="+- G14 G9 0"/>
              <a:gd name="G17" fmla="+- G16 0 0"/>
              <a:gd name="G18" fmla="+- 64 0 0"/>
              <a:gd name="G19" fmla="+- 64 0 0"/>
              <a:gd name="G20" fmla="+- 180 0 0"/>
              <a:gd name="G21" fmla="+- 90 0 0"/>
              <a:gd name="G22" fmla="+- 270 0 0"/>
              <a:gd name="G23" fmla="+- 90 0 0"/>
              <a:gd name="G24" fmla="+- 0 0 0"/>
              <a:gd name="G25" fmla="+- 90 0 0"/>
              <a:gd name="G26" fmla="+- 90 0 0"/>
              <a:gd name="G27" fmla="+- 90 0 0"/>
            </a:gdLst>
            <a:ahLst/>
            <a:cxnLst>
              <a:cxn ang="0">
                <a:pos x="r" y="vc"/>
              </a:cxn>
              <a:cxn ang="5400000">
                <a:pos x="hc" y="b"/>
              </a:cxn>
              <a:cxn ang="10800000">
                <a:pos x="l" y="vc"/>
              </a:cxn>
              <a:cxn ang="16200000">
                <a:pos x="hc" y="t"/>
              </a:cxn>
            </a:cxnLst>
            <a:rect l="0" t="0" r="0" b="0"/>
            <a:pathLst>
              <a:path>
                <a:moveTo>
                  <a:pt x="0" y="32"/>
                </a:moveTo>
                <a:lnTo>
                  <a:pt x="32" y="32"/>
                </a:lnTo>
                <a:lnTo>
                  <a:pt x="180" y="90"/>
                </a:lnTo>
                <a:lnTo>
                  <a:pt x="32" y="32"/>
                </a:lnTo>
                <a:lnTo>
                  <a:pt x="270" y="90"/>
                </a:lnTo>
                <a:close/>
              </a:path>
            </a:pathLst>
          </a:custGeom>
          <a:solidFill>
            <a:srgbClr val="1F1D1B">
              <a:alpha val="7999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de-DE"/>
          </a:p>
        </p:txBody>
      </p:sp>
      <p:sp>
        <p:nvSpPr>
          <p:cNvPr id="3439" name="AutoShape 367">
            <a:extLst>
              <a:ext uri="{FF2B5EF4-FFF2-40B4-BE49-F238E27FC236}">
                <a16:creationId xmlns:a16="http://schemas.microsoft.com/office/drawing/2014/main" id="{D7BCD2B4-5A36-EA8A-6E25-65C5FFD1EBE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51075" y="1989138"/>
            <a:ext cx="25400" cy="25400"/>
          </a:xfrm>
          <a:custGeom>
            <a:avLst/>
            <a:gdLst>
              <a:gd name="G0" fmla="*/ 72 1 2"/>
              <a:gd name="G1" fmla="*/ 1 48365 11520"/>
              <a:gd name="G2" fmla="*/ G1 32767 1"/>
              <a:gd name="G3" fmla="*/ G2 1 32767"/>
              <a:gd name="G4" fmla="cos G0 G3"/>
              <a:gd name="G5" fmla="*/ 72 1 2"/>
              <a:gd name="G6" fmla="*/ 1 48365 11520"/>
              <a:gd name="G7" fmla="*/ G6 32767 1"/>
              <a:gd name="G8" fmla="*/ G7 1 32767"/>
              <a:gd name="G9" fmla="sin G5 G8"/>
              <a:gd name="G10" fmla="*/ 72 1 2"/>
              <a:gd name="G11" fmla="+- G10 0 G4"/>
              <a:gd name="G12" fmla="+- G10 G4 0"/>
              <a:gd name="G13" fmla="+- G12 0 0"/>
              <a:gd name="G14" fmla="*/ 72 1 2"/>
              <a:gd name="G15" fmla="+- G14 0 G9"/>
              <a:gd name="G16" fmla="+- G14 G9 0"/>
              <a:gd name="G17" fmla="+- G16 0 0"/>
              <a:gd name="G18" fmla="+- 72 0 0"/>
              <a:gd name="G19" fmla="+- 72 0 0"/>
              <a:gd name="G20" fmla="+- 180 0 0"/>
              <a:gd name="G21" fmla="+- 90 0 0"/>
              <a:gd name="G22" fmla="+- 270 0 0"/>
              <a:gd name="G23" fmla="+- 90 0 0"/>
              <a:gd name="G24" fmla="+- 0 0 0"/>
              <a:gd name="G25" fmla="+- 90 0 0"/>
              <a:gd name="G26" fmla="+- 90 0 0"/>
              <a:gd name="G27" fmla="+- 90 0 0"/>
            </a:gdLst>
            <a:ahLst/>
            <a:cxnLst>
              <a:cxn ang="0">
                <a:pos x="r" y="vc"/>
              </a:cxn>
              <a:cxn ang="5400000">
                <a:pos x="hc" y="b"/>
              </a:cxn>
              <a:cxn ang="10800000">
                <a:pos x="l" y="vc"/>
              </a:cxn>
              <a:cxn ang="16200000">
                <a:pos x="hc" y="t"/>
              </a:cxn>
            </a:cxnLst>
            <a:rect l="0" t="0" r="0" b="0"/>
            <a:pathLst>
              <a:path>
                <a:moveTo>
                  <a:pt x="0" y="36"/>
                </a:moveTo>
                <a:lnTo>
                  <a:pt x="36" y="36"/>
                </a:lnTo>
                <a:lnTo>
                  <a:pt x="180" y="90"/>
                </a:lnTo>
                <a:lnTo>
                  <a:pt x="36" y="36"/>
                </a:lnTo>
                <a:lnTo>
                  <a:pt x="270" y="90"/>
                </a:lnTo>
                <a:close/>
              </a:path>
            </a:pathLst>
          </a:custGeom>
          <a:solidFill>
            <a:srgbClr val="1F1D1B">
              <a:alpha val="7999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de-DE"/>
          </a:p>
        </p:txBody>
      </p:sp>
      <p:sp>
        <p:nvSpPr>
          <p:cNvPr id="3440" name="AutoShape 368">
            <a:extLst>
              <a:ext uri="{FF2B5EF4-FFF2-40B4-BE49-F238E27FC236}">
                <a16:creationId xmlns:a16="http://schemas.microsoft.com/office/drawing/2014/main" id="{41FAB698-9B39-F156-795C-2CB169846B1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00238" y="8497888"/>
            <a:ext cx="17462" cy="17462"/>
          </a:xfrm>
          <a:custGeom>
            <a:avLst/>
            <a:gdLst>
              <a:gd name="G0" fmla="*/ 50 1 2"/>
              <a:gd name="G1" fmla="*/ 1 48365 11520"/>
              <a:gd name="G2" fmla="*/ G1 32767 1"/>
              <a:gd name="G3" fmla="*/ G2 1 32767"/>
              <a:gd name="G4" fmla="cos G0 G3"/>
              <a:gd name="G5" fmla="*/ 50 1 2"/>
              <a:gd name="G6" fmla="*/ 1 48365 11520"/>
              <a:gd name="G7" fmla="*/ G6 32767 1"/>
              <a:gd name="G8" fmla="*/ G7 1 32767"/>
              <a:gd name="G9" fmla="sin G5 G8"/>
              <a:gd name="G10" fmla="*/ 50 1 2"/>
              <a:gd name="G11" fmla="+- G10 0 G4"/>
              <a:gd name="G12" fmla="+- G10 G4 0"/>
              <a:gd name="G13" fmla="+- G12 0 0"/>
              <a:gd name="G14" fmla="*/ 50 1 2"/>
              <a:gd name="G15" fmla="+- G14 0 G9"/>
              <a:gd name="G16" fmla="+- G14 G9 0"/>
              <a:gd name="G17" fmla="+- G16 0 0"/>
              <a:gd name="G18" fmla="+- 50 0 0"/>
              <a:gd name="G19" fmla="+- 50 0 0"/>
              <a:gd name="G20" fmla="+- 180 0 0"/>
              <a:gd name="G21" fmla="+- 90 0 0"/>
              <a:gd name="G22" fmla="+- 270 0 0"/>
              <a:gd name="G23" fmla="+- 90 0 0"/>
              <a:gd name="G24" fmla="+- 0 0 0"/>
              <a:gd name="G25" fmla="+- 90 0 0"/>
              <a:gd name="G26" fmla="+- 90 0 0"/>
              <a:gd name="G27" fmla="+- 90 0 0"/>
            </a:gdLst>
            <a:ahLst/>
            <a:cxnLst>
              <a:cxn ang="0">
                <a:pos x="r" y="vc"/>
              </a:cxn>
              <a:cxn ang="5400000">
                <a:pos x="hc" y="b"/>
              </a:cxn>
              <a:cxn ang="10800000">
                <a:pos x="l" y="vc"/>
              </a:cxn>
              <a:cxn ang="16200000">
                <a:pos x="hc" y="t"/>
              </a:cxn>
            </a:cxnLst>
            <a:rect l="0" t="0" r="0" b="0"/>
            <a:pathLst>
              <a:path>
                <a:moveTo>
                  <a:pt x="0" y="25"/>
                </a:moveTo>
                <a:lnTo>
                  <a:pt x="25" y="25"/>
                </a:lnTo>
                <a:lnTo>
                  <a:pt x="180" y="90"/>
                </a:lnTo>
                <a:lnTo>
                  <a:pt x="25" y="25"/>
                </a:lnTo>
                <a:lnTo>
                  <a:pt x="270" y="90"/>
                </a:lnTo>
                <a:close/>
              </a:path>
            </a:pathLst>
          </a:custGeom>
          <a:solidFill>
            <a:srgbClr val="1F1D1B">
              <a:alpha val="7999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de-DE"/>
          </a:p>
        </p:txBody>
      </p:sp>
      <p:sp>
        <p:nvSpPr>
          <p:cNvPr id="3441" name="AutoShape 369">
            <a:extLst>
              <a:ext uri="{FF2B5EF4-FFF2-40B4-BE49-F238E27FC236}">
                <a16:creationId xmlns:a16="http://schemas.microsoft.com/office/drawing/2014/main" id="{BA908167-317E-F495-6D5E-978A386DEFD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83150" y="7439025"/>
            <a:ext cx="20638" cy="20638"/>
          </a:xfrm>
          <a:custGeom>
            <a:avLst/>
            <a:gdLst>
              <a:gd name="G0" fmla="*/ 59 1 2"/>
              <a:gd name="G1" fmla="*/ 1 48365 11520"/>
              <a:gd name="G2" fmla="*/ G1 32767 1"/>
              <a:gd name="G3" fmla="*/ G2 1 32767"/>
              <a:gd name="G4" fmla="cos G0 G3"/>
              <a:gd name="G5" fmla="*/ 59 1 2"/>
              <a:gd name="G6" fmla="*/ 1 48365 11520"/>
              <a:gd name="G7" fmla="*/ G6 32767 1"/>
              <a:gd name="G8" fmla="*/ G7 1 32767"/>
              <a:gd name="G9" fmla="sin G5 G8"/>
              <a:gd name="G10" fmla="*/ 59 1 2"/>
              <a:gd name="G11" fmla="+- G10 0 G4"/>
              <a:gd name="G12" fmla="+- G10 G4 0"/>
              <a:gd name="G13" fmla="+- G12 0 0"/>
              <a:gd name="G14" fmla="*/ 59 1 2"/>
              <a:gd name="G15" fmla="+- G14 0 G9"/>
              <a:gd name="G16" fmla="+- G14 G9 0"/>
              <a:gd name="G17" fmla="+- G16 0 0"/>
              <a:gd name="G18" fmla="+- 59 0 0"/>
              <a:gd name="G19" fmla="+- 59 0 0"/>
              <a:gd name="G20" fmla="+- 180 0 0"/>
              <a:gd name="G21" fmla="+- 90 0 0"/>
              <a:gd name="G22" fmla="+- 270 0 0"/>
              <a:gd name="G23" fmla="+- 90 0 0"/>
              <a:gd name="G24" fmla="+- 0 0 0"/>
              <a:gd name="G25" fmla="+- 90 0 0"/>
              <a:gd name="G26" fmla="+- 90 0 0"/>
              <a:gd name="G27" fmla="+- 90 0 0"/>
            </a:gdLst>
            <a:ahLst/>
            <a:cxnLst>
              <a:cxn ang="0">
                <a:pos x="r" y="vc"/>
              </a:cxn>
              <a:cxn ang="5400000">
                <a:pos x="hc" y="b"/>
              </a:cxn>
              <a:cxn ang="10800000">
                <a:pos x="l" y="vc"/>
              </a:cxn>
              <a:cxn ang="16200000">
                <a:pos x="hc" y="t"/>
              </a:cxn>
            </a:cxnLst>
            <a:rect l="0" t="0" r="0" b="0"/>
            <a:pathLst>
              <a:path>
                <a:moveTo>
                  <a:pt x="0" y="30"/>
                </a:moveTo>
                <a:lnTo>
                  <a:pt x="30" y="30"/>
                </a:lnTo>
                <a:lnTo>
                  <a:pt x="180" y="90"/>
                </a:lnTo>
                <a:lnTo>
                  <a:pt x="30" y="30"/>
                </a:lnTo>
                <a:lnTo>
                  <a:pt x="270" y="90"/>
                </a:lnTo>
                <a:close/>
              </a:path>
            </a:pathLst>
          </a:custGeom>
          <a:solidFill>
            <a:srgbClr val="1F1D1B">
              <a:alpha val="7999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de-DE"/>
          </a:p>
        </p:txBody>
      </p:sp>
      <p:sp>
        <p:nvSpPr>
          <p:cNvPr id="3442" name="AutoShape 370">
            <a:extLst>
              <a:ext uri="{FF2B5EF4-FFF2-40B4-BE49-F238E27FC236}">
                <a16:creationId xmlns:a16="http://schemas.microsoft.com/office/drawing/2014/main" id="{D4F11B4E-D71D-2A9E-5229-3D900F976FE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02438" y="3005138"/>
            <a:ext cx="26987" cy="26987"/>
          </a:xfrm>
          <a:custGeom>
            <a:avLst/>
            <a:gdLst>
              <a:gd name="G0" fmla="*/ 76 1 2"/>
              <a:gd name="G1" fmla="*/ 1 48365 11520"/>
              <a:gd name="G2" fmla="*/ G1 32767 1"/>
              <a:gd name="G3" fmla="*/ G2 1 32767"/>
              <a:gd name="G4" fmla="cos G0 G3"/>
              <a:gd name="G5" fmla="*/ 76 1 2"/>
              <a:gd name="G6" fmla="*/ 1 48365 11520"/>
              <a:gd name="G7" fmla="*/ G6 32767 1"/>
              <a:gd name="G8" fmla="*/ G7 1 32767"/>
              <a:gd name="G9" fmla="sin G5 G8"/>
              <a:gd name="G10" fmla="*/ 76 1 2"/>
              <a:gd name="G11" fmla="+- G10 0 G4"/>
              <a:gd name="G12" fmla="+- G10 G4 0"/>
              <a:gd name="G13" fmla="+- G12 0 0"/>
              <a:gd name="G14" fmla="*/ 76 1 2"/>
              <a:gd name="G15" fmla="+- G14 0 G9"/>
              <a:gd name="G16" fmla="+- G14 G9 0"/>
              <a:gd name="G17" fmla="+- G16 0 0"/>
              <a:gd name="G18" fmla="+- 76 0 0"/>
              <a:gd name="G19" fmla="+- 76 0 0"/>
              <a:gd name="G20" fmla="+- 180 0 0"/>
              <a:gd name="G21" fmla="+- 90 0 0"/>
              <a:gd name="G22" fmla="+- 270 0 0"/>
              <a:gd name="G23" fmla="+- 90 0 0"/>
              <a:gd name="G24" fmla="+- 0 0 0"/>
              <a:gd name="G25" fmla="+- 90 0 0"/>
              <a:gd name="G26" fmla="+- 90 0 0"/>
              <a:gd name="G27" fmla="+- 90 0 0"/>
            </a:gdLst>
            <a:ahLst/>
            <a:cxnLst>
              <a:cxn ang="0">
                <a:pos x="r" y="vc"/>
              </a:cxn>
              <a:cxn ang="5400000">
                <a:pos x="hc" y="b"/>
              </a:cxn>
              <a:cxn ang="10800000">
                <a:pos x="l" y="vc"/>
              </a:cxn>
              <a:cxn ang="16200000">
                <a:pos x="hc" y="t"/>
              </a:cxn>
            </a:cxnLst>
            <a:rect l="0" t="0" r="0" b="0"/>
            <a:pathLst>
              <a:path>
                <a:moveTo>
                  <a:pt x="0" y="38"/>
                </a:moveTo>
                <a:lnTo>
                  <a:pt x="38" y="38"/>
                </a:lnTo>
                <a:lnTo>
                  <a:pt x="180" y="90"/>
                </a:lnTo>
                <a:lnTo>
                  <a:pt x="38" y="38"/>
                </a:lnTo>
                <a:lnTo>
                  <a:pt x="270" y="90"/>
                </a:lnTo>
                <a:close/>
              </a:path>
            </a:pathLst>
          </a:custGeom>
          <a:solidFill>
            <a:srgbClr val="1F1D1B">
              <a:alpha val="7999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de-DE"/>
          </a:p>
        </p:txBody>
      </p:sp>
      <p:sp>
        <p:nvSpPr>
          <p:cNvPr id="3443" name="AutoShape 371">
            <a:extLst>
              <a:ext uri="{FF2B5EF4-FFF2-40B4-BE49-F238E27FC236}">
                <a16:creationId xmlns:a16="http://schemas.microsoft.com/office/drawing/2014/main" id="{BCECD08C-3277-9923-3ED6-20E5C18E557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55963" y="9444038"/>
            <a:ext cx="25400" cy="25400"/>
          </a:xfrm>
          <a:custGeom>
            <a:avLst/>
            <a:gdLst>
              <a:gd name="G0" fmla="*/ 71 1 2"/>
              <a:gd name="G1" fmla="*/ 1 48365 11520"/>
              <a:gd name="G2" fmla="*/ G1 32767 1"/>
              <a:gd name="G3" fmla="*/ G2 1 32767"/>
              <a:gd name="G4" fmla="cos G0 G3"/>
              <a:gd name="G5" fmla="*/ 71 1 2"/>
              <a:gd name="G6" fmla="*/ 1 48365 11520"/>
              <a:gd name="G7" fmla="*/ G6 32767 1"/>
              <a:gd name="G8" fmla="*/ G7 1 32767"/>
              <a:gd name="G9" fmla="sin G5 G8"/>
              <a:gd name="G10" fmla="*/ 71 1 2"/>
              <a:gd name="G11" fmla="+- G10 0 G4"/>
              <a:gd name="G12" fmla="+- G10 G4 0"/>
              <a:gd name="G13" fmla="+- G12 0 0"/>
              <a:gd name="G14" fmla="*/ 71 1 2"/>
              <a:gd name="G15" fmla="+- G14 0 G9"/>
              <a:gd name="G16" fmla="+- G14 G9 0"/>
              <a:gd name="G17" fmla="+- G16 0 0"/>
              <a:gd name="G18" fmla="+- 71 0 0"/>
              <a:gd name="G19" fmla="+- 71 0 0"/>
              <a:gd name="G20" fmla="+- 180 0 0"/>
              <a:gd name="G21" fmla="+- 90 0 0"/>
              <a:gd name="G22" fmla="+- 270 0 0"/>
              <a:gd name="G23" fmla="+- 90 0 0"/>
              <a:gd name="G24" fmla="+- 0 0 0"/>
              <a:gd name="G25" fmla="+- 90 0 0"/>
              <a:gd name="G26" fmla="+- 90 0 0"/>
              <a:gd name="G27" fmla="+- 90 0 0"/>
            </a:gdLst>
            <a:ahLst/>
            <a:cxnLst>
              <a:cxn ang="0">
                <a:pos x="r" y="vc"/>
              </a:cxn>
              <a:cxn ang="5400000">
                <a:pos x="hc" y="b"/>
              </a:cxn>
              <a:cxn ang="10800000">
                <a:pos x="l" y="vc"/>
              </a:cxn>
              <a:cxn ang="16200000">
                <a:pos x="hc" y="t"/>
              </a:cxn>
            </a:cxnLst>
            <a:rect l="0" t="0" r="0" b="0"/>
            <a:pathLst>
              <a:path>
                <a:moveTo>
                  <a:pt x="0" y="36"/>
                </a:moveTo>
                <a:lnTo>
                  <a:pt x="36" y="36"/>
                </a:lnTo>
                <a:lnTo>
                  <a:pt x="180" y="90"/>
                </a:lnTo>
                <a:lnTo>
                  <a:pt x="36" y="36"/>
                </a:lnTo>
                <a:lnTo>
                  <a:pt x="270" y="90"/>
                </a:lnTo>
                <a:close/>
              </a:path>
            </a:pathLst>
          </a:custGeom>
          <a:solidFill>
            <a:srgbClr val="1F1D1B">
              <a:alpha val="7999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de-DE"/>
          </a:p>
        </p:txBody>
      </p:sp>
      <p:sp>
        <p:nvSpPr>
          <p:cNvPr id="3444" name="AutoShape 372">
            <a:extLst>
              <a:ext uri="{FF2B5EF4-FFF2-40B4-BE49-F238E27FC236}">
                <a16:creationId xmlns:a16="http://schemas.microsoft.com/office/drawing/2014/main" id="{8DA903F1-0749-1019-A84D-6ACC7BF8D37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29188" y="771525"/>
            <a:ext cx="23812" cy="23813"/>
          </a:xfrm>
          <a:custGeom>
            <a:avLst/>
            <a:gdLst>
              <a:gd name="G0" fmla="*/ 66 1 2"/>
              <a:gd name="G1" fmla="*/ 1 48365 11520"/>
              <a:gd name="G2" fmla="*/ G1 32767 1"/>
              <a:gd name="G3" fmla="*/ G2 1 32767"/>
              <a:gd name="G4" fmla="cos G0 G3"/>
              <a:gd name="G5" fmla="*/ 66 1 2"/>
              <a:gd name="G6" fmla="*/ 1 48365 11520"/>
              <a:gd name="G7" fmla="*/ G6 32767 1"/>
              <a:gd name="G8" fmla="*/ G7 1 32767"/>
              <a:gd name="G9" fmla="sin G5 G8"/>
              <a:gd name="G10" fmla="*/ 66 1 2"/>
              <a:gd name="G11" fmla="+- G10 0 G4"/>
              <a:gd name="G12" fmla="+- G10 G4 0"/>
              <a:gd name="G13" fmla="+- G12 0 0"/>
              <a:gd name="G14" fmla="*/ 66 1 2"/>
              <a:gd name="G15" fmla="+- G14 0 G9"/>
              <a:gd name="G16" fmla="+- G14 G9 0"/>
              <a:gd name="G17" fmla="+- G16 0 0"/>
              <a:gd name="G18" fmla="+- 66 0 0"/>
              <a:gd name="G19" fmla="+- 66 0 0"/>
              <a:gd name="G20" fmla="+- 180 0 0"/>
              <a:gd name="G21" fmla="+- 90 0 0"/>
              <a:gd name="G22" fmla="+- 270 0 0"/>
              <a:gd name="G23" fmla="+- 90 0 0"/>
              <a:gd name="G24" fmla="+- 0 0 0"/>
              <a:gd name="G25" fmla="+- 90 0 0"/>
              <a:gd name="G26" fmla="+- 90 0 0"/>
              <a:gd name="G27" fmla="+- 90 0 0"/>
            </a:gdLst>
            <a:ahLst/>
            <a:cxnLst>
              <a:cxn ang="0">
                <a:pos x="r" y="vc"/>
              </a:cxn>
              <a:cxn ang="5400000">
                <a:pos x="hc" y="b"/>
              </a:cxn>
              <a:cxn ang="10800000">
                <a:pos x="l" y="vc"/>
              </a:cxn>
              <a:cxn ang="16200000">
                <a:pos x="hc" y="t"/>
              </a:cxn>
            </a:cxnLst>
            <a:rect l="0" t="0" r="0" b="0"/>
            <a:pathLst>
              <a:path>
                <a:moveTo>
                  <a:pt x="0" y="33"/>
                </a:moveTo>
                <a:lnTo>
                  <a:pt x="33" y="33"/>
                </a:lnTo>
                <a:lnTo>
                  <a:pt x="180" y="90"/>
                </a:lnTo>
                <a:lnTo>
                  <a:pt x="33" y="33"/>
                </a:lnTo>
                <a:lnTo>
                  <a:pt x="270" y="90"/>
                </a:lnTo>
                <a:close/>
              </a:path>
            </a:pathLst>
          </a:custGeom>
          <a:solidFill>
            <a:srgbClr val="1F1D1B">
              <a:alpha val="7999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de-DE"/>
          </a:p>
        </p:txBody>
      </p:sp>
      <p:sp>
        <p:nvSpPr>
          <p:cNvPr id="3445" name="AutoShape 373">
            <a:extLst>
              <a:ext uri="{FF2B5EF4-FFF2-40B4-BE49-F238E27FC236}">
                <a16:creationId xmlns:a16="http://schemas.microsoft.com/office/drawing/2014/main" id="{AD31EF3E-013D-B6DB-CA2E-30048BCCEA7E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24738" y="1296988"/>
            <a:ext cx="11112" cy="11112"/>
          </a:xfrm>
          <a:custGeom>
            <a:avLst/>
            <a:gdLst>
              <a:gd name="G0" fmla="*/ 32 1 2"/>
              <a:gd name="G1" fmla="*/ 1 48365 11520"/>
              <a:gd name="G2" fmla="*/ G1 32767 1"/>
              <a:gd name="G3" fmla="*/ G2 1 32767"/>
              <a:gd name="G4" fmla="cos G0 G3"/>
              <a:gd name="G5" fmla="*/ 32 1 2"/>
              <a:gd name="G6" fmla="*/ 1 48365 11520"/>
              <a:gd name="G7" fmla="*/ G6 32767 1"/>
              <a:gd name="G8" fmla="*/ G7 1 32767"/>
              <a:gd name="G9" fmla="sin G5 G8"/>
              <a:gd name="G10" fmla="*/ 32 1 2"/>
              <a:gd name="G11" fmla="+- G10 0 G4"/>
              <a:gd name="G12" fmla="+- G10 G4 0"/>
              <a:gd name="G13" fmla="+- G12 0 0"/>
              <a:gd name="G14" fmla="*/ 32 1 2"/>
              <a:gd name="G15" fmla="+- G14 0 G9"/>
              <a:gd name="G16" fmla="+- G14 G9 0"/>
              <a:gd name="G17" fmla="+- G16 0 0"/>
              <a:gd name="G18" fmla="+- 32 0 0"/>
              <a:gd name="G19" fmla="+- 32 0 0"/>
              <a:gd name="G20" fmla="+- 180 0 0"/>
              <a:gd name="G21" fmla="+- 90 0 0"/>
              <a:gd name="G22" fmla="+- 270 0 0"/>
              <a:gd name="G23" fmla="+- 90 0 0"/>
              <a:gd name="G24" fmla="+- 0 0 0"/>
              <a:gd name="G25" fmla="+- 90 0 0"/>
              <a:gd name="G26" fmla="+- 90 0 0"/>
              <a:gd name="G27" fmla="+- 90 0 0"/>
            </a:gdLst>
            <a:ahLst/>
            <a:cxnLst>
              <a:cxn ang="0">
                <a:pos x="r" y="vc"/>
              </a:cxn>
              <a:cxn ang="5400000">
                <a:pos x="hc" y="b"/>
              </a:cxn>
              <a:cxn ang="10800000">
                <a:pos x="l" y="vc"/>
              </a:cxn>
              <a:cxn ang="16200000">
                <a:pos x="hc" y="t"/>
              </a:cxn>
            </a:cxnLst>
            <a:rect l="0" t="0" r="0" b="0"/>
            <a:pathLst>
              <a:path>
                <a:moveTo>
                  <a:pt x="0" y="16"/>
                </a:moveTo>
                <a:lnTo>
                  <a:pt x="16" y="16"/>
                </a:lnTo>
                <a:lnTo>
                  <a:pt x="180" y="90"/>
                </a:lnTo>
                <a:lnTo>
                  <a:pt x="16" y="16"/>
                </a:lnTo>
                <a:lnTo>
                  <a:pt x="270" y="90"/>
                </a:lnTo>
                <a:close/>
              </a:path>
            </a:pathLst>
          </a:custGeom>
          <a:solidFill>
            <a:srgbClr val="1F1D1B">
              <a:alpha val="7999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de-DE"/>
          </a:p>
        </p:txBody>
      </p:sp>
      <p:sp>
        <p:nvSpPr>
          <p:cNvPr id="3446" name="AutoShape 374">
            <a:extLst>
              <a:ext uri="{FF2B5EF4-FFF2-40B4-BE49-F238E27FC236}">
                <a16:creationId xmlns:a16="http://schemas.microsoft.com/office/drawing/2014/main" id="{2521CD58-139F-2BE8-9604-364291523BB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38888" y="5151438"/>
            <a:ext cx="12700" cy="12700"/>
          </a:xfrm>
          <a:custGeom>
            <a:avLst/>
            <a:gdLst>
              <a:gd name="G0" fmla="*/ 35 1 2"/>
              <a:gd name="G1" fmla="*/ 1 48365 11520"/>
              <a:gd name="G2" fmla="*/ G1 32767 1"/>
              <a:gd name="G3" fmla="*/ G2 1 32767"/>
              <a:gd name="G4" fmla="cos G0 G3"/>
              <a:gd name="G5" fmla="*/ 35 1 2"/>
              <a:gd name="G6" fmla="*/ 1 48365 11520"/>
              <a:gd name="G7" fmla="*/ G6 32767 1"/>
              <a:gd name="G8" fmla="*/ G7 1 32767"/>
              <a:gd name="G9" fmla="sin G5 G8"/>
              <a:gd name="G10" fmla="*/ 35 1 2"/>
              <a:gd name="G11" fmla="+- G10 0 G4"/>
              <a:gd name="G12" fmla="+- G10 G4 0"/>
              <a:gd name="G13" fmla="+- G12 0 0"/>
              <a:gd name="G14" fmla="*/ 35 1 2"/>
              <a:gd name="G15" fmla="+- G14 0 G9"/>
              <a:gd name="G16" fmla="+- G14 G9 0"/>
              <a:gd name="G17" fmla="+- G16 0 0"/>
              <a:gd name="G18" fmla="+- 35 0 0"/>
              <a:gd name="G19" fmla="+- 35 0 0"/>
              <a:gd name="G20" fmla="+- 180 0 0"/>
              <a:gd name="G21" fmla="+- 90 0 0"/>
              <a:gd name="G22" fmla="+- 270 0 0"/>
              <a:gd name="G23" fmla="+- 90 0 0"/>
              <a:gd name="G24" fmla="+- 0 0 0"/>
              <a:gd name="G25" fmla="+- 90 0 0"/>
              <a:gd name="G26" fmla="+- 90 0 0"/>
              <a:gd name="G27" fmla="+- 90 0 0"/>
            </a:gdLst>
            <a:ahLst/>
            <a:cxnLst>
              <a:cxn ang="0">
                <a:pos x="r" y="vc"/>
              </a:cxn>
              <a:cxn ang="5400000">
                <a:pos x="hc" y="b"/>
              </a:cxn>
              <a:cxn ang="10800000">
                <a:pos x="l" y="vc"/>
              </a:cxn>
              <a:cxn ang="16200000">
                <a:pos x="hc" y="t"/>
              </a:cxn>
            </a:cxnLst>
            <a:rect l="0" t="0" r="0" b="0"/>
            <a:pathLst>
              <a:path>
                <a:moveTo>
                  <a:pt x="0" y="18"/>
                </a:moveTo>
                <a:lnTo>
                  <a:pt x="18" y="18"/>
                </a:lnTo>
                <a:lnTo>
                  <a:pt x="180" y="90"/>
                </a:lnTo>
                <a:lnTo>
                  <a:pt x="18" y="18"/>
                </a:lnTo>
                <a:lnTo>
                  <a:pt x="270" y="90"/>
                </a:lnTo>
                <a:close/>
              </a:path>
            </a:pathLst>
          </a:custGeom>
          <a:solidFill>
            <a:srgbClr val="1F1D1B">
              <a:alpha val="7999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de-DE"/>
          </a:p>
        </p:txBody>
      </p:sp>
      <p:sp>
        <p:nvSpPr>
          <p:cNvPr id="3447" name="AutoShape 375">
            <a:extLst>
              <a:ext uri="{FF2B5EF4-FFF2-40B4-BE49-F238E27FC236}">
                <a16:creationId xmlns:a16="http://schemas.microsoft.com/office/drawing/2014/main" id="{52D3076D-9F75-1B09-CB77-7CABEBC76AB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18063" y="6467475"/>
            <a:ext cx="17462" cy="17463"/>
          </a:xfrm>
          <a:custGeom>
            <a:avLst/>
            <a:gdLst>
              <a:gd name="G0" fmla="*/ 48 1 2"/>
              <a:gd name="G1" fmla="*/ 1 48365 11520"/>
              <a:gd name="G2" fmla="*/ G1 32767 1"/>
              <a:gd name="G3" fmla="*/ G2 1 32767"/>
              <a:gd name="G4" fmla="cos G0 G3"/>
              <a:gd name="G5" fmla="*/ 48 1 2"/>
              <a:gd name="G6" fmla="*/ 1 48365 11520"/>
              <a:gd name="G7" fmla="*/ G6 32767 1"/>
              <a:gd name="G8" fmla="*/ G7 1 32767"/>
              <a:gd name="G9" fmla="sin G5 G8"/>
              <a:gd name="G10" fmla="*/ 48 1 2"/>
              <a:gd name="G11" fmla="+- G10 0 G4"/>
              <a:gd name="G12" fmla="+- G10 G4 0"/>
              <a:gd name="G13" fmla="+- G12 0 0"/>
              <a:gd name="G14" fmla="*/ 48 1 2"/>
              <a:gd name="G15" fmla="+- G14 0 G9"/>
              <a:gd name="G16" fmla="+- G14 G9 0"/>
              <a:gd name="G17" fmla="+- G16 0 0"/>
              <a:gd name="G18" fmla="+- 48 0 0"/>
              <a:gd name="G19" fmla="+- 48 0 0"/>
              <a:gd name="G20" fmla="+- 180 0 0"/>
              <a:gd name="G21" fmla="+- 90 0 0"/>
              <a:gd name="G22" fmla="+- 270 0 0"/>
              <a:gd name="G23" fmla="+- 90 0 0"/>
              <a:gd name="G24" fmla="+- 0 0 0"/>
              <a:gd name="G25" fmla="+- 90 0 0"/>
              <a:gd name="G26" fmla="+- 90 0 0"/>
              <a:gd name="G27" fmla="+- 90 0 0"/>
            </a:gdLst>
            <a:ahLst/>
            <a:cxnLst>
              <a:cxn ang="0">
                <a:pos x="r" y="vc"/>
              </a:cxn>
              <a:cxn ang="5400000">
                <a:pos x="hc" y="b"/>
              </a:cxn>
              <a:cxn ang="10800000">
                <a:pos x="l" y="vc"/>
              </a:cxn>
              <a:cxn ang="16200000">
                <a:pos x="hc" y="t"/>
              </a:cxn>
            </a:cxnLst>
            <a:rect l="0" t="0" r="0" b="0"/>
            <a:pathLst>
              <a:path>
                <a:moveTo>
                  <a:pt x="0" y="24"/>
                </a:moveTo>
                <a:lnTo>
                  <a:pt x="24" y="24"/>
                </a:lnTo>
                <a:lnTo>
                  <a:pt x="180" y="90"/>
                </a:lnTo>
                <a:lnTo>
                  <a:pt x="24" y="24"/>
                </a:lnTo>
                <a:lnTo>
                  <a:pt x="270" y="90"/>
                </a:lnTo>
                <a:close/>
              </a:path>
            </a:pathLst>
          </a:custGeom>
          <a:solidFill>
            <a:srgbClr val="1F1D1B">
              <a:alpha val="7999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de-DE"/>
          </a:p>
        </p:txBody>
      </p:sp>
      <p:sp>
        <p:nvSpPr>
          <p:cNvPr id="3448" name="AutoShape 376">
            <a:extLst>
              <a:ext uri="{FF2B5EF4-FFF2-40B4-BE49-F238E27FC236}">
                <a16:creationId xmlns:a16="http://schemas.microsoft.com/office/drawing/2014/main" id="{3A754DED-B022-CE43-3AD0-4D38A028C1C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03925" y="9436100"/>
            <a:ext cx="15875" cy="15875"/>
          </a:xfrm>
          <a:custGeom>
            <a:avLst/>
            <a:gdLst>
              <a:gd name="G0" fmla="*/ 45 1 2"/>
              <a:gd name="G1" fmla="*/ 1 48365 11520"/>
              <a:gd name="G2" fmla="*/ G1 32767 1"/>
              <a:gd name="G3" fmla="*/ G2 1 32767"/>
              <a:gd name="G4" fmla="cos G0 G3"/>
              <a:gd name="G5" fmla="*/ 45 1 2"/>
              <a:gd name="G6" fmla="*/ 1 48365 11520"/>
              <a:gd name="G7" fmla="*/ G6 32767 1"/>
              <a:gd name="G8" fmla="*/ G7 1 32767"/>
              <a:gd name="G9" fmla="sin G5 G8"/>
              <a:gd name="G10" fmla="*/ 45 1 2"/>
              <a:gd name="G11" fmla="+- G10 0 G4"/>
              <a:gd name="G12" fmla="+- G10 G4 0"/>
              <a:gd name="G13" fmla="+- G12 0 0"/>
              <a:gd name="G14" fmla="*/ 45 1 2"/>
              <a:gd name="G15" fmla="+- G14 0 G9"/>
              <a:gd name="G16" fmla="+- G14 G9 0"/>
              <a:gd name="G17" fmla="+- G16 0 0"/>
              <a:gd name="G18" fmla="+- 45 0 0"/>
              <a:gd name="G19" fmla="+- 45 0 0"/>
              <a:gd name="G20" fmla="+- 180 0 0"/>
              <a:gd name="G21" fmla="+- 90 0 0"/>
              <a:gd name="G22" fmla="+- 270 0 0"/>
              <a:gd name="G23" fmla="+- 90 0 0"/>
              <a:gd name="G24" fmla="+- 0 0 0"/>
              <a:gd name="G25" fmla="+- 90 0 0"/>
              <a:gd name="G26" fmla="+- 90 0 0"/>
              <a:gd name="G27" fmla="+- 90 0 0"/>
            </a:gdLst>
            <a:ahLst/>
            <a:cxnLst>
              <a:cxn ang="0">
                <a:pos x="r" y="vc"/>
              </a:cxn>
              <a:cxn ang="5400000">
                <a:pos x="hc" y="b"/>
              </a:cxn>
              <a:cxn ang="10800000">
                <a:pos x="l" y="vc"/>
              </a:cxn>
              <a:cxn ang="16200000">
                <a:pos x="hc" y="t"/>
              </a:cxn>
            </a:cxnLst>
            <a:rect l="0" t="0" r="0" b="0"/>
            <a:pathLst>
              <a:path>
                <a:moveTo>
                  <a:pt x="0" y="23"/>
                </a:moveTo>
                <a:lnTo>
                  <a:pt x="23" y="23"/>
                </a:lnTo>
                <a:lnTo>
                  <a:pt x="180" y="90"/>
                </a:lnTo>
                <a:lnTo>
                  <a:pt x="23" y="23"/>
                </a:lnTo>
                <a:lnTo>
                  <a:pt x="270" y="90"/>
                </a:lnTo>
                <a:close/>
              </a:path>
            </a:pathLst>
          </a:custGeom>
          <a:solidFill>
            <a:srgbClr val="1F1D1B">
              <a:alpha val="7999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de-DE"/>
          </a:p>
        </p:txBody>
      </p:sp>
      <p:sp>
        <p:nvSpPr>
          <p:cNvPr id="3449" name="AutoShape 377">
            <a:extLst>
              <a:ext uri="{FF2B5EF4-FFF2-40B4-BE49-F238E27FC236}">
                <a16:creationId xmlns:a16="http://schemas.microsoft.com/office/drawing/2014/main" id="{A9045593-5914-2536-1CEB-68EB867B536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94338" y="8191500"/>
            <a:ext cx="15875" cy="15875"/>
          </a:xfrm>
          <a:custGeom>
            <a:avLst/>
            <a:gdLst>
              <a:gd name="G0" fmla="*/ 44 1 2"/>
              <a:gd name="G1" fmla="*/ 1 48365 11520"/>
              <a:gd name="G2" fmla="*/ G1 32767 1"/>
              <a:gd name="G3" fmla="*/ G2 1 32767"/>
              <a:gd name="G4" fmla="cos G0 G3"/>
              <a:gd name="G5" fmla="*/ 44 1 2"/>
              <a:gd name="G6" fmla="*/ 1 48365 11520"/>
              <a:gd name="G7" fmla="*/ G6 32767 1"/>
              <a:gd name="G8" fmla="*/ G7 1 32767"/>
              <a:gd name="G9" fmla="sin G5 G8"/>
              <a:gd name="G10" fmla="*/ 44 1 2"/>
              <a:gd name="G11" fmla="+- G10 0 G4"/>
              <a:gd name="G12" fmla="+- G10 G4 0"/>
              <a:gd name="G13" fmla="+- G12 0 0"/>
              <a:gd name="G14" fmla="*/ 44 1 2"/>
              <a:gd name="G15" fmla="+- G14 0 G9"/>
              <a:gd name="G16" fmla="+- G14 G9 0"/>
              <a:gd name="G17" fmla="+- G16 0 0"/>
              <a:gd name="G18" fmla="+- 44 0 0"/>
              <a:gd name="G19" fmla="+- 44 0 0"/>
              <a:gd name="G20" fmla="+- 180 0 0"/>
              <a:gd name="G21" fmla="+- 90 0 0"/>
              <a:gd name="G22" fmla="+- 270 0 0"/>
              <a:gd name="G23" fmla="+- 90 0 0"/>
              <a:gd name="G24" fmla="+- 0 0 0"/>
              <a:gd name="G25" fmla="+- 90 0 0"/>
              <a:gd name="G26" fmla="+- 90 0 0"/>
              <a:gd name="G27" fmla="+- 90 0 0"/>
            </a:gdLst>
            <a:ahLst/>
            <a:cxnLst>
              <a:cxn ang="0">
                <a:pos x="r" y="vc"/>
              </a:cxn>
              <a:cxn ang="5400000">
                <a:pos x="hc" y="b"/>
              </a:cxn>
              <a:cxn ang="10800000">
                <a:pos x="l" y="vc"/>
              </a:cxn>
              <a:cxn ang="16200000">
                <a:pos x="hc" y="t"/>
              </a:cxn>
            </a:cxnLst>
            <a:rect l="0" t="0" r="0" b="0"/>
            <a:pathLst>
              <a:path>
                <a:moveTo>
                  <a:pt x="0" y="22"/>
                </a:moveTo>
                <a:lnTo>
                  <a:pt x="22" y="22"/>
                </a:lnTo>
                <a:lnTo>
                  <a:pt x="180" y="90"/>
                </a:lnTo>
                <a:lnTo>
                  <a:pt x="22" y="22"/>
                </a:lnTo>
                <a:lnTo>
                  <a:pt x="270" y="90"/>
                </a:lnTo>
                <a:close/>
              </a:path>
            </a:pathLst>
          </a:custGeom>
          <a:solidFill>
            <a:srgbClr val="1F1D1B">
              <a:alpha val="7999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de-DE"/>
          </a:p>
        </p:txBody>
      </p:sp>
      <p:sp>
        <p:nvSpPr>
          <p:cNvPr id="3450" name="AutoShape 378">
            <a:extLst>
              <a:ext uri="{FF2B5EF4-FFF2-40B4-BE49-F238E27FC236}">
                <a16:creationId xmlns:a16="http://schemas.microsoft.com/office/drawing/2014/main" id="{4FE8D031-5813-CEF0-6FB8-26533CDBA50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35725" y="6923088"/>
            <a:ext cx="22225" cy="22225"/>
          </a:xfrm>
          <a:custGeom>
            <a:avLst/>
            <a:gdLst>
              <a:gd name="G0" fmla="*/ 64 1 2"/>
              <a:gd name="G1" fmla="*/ 1 48365 11520"/>
              <a:gd name="G2" fmla="*/ G1 32767 1"/>
              <a:gd name="G3" fmla="*/ G2 1 32767"/>
              <a:gd name="G4" fmla="cos G0 G3"/>
              <a:gd name="G5" fmla="*/ 64 1 2"/>
              <a:gd name="G6" fmla="*/ 1 48365 11520"/>
              <a:gd name="G7" fmla="*/ G6 32767 1"/>
              <a:gd name="G8" fmla="*/ G7 1 32767"/>
              <a:gd name="G9" fmla="sin G5 G8"/>
              <a:gd name="G10" fmla="*/ 64 1 2"/>
              <a:gd name="G11" fmla="+- G10 0 G4"/>
              <a:gd name="G12" fmla="+- G10 G4 0"/>
              <a:gd name="G13" fmla="+- G12 0 0"/>
              <a:gd name="G14" fmla="*/ 64 1 2"/>
              <a:gd name="G15" fmla="+- G14 0 G9"/>
              <a:gd name="G16" fmla="+- G14 G9 0"/>
              <a:gd name="G17" fmla="+- G16 0 0"/>
              <a:gd name="G18" fmla="+- 64 0 0"/>
              <a:gd name="G19" fmla="+- 64 0 0"/>
              <a:gd name="G20" fmla="+- 180 0 0"/>
              <a:gd name="G21" fmla="+- 90 0 0"/>
              <a:gd name="G22" fmla="+- 270 0 0"/>
              <a:gd name="G23" fmla="+- 90 0 0"/>
              <a:gd name="G24" fmla="+- 0 0 0"/>
              <a:gd name="G25" fmla="+- 90 0 0"/>
              <a:gd name="G26" fmla="+- 90 0 0"/>
              <a:gd name="G27" fmla="+- 90 0 0"/>
            </a:gdLst>
            <a:ahLst/>
            <a:cxnLst>
              <a:cxn ang="0">
                <a:pos x="r" y="vc"/>
              </a:cxn>
              <a:cxn ang="5400000">
                <a:pos x="hc" y="b"/>
              </a:cxn>
              <a:cxn ang="10800000">
                <a:pos x="l" y="vc"/>
              </a:cxn>
              <a:cxn ang="16200000">
                <a:pos x="hc" y="t"/>
              </a:cxn>
            </a:cxnLst>
            <a:rect l="0" t="0" r="0" b="0"/>
            <a:pathLst>
              <a:path>
                <a:moveTo>
                  <a:pt x="0" y="32"/>
                </a:moveTo>
                <a:lnTo>
                  <a:pt x="32" y="32"/>
                </a:lnTo>
                <a:lnTo>
                  <a:pt x="180" y="90"/>
                </a:lnTo>
                <a:lnTo>
                  <a:pt x="32" y="32"/>
                </a:lnTo>
                <a:lnTo>
                  <a:pt x="270" y="90"/>
                </a:lnTo>
                <a:close/>
              </a:path>
            </a:pathLst>
          </a:custGeom>
          <a:solidFill>
            <a:srgbClr val="1F1D1B">
              <a:alpha val="7999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de-DE"/>
          </a:p>
        </p:txBody>
      </p:sp>
      <p:sp>
        <p:nvSpPr>
          <p:cNvPr id="3451" name="AutoShape 379">
            <a:extLst>
              <a:ext uri="{FF2B5EF4-FFF2-40B4-BE49-F238E27FC236}">
                <a16:creationId xmlns:a16="http://schemas.microsoft.com/office/drawing/2014/main" id="{0F95D2E7-84E5-9AE8-1BF9-0ED0FED94AA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24363" y="9823450"/>
            <a:ext cx="11112" cy="11113"/>
          </a:xfrm>
          <a:custGeom>
            <a:avLst/>
            <a:gdLst>
              <a:gd name="G0" fmla="*/ 34 1 2"/>
              <a:gd name="G1" fmla="*/ 1 48365 11520"/>
              <a:gd name="G2" fmla="*/ G1 32767 1"/>
              <a:gd name="G3" fmla="*/ G2 1 32767"/>
              <a:gd name="G4" fmla="cos G0 G3"/>
              <a:gd name="G5" fmla="*/ 34 1 2"/>
              <a:gd name="G6" fmla="*/ 1 48365 11520"/>
              <a:gd name="G7" fmla="*/ G6 32767 1"/>
              <a:gd name="G8" fmla="*/ G7 1 32767"/>
              <a:gd name="G9" fmla="sin G5 G8"/>
              <a:gd name="G10" fmla="*/ 34 1 2"/>
              <a:gd name="G11" fmla="+- G10 0 G4"/>
              <a:gd name="G12" fmla="+- G10 G4 0"/>
              <a:gd name="G13" fmla="+- G12 0 0"/>
              <a:gd name="G14" fmla="*/ 34 1 2"/>
              <a:gd name="G15" fmla="+- G14 0 G9"/>
              <a:gd name="G16" fmla="+- G14 G9 0"/>
              <a:gd name="G17" fmla="+- G16 0 0"/>
              <a:gd name="G18" fmla="+- 34 0 0"/>
              <a:gd name="G19" fmla="+- 34 0 0"/>
              <a:gd name="G20" fmla="+- 180 0 0"/>
              <a:gd name="G21" fmla="+- 90 0 0"/>
              <a:gd name="G22" fmla="+- 270 0 0"/>
              <a:gd name="G23" fmla="+- 90 0 0"/>
              <a:gd name="G24" fmla="+- 0 0 0"/>
              <a:gd name="G25" fmla="+- 90 0 0"/>
              <a:gd name="G26" fmla="+- 90 0 0"/>
              <a:gd name="G27" fmla="+- 90 0 0"/>
            </a:gdLst>
            <a:ahLst/>
            <a:cxnLst>
              <a:cxn ang="0">
                <a:pos x="r" y="vc"/>
              </a:cxn>
              <a:cxn ang="5400000">
                <a:pos x="hc" y="b"/>
              </a:cxn>
              <a:cxn ang="10800000">
                <a:pos x="l" y="vc"/>
              </a:cxn>
              <a:cxn ang="16200000">
                <a:pos x="hc" y="t"/>
              </a:cxn>
            </a:cxnLst>
            <a:rect l="0" t="0" r="0" b="0"/>
            <a:pathLst>
              <a:path>
                <a:moveTo>
                  <a:pt x="0" y="17"/>
                </a:moveTo>
                <a:lnTo>
                  <a:pt x="17" y="17"/>
                </a:lnTo>
                <a:lnTo>
                  <a:pt x="180" y="90"/>
                </a:lnTo>
                <a:lnTo>
                  <a:pt x="17" y="17"/>
                </a:lnTo>
                <a:lnTo>
                  <a:pt x="270" y="90"/>
                </a:lnTo>
                <a:close/>
              </a:path>
            </a:pathLst>
          </a:custGeom>
          <a:solidFill>
            <a:srgbClr val="1F1D1B">
              <a:alpha val="7999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de-DE"/>
          </a:p>
        </p:txBody>
      </p:sp>
      <p:sp>
        <p:nvSpPr>
          <p:cNvPr id="3452" name="AutoShape 380">
            <a:extLst>
              <a:ext uri="{FF2B5EF4-FFF2-40B4-BE49-F238E27FC236}">
                <a16:creationId xmlns:a16="http://schemas.microsoft.com/office/drawing/2014/main" id="{83B8D2C0-BED0-4116-BD2D-36C6B6C5807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06675" y="965200"/>
            <a:ext cx="22225" cy="22225"/>
          </a:xfrm>
          <a:custGeom>
            <a:avLst/>
            <a:gdLst>
              <a:gd name="G0" fmla="*/ 63 1 2"/>
              <a:gd name="G1" fmla="*/ 1 48365 11520"/>
              <a:gd name="G2" fmla="*/ G1 32767 1"/>
              <a:gd name="G3" fmla="*/ G2 1 32767"/>
              <a:gd name="G4" fmla="cos G0 G3"/>
              <a:gd name="G5" fmla="*/ 63 1 2"/>
              <a:gd name="G6" fmla="*/ 1 48365 11520"/>
              <a:gd name="G7" fmla="*/ G6 32767 1"/>
              <a:gd name="G8" fmla="*/ G7 1 32767"/>
              <a:gd name="G9" fmla="sin G5 G8"/>
              <a:gd name="G10" fmla="*/ 63 1 2"/>
              <a:gd name="G11" fmla="+- G10 0 G4"/>
              <a:gd name="G12" fmla="+- G10 G4 0"/>
              <a:gd name="G13" fmla="+- G12 0 0"/>
              <a:gd name="G14" fmla="*/ 63 1 2"/>
              <a:gd name="G15" fmla="+- G14 0 G9"/>
              <a:gd name="G16" fmla="+- G14 G9 0"/>
              <a:gd name="G17" fmla="+- G16 0 0"/>
              <a:gd name="G18" fmla="+- 63 0 0"/>
              <a:gd name="G19" fmla="+- 63 0 0"/>
              <a:gd name="G20" fmla="+- 180 0 0"/>
              <a:gd name="G21" fmla="+- 90 0 0"/>
              <a:gd name="G22" fmla="+- 270 0 0"/>
              <a:gd name="G23" fmla="+- 90 0 0"/>
              <a:gd name="G24" fmla="+- 0 0 0"/>
              <a:gd name="G25" fmla="+- 90 0 0"/>
              <a:gd name="G26" fmla="+- 90 0 0"/>
              <a:gd name="G27" fmla="+- 90 0 0"/>
            </a:gdLst>
            <a:ahLst/>
            <a:cxnLst>
              <a:cxn ang="0">
                <a:pos x="r" y="vc"/>
              </a:cxn>
              <a:cxn ang="5400000">
                <a:pos x="hc" y="b"/>
              </a:cxn>
              <a:cxn ang="10800000">
                <a:pos x="l" y="vc"/>
              </a:cxn>
              <a:cxn ang="16200000">
                <a:pos x="hc" y="t"/>
              </a:cxn>
            </a:cxnLst>
            <a:rect l="0" t="0" r="0" b="0"/>
            <a:pathLst>
              <a:path>
                <a:moveTo>
                  <a:pt x="0" y="32"/>
                </a:moveTo>
                <a:lnTo>
                  <a:pt x="32" y="32"/>
                </a:lnTo>
                <a:lnTo>
                  <a:pt x="180" y="90"/>
                </a:lnTo>
                <a:lnTo>
                  <a:pt x="32" y="32"/>
                </a:lnTo>
                <a:lnTo>
                  <a:pt x="270" y="90"/>
                </a:lnTo>
                <a:close/>
              </a:path>
            </a:pathLst>
          </a:custGeom>
          <a:solidFill>
            <a:srgbClr val="1F1D1B">
              <a:alpha val="7999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de-DE"/>
          </a:p>
        </p:txBody>
      </p:sp>
      <p:sp>
        <p:nvSpPr>
          <p:cNvPr id="3453" name="AutoShape 381">
            <a:extLst>
              <a:ext uri="{FF2B5EF4-FFF2-40B4-BE49-F238E27FC236}">
                <a16:creationId xmlns:a16="http://schemas.microsoft.com/office/drawing/2014/main" id="{6336AC24-949D-F19E-FFD1-005F0C9A021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24325" y="4656138"/>
            <a:ext cx="11113" cy="11112"/>
          </a:xfrm>
          <a:custGeom>
            <a:avLst/>
            <a:gdLst>
              <a:gd name="G0" fmla="*/ 34 1 2"/>
              <a:gd name="G1" fmla="*/ 1 48365 11520"/>
              <a:gd name="G2" fmla="*/ G1 32767 1"/>
              <a:gd name="G3" fmla="*/ G2 1 32767"/>
              <a:gd name="G4" fmla="cos G0 G3"/>
              <a:gd name="G5" fmla="*/ 34 1 2"/>
              <a:gd name="G6" fmla="*/ 1 48365 11520"/>
              <a:gd name="G7" fmla="*/ G6 32767 1"/>
              <a:gd name="G8" fmla="*/ G7 1 32767"/>
              <a:gd name="G9" fmla="sin G5 G8"/>
              <a:gd name="G10" fmla="*/ 34 1 2"/>
              <a:gd name="G11" fmla="+- G10 0 G4"/>
              <a:gd name="G12" fmla="+- G10 G4 0"/>
              <a:gd name="G13" fmla="+- G12 0 0"/>
              <a:gd name="G14" fmla="*/ 34 1 2"/>
              <a:gd name="G15" fmla="+- G14 0 G9"/>
              <a:gd name="G16" fmla="+- G14 G9 0"/>
              <a:gd name="G17" fmla="+- G16 0 0"/>
              <a:gd name="G18" fmla="+- 34 0 0"/>
              <a:gd name="G19" fmla="+- 34 0 0"/>
              <a:gd name="G20" fmla="+- 180 0 0"/>
              <a:gd name="G21" fmla="+- 90 0 0"/>
              <a:gd name="G22" fmla="+- 270 0 0"/>
              <a:gd name="G23" fmla="+- 90 0 0"/>
              <a:gd name="G24" fmla="+- 0 0 0"/>
              <a:gd name="G25" fmla="+- 90 0 0"/>
              <a:gd name="G26" fmla="+- 90 0 0"/>
              <a:gd name="G27" fmla="+- 90 0 0"/>
            </a:gdLst>
            <a:ahLst/>
            <a:cxnLst>
              <a:cxn ang="0">
                <a:pos x="r" y="vc"/>
              </a:cxn>
              <a:cxn ang="5400000">
                <a:pos x="hc" y="b"/>
              </a:cxn>
              <a:cxn ang="10800000">
                <a:pos x="l" y="vc"/>
              </a:cxn>
              <a:cxn ang="16200000">
                <a:pos x="hc" y="t"/>
              </a:cxn>
            </a:cxnLst>
            <a:rect l="0" t="0" r="0" b="0"/>
            <a:pathLst>
              <a:path>
                <a:moveTo>
                  <a:pt x="0" y="17"/>
                </a:moveTo>
                <a:lnTo>
                  <a:pt x="17" y="17"/>
                </a:lnTo>
                <a:lnTo>
                  <a:pt x="180" y="90"/>
                </a:lnTo>
                <a:lnTo>
                  <a:pt x="17" y="17"/>
                </a:lnTo>
                <a:lnTo>
                  <a:pt x="270" y="90"/>
                </a:lnTo>
                <a:close/>
              </a:path>
            </a:pathLst>
          </a:custGeom>
          <a:solidFill>
            <a:srgbClr val="1F1D1B">
              <a:alpha val="7999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de-DE"/>
          </a:p>
        </p:txBody>
      </p:sp>
      <p:sp>
        <p:nvSpPr>
          <p:cNvPr id="3454" name="AutoShape 382">
            <a:extLst>
              <a:ext uri="{FF2B5EF4-FFF2-40B4-BE49-F238E27FC236}">
                <a16:creationId xmlns:a16="http://schemas.microsoft.com/office/drawing/2014/main" id="{04D77CCF-5D5B-0F0B-4AED-2EE146FB8F4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5175" y="4972050"/>
            <a:ext cx="19050" cy="19050"/>
          </a:xfrm>
          <a:custGeom>
            <a:avLst/>
            <a:gdLst>
              <a:gd name="G0" fmla="*/ 56 1 2"/>
              <a:gd name="G1" fmla="*/ 1 48365 11520"/>
              <a:gd name="G2" fmla="*/ G1 32767 1"/>
              <a:gd name="G3" fmla="*/ G2 1 32767"/>
              <a:gd name="G4" fmla="cos G0 G3"/>
              <a:gd name="G5" fmla="*/ 56 1 2"/>
              <a:gd name="G6" fmla="*/ 1 48365 11520"/>
              <a:gd name="G7" fmla="*/ G6 32767 1"/>
              <a:gd name="G8" fmla="*/ G7 1 32767"/>
              <a:gd name="G9" fmla="sin G5 G8"/>
              <a:gd name="G10" fmla="*/ 56 1 2"/>
              <a:gd name="G11" fmla="+- G10 0 G4"/>
              <a:gd name="G12" fmla="+- G10 G4 0"/>
              <a:gd name="G13" fmla="+- G12 0 0"/>
              <a:gd name="G14" fmla="*/ 56 1 2"/>
              <a:gd name="G15" fmla="+- G14 0 G9"/>
              <a:gd name="G16" fmla="+- G14 G9 0"/>
              <a:gd name="G17" fmla="+- G16 0 0"/>
              <a:gd name="G18" fmla="+- 56 0 0"/>
              <a:gd name="G19" fmla="+- 56 0 0"/>
              <a:gd name="G20" fmla="+- 180 0 0"/>
              <a:gd name="G21" fmla="+- 90 0 0"/>
              <a:gd name="G22" fmla="+- 270 0 0"/>
              <a:gd name="G23" fmla="+- 90 0 0"/>
              <a:gd name="G24" fmla="+- 0 0 0"/>
              <a:gd name="G25" fmla="+- 90 0 0"/>
              <a:gd name="G26" fmla="+- 90 0 0"/>
              <a:gd name="G27" fmla="+- 90 0 0"/>
            </a:gdLst>
            <a:ahLst/>
            <a:cxnLst>
              <a:cxn ang="0">
                <a:pos x="r" y="vc"/>
              </a:cxn>
              <a:cxn ang="5400000">
                <a:pos x="hc" y="b"/>
              </a:cxn>
              <a:cxn ang="10800000">
                <a:pos x="l" y="vc"/>
              </a:cxn>
              <a:cxn ang="16200000">
                <a:pos x="hc" y="t"/>
              </a:cxn>
            </a:cxnLst>
            <a:rect l="0" t="0" r="0" b="0"/>
            <a:pathLst>
              <a:path>
                <a:moveTo>
                  <a:pt x="0" y="28"/>
                </a:moveTo>
                <a:lnTo>
                  <a:pt x="28" y="28"/>
                </a:lnTo>
                <a:lnTo>
                  <a:pt x="180" y="90"/>
                </a:lnTo>
                <a:lnTo>
                  <a:pt x="28" y="28"/>
                </a:lnTo>
                <a:lnTo>
                  <a:pt x="270" y="90"/>
                </a:lnTo>
                <a:close/>
              </a:path>
            </a:pathLst>
          </a:custGeom>
          <a:solidFill>
            <a:srgbClr val="1F1D1B">
              <a:alpha val="7999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de-DE"/>
          </a:p>
        </p:txBody>
      </p:sp>
      <p:sp>
        <p:nvSpPr>
          <p:cNvPr id="3455" name="AutoShape 383">
            <a:extLst>
              <a:ext uri="{FF2B5EF4-FFF2-40B4-BE49-F238E27FC236}">
                <a16:creationId xmlns:a16="http://schemas.microsoft.com/office/drawing/2014/main" id="{C8B1DE60-D99C-1C87-9343-8028DF34300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05650" y="6102350"/>
            <a:ext cx="20638" cy="20638"/>
          </a:xfrm>
          <a:custGeom>
            <a:avLst/>
            <a:gdLst>
              <a:gd name="G0" fmla="*/ 58 1 2"/>
              <a:gd name="G1" fmla="*/ 1 48365 11520"/>
              <a:gd name="G2" fmla="*/ G1 32767 1"/>
              <a:gd name="G3" fmla="*/ G2 1 32767"/>
              <a:gd name="G4" fmla="cos G0 G3"/>
              <a:gd name="G5" fmla="*/ 58 1 2"/>
              <a:gd name="G6" fmla="*/ 1 48365 11520"/>
              <a:gd name="G7" fmla="*/ G6 32767 1"/>
              <a:gd name="G8" fmla="*/ G7 1 32767"/>
              <a:gd name="G9" fmla="sin G5 G8"/>
              <a:gd name="G10" fmla="*/ 58 1 2"/>
              <a:gd name="G11" fmla="+- G10 0 G4"/>
              <a:gd name="G12" fmla="+- G10 G4 0"/>
              <a:gd name="G13" fmla="+- G12 0 0"/>
              <a:gd name="G14" fmla="*/ 58 1 2"/>
              <a:gd name="G15" fmla="+- G14 0 G9"/>
              <a:gd name="G16" fmla="+- G14 G9 0"/>
              <a:gd name="G17" fmla="+- G16 0 0"/>
              <a:gd name="G18" fmla="+- 58 0 0"/>
              <a:gd name="G19" fmla="+- 58 0 0"/>
              <a:gd name="G20" fmla="+- 180 0 0"/>
              <a:gd name="G21" fmla="+- 90 0 0"/>
              <a:gd name="G22" fmla="+- 270 0 0"/>
              <a:gd name="G23" fmla="+- 90 0 0"/>
              <a:gd name="G24" fmla="+- 0 0 0"/>
              <a:gd name="G25" fmla="+- 90 0 0"/>
              <a:gd name="G26" fmla="+- 90 0 0"/>
              <a:gd name="G27" fmla="+- 90 0 0"/>
            </a:gdLst>
            <a:ahLst/>
            <a:cxnLst>
              <a:cxn ang="0">
                <a:pos x="r" y="vc"/>
              </a:cxn>
              <a:cxn ang="5400000">
                <a:pos x="hc" y="b"/>
              </a:cxn>
              <a:cxn ang="10800000">
                <a:pos x="l" y="vc"/>
              </a:cxn>
              <a:cxn ang="16200000">
                <a:pos x="hc" y="t"/>
              </a:cxn>
            </a:cxnLst>
            <a:rect l="0" t="0" r="0" b="0"/>
            <a:pathLst>
              <a:path>
                <a:moveTo>
                  <a:pt x="0" y="29"/>
                </a:moveTo>
                <a:lnTo>
                  <a:pt x="29" y="29"/>
                </a:lnTo>
                <a:lnTo>
                  <a:pt x="180" y="90"/>
                </a:lnTo>
                <a:lnTo>
                  <a:pt x="29" y="29"/>
                </a:lnTo>
                <a:lnTo>
                  <a:pt x="270" y="90"/>
                </a:lnTo>
                <a:close/>
              </a:path>
            </a:pathLst>
          </a:custGeom>
          <a:solidFill>
            <a:srgbClr val="1F1D1B">
              <a:alpha val="7999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de-DE"/>
          </a:p>
        </p:txBody>
      </p:sp>
      <p:sp>
        <p:nvSpPr>
          <p:cNvPr id="3456" name="AutoShape 384">
            <a:extLst>
              <a:ext uri="{FF2B5EF4-FFF2-40B4-BE49-F238E27FC236}">
                <a16:creationId xmlns:a16="http://schemas.microsoft.com/office/drawing/2014/main" id="{0D51986D-FDE5-2016-AB93-74DF11B2EEC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12025" y="2179638"/>
            <a:ext cx="20638" cy="20637"/>
          </a:xfrm>
          <a:custGeom>
            <a:avLst/>
            <a:gdLst>
              <a:gd name="G0" fmla="*/ 59 1 2"/>
              <a:gd name="G1" fmla="*/ 1 48365 11520"/>
              <a:gd name="G2" fmla="*/ G1 32767 1"/>
              <a:gd name="G3" fmla="*/ G2 1 32767"/>
              <a:gd name="G4" fmla="cos G0 G3"/>
              <a:gd name="G5" fmla="*/ 59 1 2"/>
              <a:gd name="G6" fmla="*/ 1 48365 11520"/>
              <a:gd name="G7" fmla="*/ G6 32767 1"/>
              <a:gd name="G8" fmla="*/ G7 1 32767"/>
              <a:gd name="G9" fmla="sin G5 G8"/>
              <a:gd name="G10" fmla="*/ 59 1 2"/>
              <a:gd name="G11" fmla="+- G10 0 G4"/>
              <a:gd name="G12" fmla="+- G10 G4 0"/>
              <a:gd name="G13" fmla="+- G12 0 0"/>
              <a:gd name="G14" fmla="*/ 59 1 2"/>
              <a:gd name="G15" fmla="+- G14 0 G9"/>
              <a:gd name="G16" fmla="+- G14 G9 0"/>
              <a:gd name="G17" fmla="+- G16 0 0"/>
              <a:gd name="G18" fmla="+- 59 0 0"/>
              <a:gd name="G19" fmla="+- 59 0 0"/>
              <a:gd name="G20" fmla="+- 180 0 0"/>
              <a:gd name="G21" fmla="+- 90 0 0"/>
              <a:gd name="G22" fmla="+- 270 0 0"/>
              <a:gd name="G23" fmla="+- 90 0 0"/>
              <a:gd name="G24" fmla="+- 0 0 0"/>
              <a:gd name="G25" fmla="+- 90 0 0"/>
              <a:gd name="G26" fmla="+- 90 0 0"/>
              <a:gd name="G27" fmla="+- 90 0 0"/>
            </a:gdLst>
            <a:ahLst/>
            <a:cxnLst>
              <a:cxn ang="0">
                <a:pos x="r" y="vc"/>
              </a:cxn>
              <a:cxn ang="5400000">
                <a:pos x="hc" y="b"/>
              </a:cxn>
              <a:cxn ang="10800000">
                <a:pos x="l" y="vc"/>
              </a:cxn>
              <a:cxn ang="16200000">
                <a:pos x="hc" y="t"/>
              </a:cxn>
            </a:cxnLst>
            <a:rect l="0" t="0" r="0" b="0"/>
            <a:pathLst>
              <a:path>
                <a:moveTo>
                  <a:pt x="0" y="30"/>
                </a:moveTo>
                <a:lnTo>
                  <a:pt x="30" y="30"/>
                </a:lnTo>
                <a:lnTo>
                  <a:pt x="180" y="90"/>
                </a:lnTo>
                <a:lnTo>
                  <a:pt x="30" y="30"/>
                </a:lnTo>
                <a:lnTo>
                  <a:pt x="270" y="90"/>
                </a:lnTo>
                <a:close/>
              </a:path>
            </a:pathLst>
          </a:custGeom>
          <a:solidFill>
            <a:srgbClr val="1F1D1B">
              <a:alpha val="7999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de-DE"/>
          </a:p>
        </p:txBody>
      </p:sp>
      <p:sp>
        <p:nvSpPr>
          <p:cNvPr id="3457" name="AutoShape 385">
            <a:extLst>
              <a:ext uri="{FF2B5EF4-FFF2-40B4-BE49-F238E27FC236}">
                <a16:creationId xmlns:a16="http://schemas.microsoft.com/office/drawing/2014/main" id="{66FA3556-41C0-453B-6D92-4CD8F9BF5604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6925" y="7454900"/>
            <a:ext cx="11113" cy="11113"/>
          </a:xfrm>
          <a:custGeom>
            <a:avLst/>
            <a:gdLst>
              <a:gd name="G0" fmla="*/ 32 1 2"/>
              <a:gd name="G1" fmla="*/ 1 48365 11520"/>
              <a:gd name="G2" fmla="*/ G1 32767 1"/>
              <a:gd name="G3" fmla="*/ G2 1 32767"/>
              <a:gd name="G4" fmla="cos G0 G3"/>
              <a:gd name="G5" fmla="*/ 32 1 2"/>
              <a:gd name="G6" fmla="*/ 1 48365 11520"/>
              <a:gd name="G7" fmla="*/ G6 32767 1"/>
              <a:gd name="G8" fmla="*/ G7 1 32767"/>
              <a:gd name="G9" fmla="sin G5 G8"/>
              <a:gd name="G10" fmla="*/ 32 1 2"/>
              <a:gd name="G11" fmla="+- G10 0 G4"/>
              <a:gd name="G12" fmla="+- G10 G4 0"/>
              <a:gd name="G13" fmla="+- G12 0 0"/>
              <a:gd name="G14" fmla="*/ 32 1 2"/>
              <a:gd name="G15" fmla="+- G14 0 G9"/>
              <a:gd name="G16" fmla="+- G14 G9 0"/>
              <a:gd name="G17" fmla="+- G16 0 0"/>
              <a:gd name="G18" fmla="+- 32 0 0"/>
              <a:gd name="G19" fmla="+- 32 0 0"/>
              <a:gd name="G20" fmla="+- 180 0 0"/>
              <a:gd name="G21" fmla="+- 90 0 0"/>
              <a:gd name="G22" fmla="+- 270 0 0"/>
              <a:gd name="G23" fmla="+- 90 0 0"/>
              <a:gd name="G24" fmla="+- 0 0 0"/>
              <a:gd name="G25" fmla="+- 90 0 0"/>
              <a:gd name="G26" fmla="+- 90 0 0"/>
              <a:gd name="G27" fmla="+- 90 0 0"/>
            </a:gdLst>
            <a:ahLst/>
            <a:cxnLst>
              <a:cxn ang="0">
                <a:pos x="r" y="vc"/>
              </a:cxn>
              <a:cxn ang="5400000">
                <a:pos x="hc" y="b"/>
              </a:cxn>
              <a:cxn ang="10800000">
                <a:pos x="l" y="vc"/>
              </a:cxn>
              <a:cxn ang="16200000">
                <a:pos x="hc" y="t"/>
              </a:cxn>
            </a:cxnLst>
            <a:rect l="0" t="0" r="0" b="0"/>
            <a:pathLst>
              <a:path>
                <a:moveTo>
                  <a:pt x="0" y="16"/>
                </a:moveTo>
                <a:lnTo>
                  <a:pt x="16" y="16"/>
                </a:lnTo>
                <a:lnTo>
                  <a:pt x="180" y="90"/>
                </a:lnTo>
                <a:lnTo>
                  <a:pt x="16" y="16"/>
                </a:lnTo>
                <a:lnTo>
                  <a:pt x="270" y="90"/>
                </a:lnTo>
                <a:close/>
              </a:path>
            </a:pathLst>
          </a:custGeom>
          <a:solidFill>
            <a:srgbClr val="1F1D1B">
              <a:alpha val="7999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de-DE"/>
          </a:p>
        </p:txBody>
      </p:sp>
      <p:sp>
        <p:nvSpPr>
          <p:cNvPr id="3458" name="AutoShape 386">
            <a:extLst>
              <a:ext uri="{FF2B5EF4-FFF2-40B4-BE49-F238E27FC236}">
                <a16:creationId xmlns:a16="http://schemas.microsoft.com/office/drawing/2014/main" id="{BFDE79A5-5DD1-5F28-59D0-7ABCA611613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88025" y="5999163"/>
            <a:ext cx="14288" cy="14287"/>
          </a:xfrm>
          <a:custGeom>
            <a:avLst/>
            <a:gdLst>
              <a:gd name="G0" fmla="*/ 41 1 2"/>
              <a:gd name="G1" fmla="*/ 1 48365 11520"/>
              <a:gd name="G2" fmla="*/ G1 32767 1"/>
              <a:gd name="G3" fmla="*/ G2 1 32767"/>
              <a:gd name="G4" fmla="cos G0 G3"/>
              <a:gd name="G5" fmla="*/ 41 1 2"/>
              <a:gd name="G6" fmla="*/ 1 48365 11520"/>
              <a:gd name="G7" fmla="*/ G6 32767 1"/>
              <a:gd name="G8" fmla="*/ G7 1 32767"/>
              <a:gd name="G9" fmla="sin G5 G8"/>
              <a:gd name="G10" fmla="*/ 41 1 2"/>
              <a:gd name="G11" fmla="+- G10 0 G4"/>
              <a:gd name="G12" fmla="+- G10 G4 0"/>
              <a:gd name="G13" fmla="+- G12 0 0"/>
              <a:gd name="G14" fmla="*/ 41 1 2"/>
              <a:gd name="G15" fmla="+- G14 0 G9"/>
              <a:gd name="G16" fmla="+- G14 G9 0"/>
              <a:gd name="G17" fmla="+- G16 0 0"/>
              <a:gd name="G18" fmla="+- 41 0 0"/>
              <a:gd name="G19" fmla="+- 41 0 0"/>
              <a:gd name="G20" fmla="+- 180 0 0"/>
              <a:gd name="G21" fmla="+- 90 0 0"/>
              <a:gd name="G22" fmla="+- 270 0 0"/>
              <a:gd name="G23" fmla="+- 90 0 0"/>
              <a:gd name="G24" fmla="+- 0 0 0"/>
              <a:gd name="G25" fmla="+- 90 0 0"/>
              <a:gd name="G26" fmla="+- 90 0 0"/>
              <a:gd name="G27" fmla="+- 90 0 0"/>
            </a:gdLst>
            <a:ahLst/>
            <a:cxnLst>
              <a:cxn ang="0">
                <a:pos x="r" y="vc"/>
              </a:cxn>
              <a:cxn ang="5400000">
                <a:pos x="hc" y="b"/>
              </a:cxn>
              <a:cxn ang="10800000">
                <a:pos x="l" y="vc"/>
              </a:cxn>
              <a:cxn ang="16200000">
                <a:pos x="hc" y="t"/>
              </a:cxn>
            </a:cxnLst>
            <a:rect l="0" t="0" r="0" b="0"/>
            <a:pathLst>
              <a:path>
                <a:moveTo>
                  <a:pt x="0" y="21"/>
                </a:moveTo>
                <a:lnTo>
                  <a:pt x="21" y="21"/>
                </a:lnTo>
                <a:lnTo>
                  <a:pt x="180" y="90"/>
                </a:lnTo>
                <a:lnTo>
                  <a:pt x="21" y="21"/>
                </a:lnTo>
                <a:lnTo>
                  <a:pt x="270" y="90"/>
                </a:lnTo>
                <a:close/>
              </a:path>
            </a:pathLst>
          </a:custGeom>
          <a:solidFill>
            <a:srgbClr val="1F1D1B">
              <a:alpha val="7999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de-DE"/>
          </a:p>
        </p:txBody>
      </p:sp>
      <p:sp>
        <p:nvSpPr>
          <p:cNvPr id="3459" name="AutoShape 387">
            <a:extLst>
              <a:ext uri="{FF2B5EF4-FFF2-40B4-BE49-F238E27FC236}">
                <a16:creationId xmlns:a16="http://schemas.microsoft.com/office/drawing/2014/main" id="{0ED4FF10-5404-D56D-25C0-B3AE3C0B38A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00350" y="2008188"/>
            <a:ext cx="22225" cy="22225"/>
          </a:xfrm>
          <a:custGeom>
            <a:avLst/>
            <a:gdLst>
              <a:gd name="G0" fmla="*/ 61 1 2"/>
              <a:gd name="G1" fmla="*/ 1 48365 11520"/>
              <a:gd name="G2" fmla="*/ G1 32767 1"/>
              <a:gd name="G3" fmla="*/ G2 1 32767"/>
              <a:gd name="G4" fmla="cos G0 G3"/>
              <a:gd name="G5" fmla="*/ 61 1 2"/>
              <a:gd name="G6" fmla="*/ 1 48365 11520"/>
              <a:gd name="G7" fmla="*/ G6 32767 1"/>
              <a:gd name="G8" fmla="*/ G7 1 32767"/>
              <a:gd name="G9" fmla="sin G5 G8"/>
              <a:gd name="G10" fmla="*/ 61 1 2"/>
              <a:gd name="G11" fmla="+- G10 0 G4"/>
              <a:gd name="G12" fmla="+- G10 G4 0"/>
              <a:gd name="G13" fmla="+- G12 0 0"/>
              <a:gd name="G14" fmla="*/ 61 1 2"/>
              <a:gd name="G15" fmla="+- G14 0 G9"/>
              <a:gd name="G16" fmla="+- G14 G9 0"/>
              <a:gd name="G17" fmla="+- G16 0 0"/>
              <a:gd name="G18" fmla="+- 61 0 0"/>
              <a:gd name="G19" fmla="+- 61 0 0"/>
              <a:gd name="G20" fmla="+- 180 0 0"/>
              <a:gd name="G21" fmla="+- 90 0 0"/>
              <a:gd name="G22" fmla="+- 270 0 0"/>
              <a:gd name="G23" fmla="+- 90 0 0"/>
              <a:gd name="G24" fmla="+- 0 0 0"/>
              <a:gd name="G25" fmla="+- 90 0 0"/>
              <a:gd name="G26" fmla="+- 90 0 0"/>
              <a:gd name="G27" fmla="+- 90 0 0"/>
            </a:gdLst>
            <a:ahLst/>
            <a:cxnLst>
              <a:cxn ang="0">
                <a:pos x="r" y="vc"/>
              </a:cxn>
              <a:cxn ang="5400000">
                <a:pos x="hc" y="b"/>
              </a:cxn>
              <a:cxn ang="10800000">
                <a:pos x="l" y="vc"/>
              </a:cxn>
              <a:cxn ang="16200000">
                <a:pos x="hc" y="t"/>
              </a:cxn>
            </a:cxnLst>
            <a:rect l="0" t="0" r="0" b="0"/>
            <a:pathLst>
              <a:path>
                <a:moveTo>
                  <a:pt x="0" y="31"/>
                </a:moveTo>
                <a:lnTo>
                  <a:pt x="31" y="31"/>
                </a:lnTo>
                <a:lnTo>
                  <a:pt x="180" y="90"/>
                </a:lnTo>
                <a:lnTo>
                  <a:pt x="31" y="31"/>
                </a:lnTo>
                <a:lnTo>
                  <a:pt x="270" y="90"/>
                </a:lnTo>
                <a:close/>
              </a:path>
            </a:pathLst>
          </a:custGeom>
          <a:solidFill>
            <a:srgbClr val="1F1D1B">
              <a:alpha val="7999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de-DE"/>
          </a:p>
        </p:txBody>
      </p:sp>
      <p:sp>
        <p:nvSpPr>
          <p:cNvPr id="3460" name="AutoShape 388">
            <a:extLst>
              <a:ext uri="{FF2B5EF4-FFF2-40B4-BE49-F238E27FC236}">
                <a16:creationId xmlns:a16="http://schemas.microsoft.com/office/drawing/2014/main" id="{E57BD705-D559-7603-19C8-D9F081198D0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19363" y="9726613"/>
            <a:ext cx="22225" cy="22225"/>
          </a:xfrm>
          <a:custGeom>
            <a:avLst/>
            <a:gdLst>
              <a:gd name="G0" fmla="*/ 64 1 2"/>
              <a:gd name="G1" fmla="*/ 1 48365 11520"/>
              <a:gd name="G2" fmla="*/ G1 32767 1"/>
              <a:gd name="G3" fmla="*/ G2 1 32767"/>
              <a:gd name="G4" fmla="cos G0 G3"/>
              <a:gd name="G5" fmla="*/ 64 1 2"/>
              <a:gd name="G6" fmla="*/ 1 48365 11520"/>
              <a:gd name="G7" fmla="*/ G6 32767 1"/>
              <a:gd name="G8" fmla="*/ G7 1 32767"/>
              <a:gd name="G9" fmla="sin G5 G8"/>
              <a:gd name="G10" fmla="*/ 64 1 2"/>
              <a:gd name="G11" fmla="+- G10 0 G4"/>
              <a:gd name="G12" fmla="+- G10 G4 0"/>
              <a:gd name="G13" fmla="+- G12 0 0"/>
              <a:gd name="G14" fmla="*/ 64 1 2"/>
              <a:gd name="G15" fmla="+- G14 0 G9"/>
              <a:gd name="G16" fmla="+- G14 G9 0"/>
              <a:gd name="G17" fmla="+- G16 0 0"/>
              <a:gd name="G18" fmla="+- 64 0 0"/>
              <a:gd name="G19" fmla="+- 64 0 0"/>
              <a:gd name="G20" fmla="+- 180 0 0"/>
              <a:gd name="G21" fmla="+- 90 0 0"/>
              <a:gd name="G22" fmla="+- 270 0 0"/>
              <a:gd name="G23" fmla="+- 90 0 0"/>
              <a:gd name="G24" fmla="+- 0 0 0"/>
              <a:gd name="G25" fmla="+- 90 0 0"/>
              <a:gd name="G26" fmla="+- 90 0 0"/>
              <a:gd name="G27" fmla="+- 90 0 0"/>
            </a:gdLst>
            <a:ahLst/>
            <a:cxnLst>
              <a:cxn ang="0">
                <a:pos x="r" y="vc"/>
              </a:cxn>
              <a:cxn ang="5400000">
                <a:pos x="hc" y="b"/>
              </a:cxn>
              <a:cxn ang="10800000">
                <a:pos x="l" y="vc"/>
              </a:cxn>
              <a:cxn ang="16200000">
                <a:pos x="hc" y="t"/>
              </a:cxn>
            </a:cxnLst>
            <a:rect l="0" t="0" r="0" b="0"/>
            <a:pathLst>
              <a:path>
                <a:moveTo>
                  <a:pt x="0" y="32"/>
                </a:moveTo>
                <a:lnTo>
                  <a:pt x="32" y="32"/>
                </a:lnTo>
                <a:lnTo>
                  <a:pt x="180" y="90"/>
                </a:lnTo>
                <a:lnTo>
                  <a:pt x="32" y="32"/>
                </a:lnTo>
                <a:lnTo>
                  <a:pt x="270" y="90"/>
                </a:lnTo>
                <a:close/>
              </a:path>
            </a:pathLst>
          </a:custGeom>
          <a:solidFill>
            <a:srgbClr val="1F1D1B">
              <a:alpha val="7999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de-DE"/>
          </a:p>
        </p:txBody>
      </p:sp>
      <p:sp>
        <p:nvSpPr>
          <p:cNvPr id="3461" name="AutoShape 389">
            <a:extLst>
              <a:ext uri="{FF2B5EF4-FFF2-40B4-BE49-F238E27FC236}">
                <a16:creationId xmlns:a16="http://schemas.microsoft.com/office/drawing/2014/main" id="{F36195CB-D38A-792A-229A-561748E85E1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2925" y="3173413"/>
            <a:ext cx="23813" cy="23812"/>
          </a:xfrm>
          <a:custGeom>
            <a:avLst/>
            <a:gdLst>
              <a:gd name="G0" fmla="*/ 69 1 2"/>
              <a:gd name="G1" fmla="*/ 1 48365 11520"/>
              <a:gd name="G2" fmla="*/ G1 32767 1"/>
              <a:gd name="G3" fmla="*/ G2 1 32767"/>
              <a:gd name="G4" fmla="cos G0 G3"/>
              <a:gd name="G5" fmla="*/ 69 1 2"/>
              <a:gd name="G6" fmla="*/ 1 48365 11520"/>
              <a:gd name="G7" fmla="*/ G6 32767 1"/>
              <a:gd name="G8" fmla="*/ G7 1 32767"/>
              <a:gd name="G9" fmla="sin G5 G8"/>
              <a:gd name="G10" fmla="*/ 69 1 2"/>
              <a:gd name="G11" fmla="+- G10 0 G4"/>
              <a:gd name="G12" fmla="+- G10 G4 0"/>
              <a:gd name="G13" fmla="+- G12 0 0"/>
              <a:gd name="G14" fmla="*/ 69 1 2"/>
              <a:gd name="G15" fmla="+- G14 0 G9"/>
              <a:gd name="G16" fmla="+- G14 G9 0"/>
              <a:gd name="G17" fmla="+- G16 0 0"/>
              <a:gd name="G18" fmla="+- 69 0 0"/>
              <a:gd name="G19" fmla="+- 69 0 0"/>
              <a:gd name="G20" fmla="+- 180 0 0"/>
              <a:gd name="G21" fmla="+- 90 0 0"/>
              <a:gd name="G22" fmla="+- 270 0 0"/>
              <a:gd name="G23" fmla="+- 90 0 0"/>
              <a:gd name="G24" fmla="+- 0 0 0"/>
              <a:gd name="G25" fmla="+- 90 0 0"/>
              <a:gd name="G26" fmla="+- 90 0 0"/>
              <a:gd name="G27" fmla="+- 90 0 0"/>
            </a:gdLst>
            <a:ahLst/>
            <a:cxnLst>
              <a:cxn ang="0">
                <a:pos x="r" y="vc"/>
              </a:cxn>
              <a:cxn ang="5400000">
                <a:pos x="hc" y="b"/>
              </a:cxn>
              <a:cxn ang="10800000">
                <a:pos x="l" y="vc"/>
              </a:cxn>
              <a:cxn ang="16200000">
                <a:pos x="hc" y="t"/>
              </a:cxn>
            </a:cxnLst>
            <a:rect l="0" t="0" r="0" b="0"/>
            <a:pathLst>
              <a:path>
                <a:moveTo>
                  <a:pt x="0" y="35"/>
                </a:moveTo>
                <a:lnTo>
                  <a:pt x="35" y="35"/>
                </a:lnTo>
                <a:lnTo>
                  <a:pt x="180" y="90"/>
                </a:lnTo>
                <a:lnTo>
                  <a:pt x="35" y="35"/>
                </a:lnTo>
                <a:lnTo>
                  <a:pt x="270" y="90"/>
                </a:lnTo>
                <a:close/>
              </a:path>
            </a:pathLst>
          </a:custGeom>
          <a:solidFill>
            <a:srgbClr val="1F1D1B">
              <a:alpha val="7999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de-DE"/>
          </a:p>
        </p:txBody>
      </p:sp>
      <p:sp>
        <p:nvSpPr>
          <p:cNvPr id="3462" name="AutoShape 390">
            <a:extLst>
              <a:ext uri="{FF2B5EF4-FFF2-40B4-BE49-F238E27FC236}">
                <a16:creationId xmlns:a16="http://schemas.microsoft.com/office/drawing/2014/main" id="{AA0234E1-E6EC-716C-246C-43BADE77730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463" y="6654800"/>
            <a:ext cx="17462" cy="17463"/>
          </a:xfrm>
          <a:custGeom>
            <a:avLst/>
            <a:gdLst>
              <a:gd name="G0" fmla="*/ 50 1 2"/>
              <a:gd name="G1" fmla="*/ 1 48365 11520"/>
              <a:gd name="G2" fmla="*/ G1 32767 1"/>
              <a:gd name="G3" fmla="*/ G2 1 32767"/>
              <a:gd name="G4" fmla="cos G0 G3"/>
              <a:gd name="G5" fmla="*/ 50 1 2"/>
              <a:gd name="G6" fmla="*/ 1 48365 11520"/>
              <a:gd name="G7" fmla="*/ G6 32767 1"/>
              <a:gd name="G8" fmla="*/ G7 1 32767"/>
              <a:gd name="G9" fmla="sin G5 G8"/>
              <a:gd name="G10" fmla="*/ 50 1 2"/>
              <a:gd name="G11" fmla="+- G10 0 G4"/>
              <a:gd name="G12" fmla="+- G10 G4 0"/>
              <a:gd name="G13" fmla="+- G12 0 0"/>
              <a:gd name="G14" fmla="*/ 50 1 2"/>
              <a:gd name="G15" fmla="+- G14 0 G9"/>
              <a:gd name="G16" fmla="+- G14 G9 0"/>
              <a:gd name="G17" fmla="+- G16 0 0"/>
              <a:gd name="G18" fmla="+- 50 0 0"/>
              <a:gd name="G19" fmla="+- 50 0 0"/>
              <a:gd name="G20" fmla="+- 180 0 0"/>
              <a:gd name="G21" fmla="+- 90 0 0"/>
              <a:gd name="G22" fmla="+- 270 0 0"/>
              <a:gd name="G23" fmla="+- 90 0 0"/>
              <a:gd name="G24" fmla="+- 0 0 0"/>
              <a:gd name="G25" fmla="+- 90 0 0"/>
              <a:gd name="G26" fmla="+- 90 0 0"/>
              <a:gd name="G27" fmla="+- 90 0 0"/>
            </a:gdLst>
            <a:ahLst/>
            <a:cxnLst>
              <a:cxn ang="0">
                <a:pos x="r" y="vc"/>
              </a:cxn>
              <a:cxn ang="5400000">
                <a:pos x="hc" y="b"/>
              </a:cxn>
              <a:cxn ang="10800000">
                <a:pos x="l" y="vc"/>
              </a:cxn>
              <a:cxn ang="16200000">
                <a:pos x="hc" y="t"/>
              </a:cxn>
            </a:cxnLst>
            <a:rect l="0" t="0" r="0" b="0"/>
            <a:pathLst>
              <a:path>
                <a:moveTo>
                  <a:pt x="0" y="25"/>
                </a:moveTo>
                <a:lnTo>
                  <a:pt x="25" y="25"/>
                </a:lnTo>
                <a:lnTo>
                  <a:pt x="180" y="90"/>
                </a:lnTo>
                <a:lnTo>
                  <a:pt x="25" y="25"/>
                </a:lnTo>
                <a:lnTo>
                  <a:pt x="270" y="90"/>
                </a:lnTo>
                <a:close/>
              </a:path>
            </a:pathLst>
          </a:custGeom>
          <a:solidFill>
            <a:srgbClr val="1F1D1B">
              <a:alpha val="7999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de-DE"/>
          </a:p>
        </p:txBody>
      </p:sp>
      <p:sp>
        <p:nvSpPr>
          <p:cNvPr id="3463" name="AutoShape 391">
            <a:extLst>
              <a:ext uri="{FF2B5EF4-FFF2-40B4-BE49-F238E27FC236}">
                <a16:creationId xmlns:a16="http://schemas.microsoft.com/office/drawing/2014/main" id="{A6CE6339-77BA-FDA2-061C-C132C1B49C1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83050" y="4246563"/>
            <a:ext cx="25400" cy="25400"/>
          </a:xfrm>
          <a:custGeom>
            <a:avLst/>
            <a:gdLst>
              <a:gd name="G0" fmla="*/ 72 1 2"/>
              <a:gd name="G1" fmla="*/ 1 48365 11520"/>
              <a:gd name="G2" fmla="*/ G1 32767 1"/>
              <a:gd name="G3" fmla="*/ G2 1 32767"/>
              <a:gd name="G4" fmla="cos G0 G3"/>
              <a:gd name="G5" fmla="*/ 72 1 2"/>
              <a:gd name="G6" fmla="*/ 1 48365 11520"/>
              <a:gd name="G7" fmla="*/ G6 32767 1"/>
              <a:gd name="G8" fmla="*/ G7 1 32767"/>
              <a:gd name="G9" fmla="sin G5 G8"/>
              <a:gd name="G10" fmla="*/ 72 1 2"/>
              <a:gd name="G11" fmla="+- G10 0 G4"/>
              <a:gd name="G12" fmla="+- G10 G4 0"/>
              <a:gd name="G13" fmla="+- G12 0 0"/>
              <a:gd name="G14" fmla="*/ 72 1 2"/>
              <a:gd name="G15" fmla="+- G14 0 G9"/>
              <a:gd name="G16" fmla="+- G14 G9 0"/>
              <a:gd name="G17" fmla="+- G16 0 0"/>
              <a:gd name="G18" fmla="+- 72 0 0"/>
              <a:gd name="G19" fmla="+- 72 0 0"/>
              <a:gd name="G20" fmla="+- 180 0 0"/>
              <a:gd name="G21" fmla="+- 90 0 0"/>
              <a:gd name="G22" fmla="+- 270 0 0"/>
              <a:gd name="G23" fmla="+- 90 0 0"/>
              <a:gd name="G24" fmla="+- 0 0 0"/>
              <a:gd name="G25" fmla="+- 90 0 0"/>
              <a:gd name="G26" fmla="+- 90 0 0"/>
              <a:gd name="G27" fmla="+- 90 0 0"/>
            </a:gdLst>
            <a:ahLst/>
            <a:cxnLst>
              <a:cxn ang="0">
                <a:pos x="r" y="vc"/>
              </a:cxn>
              <a:cxn ang="5400000">
                <a:pos x="hc" y="b"/>
              </a:cxn>
              <a:cxn ang="10800000">
                <a:pos x="l" y="vc"/>
              </a:cxn>
              <a:cxn ang="16200000">
                <a:pos x="hc" y="t"/>
              </a:cxn>
            </a:cxnLst>
            <a:rect l="0" t="0" r="0" b="0"/>
            <a:pathLst>
              <a:path>
                <a:moveTo>
                  <a:pt x="0" y="36"/>
                </a:moveTo>
                <a:lnTo>
                  <a:pt x="36" y="36"/>
                </a:lnTo>
                <a:lnTo>
                  <a:pt x="180" y="90"/>
                </a:lnTo>
                <a:lnTo>
                  <a:pt x="36" y="36"/>
                </a:lnTo>
                <a:lnTo>
                  <a:pt x="270" y="90"/>
                </a:lnTo>
                <a:close/>
              </a:path>
            </a:pathLst>
          </a:custGeom>
          <a:solidFill>
            <a:srgbClr val="1F1D1B">
              <a:alpha val="7999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de-DE"/>
          </a:p>
        </p:txBody>
      </p:sp>
      <p:sp>
        <p:nvSpPr>
          <p:cNvPr id="3464" name="AutoShape 392">
            <a:extLst>
              <a:ext uri="{FF2B5EF4-FFF2-40B4-BE49-F238E27FC236}">
                <a16:creationId xmlns:a16="http://schemas.microsoft.com/office/drawing/2014/main" id="{B3B71B67-3E0A-A4A5-DE15-B3F319BFFE8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8513" y="138113"/>
            <a:ext cx="22225" cy="22225"/>
          </a:xfrm>
          <a:custGeom>
            <a:avLst/>
            <a:gdLst>
              <a:gd name="G0" fmla="*/ 61 1 2"/>
              <a:gd name="G1" fmla="*/ 1 48365 11520"/>
              <a:gd name="G2" fmla="*/ G1 32767 1"/>
              <a:gd name="G3" fmla="*/ G2 1 32767"/>
              <a:gd name="G4" fmla="cos G0 G3"/>
              <a:gd name="G5" fmla="*/ 61 1 2"/>
              <a:gd name="G6" fmla="*/ 1 48365 11520"/>
              <a:gd name="G7" fmla="*/ G6 32767 1"/>
              <a:gd name="G8" fmla="*/ G7 1 32767"/>
              <a:gd name="G9" fmla="sin G5 G8"/>
              <a:gd name="G10" fmla="*/ 61 1 2"/>
              <a:gd name="G11" fmla="+- G10 0 G4"/>
              <a:gd name="G12" fmla="+- G10 G4 0"/>
              <a:gd name="G13" fmla="+- G12 0 0"/>
              <a:gd name="G14" fmla="*/ 61 1 2"/>
              <a:gd name="G15" fmla="+- G14 0 G9"/>
              <a:gd name="G16" fmla="+- G14 G9 0"/>
              <a:gd name="G17" fmla="+- G16 0 0"/>
              <a:gd name="G18" fmla="+- 61 0 0"/>
              <a:gd name="G19" fmla="+- 61 0 0"/>
              <a:gd name="G20" fmla="+- 180 0 0"/>
              <a:gd name="G21" fmla="+- 90 0 0"/>
              <a:gd name="G22" fmla="+- 270 0 0"/>
              <a:gd name="G23" fmla="+- 90 0 0"/>
              <a:gd name="G24" fmla="+- 0 0 0"/>
              <a:gd name="G25" fmla="+- 90 0 0"/>
              <a:gd name="G26" fmla="+- 90 0 0"/>
              <a:gd name="G27" fmla="+- 90 0 0"/>
            </a:gdLst>
            <a:ahLst/>
            <a:cxnLst>
              <a:cxn ang="0">
                <a:pos x="r" y="vc"/>
              </a:cxn>
              <a:cxn ang="5400000">
                <a:pos x="hc" y="b"/>
              </a:cxn>
              <a:cxn ang="10800000">
                <a:pos x="l" y="vc"/>
              </a:cxn>
              <a:cxn ang="16200000">
                <a:pos x="hc" y="t"/>
              </a:cxn>
            </a:cxnLst>
            <a:rect l="0" t="0" r="0" b="0"/>
            <a:pathLst>
              <a:path>
                <a:moveTo>
                  <a:pt x="0" y="31"/>
                </a:moveTo>
                <a:lnTo>
                  <a:pt x="31" y="31"/>
                </a:lnTo>
                <a:lnTo>
                  <a:pt x="180" y="90"/>
                </a:lnTo>
                <a:lnTo>
                  <a:pt x="31" y="31"/>
                </a:lnTo>
                <a:lnTo>
                  <a:pt x="270" y="90"/>
                </a:lnTo>
                <a:close/>
              </a:path>
            </a:pathLst>
          </a:custGeom>
          <a:solidFill>
            <a:srgbClr val="1F1D1B">
              <a:alpha val="7999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de-DE"/>
          </a:p>
        </p:txBody>
      </p:sp>
      <p:sp>
        <p:nvSpPr>
          <p:cNvPr id="3465" name="AutoShape 393">
            <a:extLst>
              <a:ext uri="{FF2B5EF4-FFF2-40B4-BE49-F238E27FC236}">
                <a16:creationId xmlns:a16="http://schemas.microsoft.com/office/drawing/2014/main" id="{67707BC0-7767-F5A9-0BA4-82F860B810D8}"/>
              </a:ext>
            </a:extLst>
          </p:cNvPr>
          <p:cNvSpPr>
            <a:spLocks noChangeArrowheads="1"/>
          </p:cNvSpPr>
          <p:nvPr/>
        </p:nvSpPr>
        <p:spPr bwMode="auto">
          <a:xfrm>
            <a:off x="849313" y="8578850"/>
            <a:ext cx="12700" cy="12700"/>
          </a:xfrm>
          <a:custGeom>
            <a:avLst/>
            <a:gdLst>
              <a:gd name="G0" fmla="*/ 38 1 2"/>
              <a:gd name="G1" fmla="*/ 1 48365 11520"/>
              <a:gd name="G2" fmla="*/ G1 32767 1"/>
              <a:gd name="G3" fmla="*/ G2 1 32767"/>
              <a:gd name="G4" fmla="cos G0 G3"/>
              <a:gd name="G5" fmla="*/ 38 1 2"/>
              <a:gd name="G6" fmla="*/ 1 48365 11520"/>
              <a:gd name="G7" fmla="*/ G6 32767 1"/>
              <a:gd name="G8" fmla="*/ G7 1 32767"/>
              <a:gd name="G9" fmla="sin G5 G8"/>
              <a:gd name="G10" fmla="*/ 38 1 2"/>
              <a:gd name="G11" fmla="+- G10 0 G4"/>
              <a:gd name="G12" fmla="+- G10 G4 0"/>
              <a:gd name="G13" fmla="+- G12 0 0"/>
              <a:gd name="G14" fmla="*/ 38 1 2"/>
              <a:gd name="G15" fmla="+- G14 0 G9"/>
              <a:gd name="G16" fmla="+- G14 G9 0"/>
              <a:gd name="G17" fmla="+- G16 0 0"/>
              <a:gd name="G18" fmla="+- 38 0 0"/>
              <a:gd name="G19" fmla="+- 38 0 0"/>
              <a:gd name="G20" fmla="+- 180 0 0"/>
              <a:gd name="G21" fmla="+- 90 0 0"/>
              <a:gd name="G22" fmla="+- 270 0 0"/>
              <a:gd name="G23" fmla="+- 90 0 0"/>
              <a:gd name="G24" fmla="+- 0 0 0"/>
              <a:gd name="G25" fmla="+- 90 0 0"/>
              <a:gd name="G26" fmla="+- 90 0 0"/>
              <a:gd name="G27" fmla="+- 90 0 0"/>
            </a:gdLst>
            <a:ahLst/>
            <a:cxnLst>
              <a:cxn ang="0">
                <a:pos x="r" y="vc"/>
              </a:cxn>
              <a:cxn ang="5400000">
                <a:pos x="hc" y="b"/>
              </a:cxn>
              <a:cxn ang="10800000">
                <a:pos x="l" y="vc"/>
              </a:cxn>
              <a:cxn ang="16200000">
                <a:pos x="hc" y="t"/>
              </a:cxn>
            </a:cxnLst>
            <a:rect l="0" t="0" r="0" b="0"/>
            <a:pathLst>
              <a:path>
                <a:moveTo>
                  <a:pt x="0" y="19"/>
                </a:moveTo>
                <a:lnTo>
                  <a:pt x="19" y="19"/>
                </a:lnTo>
                <a:lnTo>
                  <a:pt x="180" y="90"/>
                </a:lnTo>
                <a:lnTo>
                  <a:pt x="19" y="19"/>
                </a:lnTo>
                <a:lnTo>
                  <a:pt x="270" y="90"/>
                </a:lnTo>
                <a:close/>
              </a:path>
            </a:pathLst>
          </a:custGeom>
          <a:solidFill>
            <a:srgbClr val="1F1D1B">
              <a:alpha val="7999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de-DE"/>
          </a:p>
        </p:txBody>
      </p:sp>
      <p:sp>
        <p:nvSpPr>
          <p:cNvPr id="3466" name="AutoShape 394">
            <a:extLst>
              <a:ext uri="{FF2B5EF4-FFF2-40B4-BE49-F238E27FC236}">
                <a16:creationId xmlns:a16="http://schemas.microsoft.com/office/drawing/2014/main" id="{B90CF5C4-0680-1A88-EA2A-3012C1283D74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77113" y="3586163"/>
            <a:ext cx="23812" cy="23812"/>
          </a:xfrm>
          <a:custGeom>
            <a:avLst/>
            <a:gdLst>
              <a:gd name="G0" fmla="*/ 67 1 2"/>
              <a:gd name="G1" fmla="*/ 1 48365 11520"/>
              <a:gd name="G2" fmla="*/ G1 32767 1"/>
              <a:gd name="G3" fmla="*/ G2 1 32767"/>
              <a:gd name="G4" fmla="cos G0 G3"/>
              <a:gd name="G5" fmla="*/ 67 1 2"/>
              <a:gd name="G6" fmla="*/ 1 48365 11520"/>
              <a:gd name="G7" fmla="*/ G6 32767 1"/>
              <a:gd name="G8" fmla="*/ G7 1 32767"/>
              <a:gd name="G9" fmla="sin G5 G8"/>
              <a:gd name="G10" fmla="*/ 67 1 2"/>
              <a:gd name="G11" fmla="+- G10 0 G4"/>
              <a:gd name="G12" fmla="+- G10 G4 0"/>
              <a:gd name="G13" fmla="+- G12 0 0"/>
              <a:gd name="G14" fmla="*/ 67 1 2"/>
              <a:gd name="G15" fmla="+- G14 0 G9"/>
              <a:gd name="G16" fmla="+- G14 G9 0"/>
              <a:gd name="G17" fmla="+- G16 0 0"/>
              <a:gd name="G18" fmla="+- 67 0 0"/>
              <a:gd name="G19" fmla="+- 67 0 0"/>
              <a:gd name="G20" fmla="+- 180 0 0"/>
              <a:gd name="G21" fmla="+- 90 0 0"/>
              <a:gd name="G22" fmla="+- 270 0 0"/>
              <a:gd name="G23" fmla="+- 90 0 0"/>
              <a:gd name="G24" fmla="+- 0 0 0"/>
              <a:gd name="G25" fmla="+- 90 0 0"/>
              <a:gd name="G26" fmla="+- 90 0 0"/>
              <a:gd name="G27" fmla="+- 90 0 0"/>
            </a:gdLst>
            <a:ahLst/>
            <a:cxnLst>
              <a:cxn ang="0">
                <a:pos x="r" y="vc"/>
              </a:cxn>
              <a:cxn ang="5400000">
                <a:pos x="hc" y="b"/>
              </a:cxn>
              <a:cxn ang="10800000">
                <a:pos x="l" y="vc"/>
              </a:cxn>
              <a:cxn ang="16200000">
                <a:pos x="hc" y="t"/>
              </a:cxn>
            </a:cxnLst>
            <a:rect l="0" t="0" r="0" b="0"/>
            <a:pathLst>
              <a:path>
                <a:moveTo>
                  <a:pt x="0" y="34"/>
                </a:moveTo>
                <a:lnTo>
                  <a:pt x="34" y="34"/>
                </a:lnTo>
                <a:lnTo>
                  <a:pt x="180" y="90"/>
                </a:lnTo>
                <a:lnTo>
                  <a:pt x="34" y="34"/>
                </a:lnTo>
                <a:lnTo>
                  <a:pt x="270" y="90"/>
                </a:lnTo>
                <a:close/>
              </a:path>
            </a:pathLst>
          </a:custGeom>
          <a:solidFill>
            <a:srgbClr val="1F1D1B">
              <a:alpha val="7999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de-DE"/>
          </a:p>
        </p:txBody>
      </p:sp>
      <p:sp>
        <p:nvSpPr>
          <p:cNvPr id="3467" name="AutoShape 395">
            <a:extLst>
              <a:ext uri="{FF2B5EF4-FFF2-40B4-BE49-F238E27FC236}">
                <a16:creationId xmlns:a16="http://schemas.microsoft.com/office/drawing/2014/main" id="{F8BBFB91-C3B4-5DE9-9968-33D34828F9F6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6938" y="9466263"/>
            <a:ext cx="26987" cy="26987"/>
          </a:xfrm>
          <a:custGeom>
            <a:avLst/>
            <a:gdLst>
              <a:gd name="G0" fmla="*/ 76 1 2"/>
              <a:gd name="G1" fmla="*/ 1 48365 11520"/>
              <a:gd name="G2" fmla="*/ G1 32767 1"/>
              <a:gd name="G3" fmla="*/ G2 1 32767"/>
              <a:gd name="G4" fmla="cos G0 G3"/>
              <a:gd name="G5" fmla="*/ 76 1 2"/>
              <a:gd name="G6" fmla="*/ 1 48365 11520"/>
              <a:gd name="G7" fmla="*/ G6 32767 1"/>
              <a:gd name="G8" fmla="*/ G7 1 32767"/>
              <a:gd name="G9" fmla="sin G5 G8"/>
              <a:gd name="G10" fmla="*/ 76 1 2"/>
              <a:gd name="G11" fmla="+- G10 0 G4"/>
              <a:gd name="G12" fmla="+- G10 G4 0"/>
              <a:gd name="G13" fmla="+- G12 0 0"/>
              <a:gd name="G14" fmla="*/ 76 1 2"/>
              <a:gd name="G15" fmla="+- G14 0 G9"/>
              <a:gd name="G16" fmla="+- G14 G9 0"/>
              <a:gd name="G17" fmla="+- G16 0 0"/>
              <a:gd name="G18" fmla="+- 76 0 0"/>
              <a:gd name="G19" fmla="+- 76 0 0"/>
              <a:gd name="G20" fmla="+- 180 0 0"/>
              <a:gd name="G21" fmla="+- 90 0 0"/>
              <a:gd name="G22" fmla="+- 270 0 0"/>
              <a:gd name="G23" fmla="+- 90 0 0"/>
              <a:gd name="G24" fmla="+- 0 0 0"/>
              <a:gd name="G25" fmla="+- 90 0 0"/>
              <a:gd name="G26" fmla="+- 90 0 0"/>
              <a:gd name="G27" fmla="+- 90 0 0"/>
            </a:gdLst>
            <a:ahLst/>
            <a:cxnLst>
              <a:cxn ang="0">
                <a:pos x="r" y="vc"/>
              </a:cxn>
              <a:cxn ang="5400000">
                <a:pos x="hc" y="b"/>
              </a:cxn>
              <a:cxn ang="10800000">
                <a:pos x="l" y="vc"/>
              </a:cxn>
              <a:cxn ang="16200000">
                <a:pos x="hc" y="t"/>
              </a:cxn>
            </a:cxnLst>
            <a:rect l="0" t="0" r="0" b="0"/>
            <a:pathLst>
              <a:path>
                <a:moveTo>
                  <a:pt x="0" y="38"/>
                </a:moveTo>
                <a:lnTo>
                  <a:pt x="38" y="38"/>
                </a:lnTo>
                <a:lnTo>
                  <a:pt x="180" y="90"/>
                </a:lnTo>
                <a:lnTo>
                  <a:pt x="38" y="38"/>
                </a:lnTo>
                <a:lnTo>
                  <a:pt x="270" y="90"/>
                </a:lnTo>
                <a:close/>
              </a:path>
            </a:pathLst>
          </a:custGeom>
          <a:solidFill>
            <a:srgbClr val="1F1D1B">
              <a:alpha val="7999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de-DE"/>
          </a:p>
        </p:txBody>
      </p:sp>
      <p:sp>
        <p:nvSpPr>
          <p:cNvPr id="3468" name="AutoShape 396">
            <a:extLst>
              <a:ext uri="{FF2B5EF4-FFF2-40B4-BE49-F238E27FC236}">
                <a16:creationId xmlns:a16="http://schemas.microsoft.com/office/drawing/2014/main" id="{F06F4FB5-C6D7-53BD-454C-227DE3AA120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80263" y="234950"/>
            <a:ext cx="12700" cy="12700"/>
          </a:xfrm>
          <a:custGeom>
            <a:avLst/>
            <a:gdLst>
              <a:gd name="G0" fmla="*/ 37 1 2"/>
              <a:gd name="G1" fmla="*/ 1 48365 11520"/>
              <a:gd name="G2" fmla="*/ G1 32767 1"/>
              <a:gd name="G3" fmla="*/ G2 1 32767"/>
              <a:gd name="G4" fmla="cos G0 G3"/>
              <a:gd name="G5" fmla="*/ 37 1 2"/>
              <a:gd name="G6" fmla="*/ 1 48365 11520"/>
              <a:gd name="G7" fmla="*/ G6 32767 1"/>
              <a:gd name="G8" fmla="*/ G7 1 32767"/>
              <a:gd name="G9" fmla="sin G5 G8"/>
              <a:gd name="G10" fmla="*/ 37 1 2"/>
              <a:gd name="G11" fmla="+- G10 0 G4"/>
              <a:gd name="G12" fmla="+- G10 G4 0"/>
              <a:gd name="G13" fmla="+- G12 0 0"/>
              <a:gd name="G14" fmla="*/ 37 1 2"/>
              <a:gd name="G15" fmla="+- G14 0 G9"/>
              <a:gd name="G16" fmla="+- G14 G9 0"/>
              <a:gd name="G17" fmla="+- G16 0 0"/>
              <a:gd name="G18" fmla="+- 37 0 0"/>
              <a:gd name="G19" fmla="+- 37 0 0"/>
              <a:gd name="G20" fmla="+- 180 0 0"/>
              <a:gd name="G21" fmla="+- 90 0 0"/>
              <a:gd name="G22" fmla="+- 270 0 0"/>
              <a:gd name="G23" fmla="+- 90 0 0"/>
              <a:gd name="G24" fmla="+- 0 0 0"/>
              <a:gd name="G25" fmla="+- 90 0 0"/>
              <a:gd name="G26" fmla="+- 90 0 0"/>
              <a:gd name="G27" fmla="+- 90 0 0"/>
            </a:gdLst>
            <a:ahLst/>
            <a:cxnLst>
              <a:cxn ang="0">
                <a:pos x="r" y="vc"/>
              </a:cxn>
              <a:cxn ang="5400000">
                <a:pos x="hc" y="b"/>
              </a:cxn>
              <a:cxn ang="10800000">
                <a:pos x="l" y="vc"/>
              </a:cxn>
              <a:cxn ang="16200000">
                <a:pos x="hc" y="t"/>
              </a:cxn>
            </a:cxnLst>
            <a:rect l="0" t="0" r="0" b="0"/>
            <a:pathLst>
              <a:path>
                <a:moveTo>
                  <a:pt x="0" y="19"/>
                </a:moveTo>
                <a:lnTo>
                  <a:pt x="19" y="19"/>
                </a:lnTo>
                <a:lnTo>
                  <a:pt x="180" y="90"/>
                </a:lnTo>
                <a:lnTo>
                  <a:pt x="19" y="19"/>
                </a:lnTo>
                <a:lnTo>
                  <a:pt x="270" y="90"/>
                </a:lnTo>
                <a:close/>
              </a:path>
            </a:pathLst>
          </a:custGeom>
          <a:solidFill>
            <a:srgbClr val="1F1D1B">
              <a:alpha val="7999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de-DE"/>
          </a:p>
        </p:txBody>
      </p:sp>
      <p:sp>
        <p:nvSpPr>
          <p:cNvPr id="3469" name="AutoShape 397">
            <a:extLst>
              <a:ext uri="{FF2B5EF4-FFF2-40B4-BE49-F238E27FC236}">
                <a16:creationId xmlns:a16="http://schemas.microsoft.com/office/drawing/2014/main" id="{91A20241-F2B7-7EEB-823A-761DBC790A8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42113" y="200025"/>
            <a:ext cx="22225" cy="22225"/>
          </a:xfrm>
          <a:custGeom>
            <a:avLst/>
            <a:gdLst>
              <a:gd name="G0" fmla="*/ 62 1 2"/>
              <a:gd name="G1" fmla="*/ 1 48365 11520"/>
              <a:gd name="G2" fmla="*/ G1 32767 1"/>
              <a:gd name="G3" fmla="*/ G2 1 32767"/>
              <a:gd name="G4" fmla="cos G0 G3"/>
              <a:gd name="G5" fmla="*/ 62 1 2"/>
              <a:gd name="G6" fmla="*/ 1 48365 11520"/>
              <a:gd name="G7" fmla="*/ G6 32767 1"/>
              <a:gd name="G8" fmla="*/ G7 1 32767"/>
              <a:gd name="G9" fmla="sin G5 G8"/>
              <a:gd name="G10" fmla="*/ 62 1 2"/>
              <a:gd name="G11" fmla="+- G10 0 G4"/>
              <a:gd name="G12" fmla="+- G10 G4 0"/>
              <a:gd name="G13" fmla="+- G12 0 0"/>
              <a:gd name="G14" fmla="*/ 62 1 2"/>
              <a:gd name="G15" fmla="+- G14 0 G9"/>
              <a:gd name="G16" fmla="+- G14 G9 0"/>
              <a:gd name="G17" fmla="+- G16 0 0"/>
              <a:gd name="G18" fmla="+- 62 0 0"/>
              <a:gd name="G19" fmla="+- 62 0 0"/>
              <a:gd name="G20" fmla="+- 180 0 0"/>
              <a:gd name="G21" fmla="+- 90 0 0"/>
              <a:gd name="G22" fmla="+- 270 0 0"/>
              <a:gd name="G23" fmla="+- 90 0 0"/>
              <a:gd name="G24" fmla="+- 0 0 0"/>
              <a:gd name="G25" fmla="+- 90 0 0"/>
              <a:gd name="G26" fmla="+- 90 0 0"/>
              <a:gd name="G27" fmla="+- 90 0 0"/>
            </a:gdLst>
            <a:ahLst/>
            <a:cxnLst>
              <a:cxn ang="0">
                <a:pos x="r" y="vc"/>
              </a:cxn>
              <a:cxn ang="5400000">
                <a:pos x="hc" y="b"/>
              </a:cxn>
              <a:cxn ang="10800000">
                <a:pos x="l" y="vc"/>
              </a:cxn>
              <a:cxn ang="16200000">
                <a:pos x="hc" y="t"/>
              </a:cxn>
            </a:cxnLst>
            <a:rect l="0" t="0" r="0" b="0"/>
            <a:pathLst>
              <a:path>
                <a:moveTo>
                  <a:pt x="0" y="31"/>
                </a:moveTo>
                <a:lnTo>
                  <a:pt x="31" y="31"/>
                </a:lnTo>
                <a:lnTo>
                  <a:pt x="180" y="90"/>
                </a:lnTo>
                <a:lnTo>
                  <a:pt x="31" y="31"/>
                </a:lnTo>
                <a:lnTo>
                  <a:pt x="270" y="90"/>
                </a:lnTo>
                <a:close/>
              </a:path>
            </a:pathLst>
          </a:custGeom>
          <a:solidFill>
            <a:srgbClr val="1F1D1B">
              <a:alpha val="7999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de-DE"/>
          </a:p>
        </p:txBody>
      </p:sp>
      <p:sp>
        <p:nvSpPr>
          <p:cNvPr id="3470" name="AutoShape 398">
            <a:extLst>
              <a:ext uri="{FF2B5EF4-FFF2-40B4-BE49-F238E27FC236}">
                <a16:creationId xmlns:a16="http://schemas.microsoft.com/office/drawing/2014/main" id="{10F650BB-DE98-8DB8-1AF4-B0FF849D14A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24150" y="3495675"/>
            <a:ext cx="11113" cy="11113"/>
          </a:xfrm>
          <a:custGeom>
            <a:avLst/>
            <a:gdLst>
              <a:gd name="G0" fmla="*/ 32 1 2"/>
              <a:gd name="G1" fmla="*/ 1 48365 11520"/>
              <a:gd name="G2" fmla="*/ G1 32767 1"/>
              <a:gd name="G3" fmla="*/ G2 1 32767"/>
              <a:gd name="G4" fmla="cos G0 G3"/>
              <a:gd name="G5" fmla="*/ 32 1 2"/>
              <a:gd name="G6" fmla="*/ 1 48365 11520"/>
              <a:gd name="G7" fmla="*/ G6 32767 1"/>
              <a:gd name="G8" fmla="*/ G7 1 32767"/>
              <a:gd name="G9" fmla="sin G5 G8"/>
              <a:gd name="G10" fmla="*/ 32 1 2"/>
              <a:gd name="G11" fmla="+- G10 0 G4"/>
              <a:gd name="G12" fmla="+- G10 G4 0"/>
              <a:gd name="G13" fmla="+- G12 0 0"/>
              <a:gd name="G14" fmla="*/ 32 1 2"/>
              <a:gd name="G15" fmla="+- G14 0 G9"/>
              <a:gd name="G16" fmla="+- G14 G9 0"/>
              <a:gd name="G17" fmla="+- G16 0 0"/>
              <a:gd name="G18" fmla="+- 32 0 0"/>
              <a:gd name="G19" fmla="+- 32 0 0"/>
              <a:gd name="G20" fmla="+- 180 0 0"/>
              <a:gd name="G21" fmla="+- 90 0 0"/>
              <a:gd name="G22" fmla="+- 270 0 0"/>
              <a:gd name="G23" fmla="+- 90 0 0"/>
              <a:gd name="G24" fmla="+- 0 0 0"/>
              <a:gd name="G25" fmla="+- 90 0 0"/>
              <a:gd name="G26" fmla="+- 90 0 0"/>
              <a:gd name="G27" fmla="+- 90 0 0"/>
            </a:gdLst>
            <a:ahLst/>
            <a:cxnLst>
              <a:cxn ang="0">
                <a:pos x="r" y="vc"/>
              </a:cxn>
              <a:cxn ang="5400000">
                <a:pos x="hc" y="b"/>
              </a:cxn>
              <a:cxn ang="10800000">
                <a:pos x="l" y="vc"/>
              </a:cxn>
              <a:cxn ang="16200000">
                <a:pos x="hc" y="t"/>
              </a:cxn>
            </a:cxnLst>
            <a:rect l="0" t="0" r="0" b="0"/>
            <a:pathLst>
              <a:path>
                <a:moveTo>
                  <a:pt x="0" y="16"/>
                </a:moveTo>
                <a:lnTo>
                  <a:pt x="16" y="16"/>
                </a:lnTo>
                <a:lnTo>
                  <a:pt x="180" y="90"/>
                </a:lnTo>
                <a:lnTo>
                  <a:pt x="16" y="16"/>
                </a:lnTo>
                <a:lnTo>
                  <a:pt x="270" y="90"/>
                </a:lnTo>
                <a:close/>
              </a:path>
            </a:pathLst>
          </a:custGeom>
          <a:solidFill>
            <a:srgbClr val="1F1D1B">
              <a:alpha val="7999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de-DE"/>
          </a:p>
        </p:txBody>
      </p:sp>
      <p:sp>
        <p:nvSpPr>
          <p:cNvPr id="3471" name="AutoShape 399">
            <a:extLst>
              <a:ext uri="{FF2B5EF4-FFF2-40B4-BE49-F238E27FC236}">
                <a16:creationId xmlns:a16="http://schemas.microsoft.com/office/drawing/2014/main" id="{4B655AF6-B6E4-7D54-0DF4-464B9E43B02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11838" y="4254500"/>
            <a:ext cx="20637" cy="20638"/>
          </a:xfrm>
          <a:custGeom>
            <a:avLst/>
            <a:gdLst>
              <a:gd name="G0" fmla="*/ 58 1 2"/>
              <a:gd name="G1" fmla="*/ 1 48365 11520"/>
              <a:gd name="G2" fmla="*/ G1 32767 1"/>
              <a:gd name="G3" fmla="*/ G2 1 32767"/>
              <a:gd name="G4" fmla="cos G0 G3"/>
              <a:gd name="G5" fmla="*/ 58 1 2"/>
              <a:gd name="G6" fmla="*/ 1 48365 11520"/>
              <a:gd name="G7" fmla="*/ G6 32767 1"/>
              <a:gd name="G8" fmla="*/ G7 1 32767"/>
              <a:gd name="G9" fmla="sin G5 G8"/>
              <a:gd name="G10" fmla="*/ 58 1 2"/>
              <a:gd name="G11" fmla="+- G10 0 G4"/>
              <a:gd name="G12" fmla="+- G10 G4 0"/>
              <a:gd name="G13" fmla="+- G12 0 0"/>
              <a:gd name="G14" fmla="*/ 58 1 2"/>
              <a:gd name="G15" fmla="+- G14 0 G9"/>
              <a:gd name="G16" fmla="+- G14 G9 0"/>
              <a:gd name="G17" fmla="+- G16 0 0"/>
              <a:gd name="G18" fmla="+- 58 0 0"/>
              <a:gd name="G19" fmla="+- 58 0 0"/>
              <a:gd name="G20" fmla="+- 180 0 0"/>
              <a:gd name="G21" fmla="+- 90 0 0"/>
              <a:gd name="G22" fmla="+- 270 0 0"/>
              <a:gd name="G23" fmla="+- 90 0 0"/>
              <a:gd name="G24" fmla="+- 0 0 0"/>
              <a:gd name="G25" fmla="+- 90 0 0"/>
              <a:gd name="G26" fmla="+- 90 0 0"/>
              <a:gd name="G27" fmla="+- 90 0 0"/>
            </a:gdLst>
            <a:ahLst/>
            <a:cxnLst>
              <a:cxn ang="0">
                <a:pos x="r" y="vc"/>
              </a:cxn>
              <a:cxn ang="5400000">
                <a:pos x="hc" y="b"/>
              </a:cxn>
              <a:cxn ang="10800000">
                <a:pos x="l" y="vc"/>
              </a:cxn>
              <a:cxn ang="16200000">
                <a:pos x="hc" y="t"/>
              </a:cxn>
            </a:cxnLst>
            <a:rect l="0" t="0" r="0" b="0"/>
            <a:pathLst>
              <a:path>
                <a:moveTo>
                  <a:pt x="0" y="29"/>
                </a:moveTo>
                <a:lnTo>
                  <a:pt x="29" y="29"/>
                </a:lnTo>
                <a:lnTo>
                  <a:pt x="180" y="90"/>
                </a:lnTo>
                <a:lnTo>
                  <a:pt x="29" y="29"/>
                </a:lnTo>
                <a:lnTo>
                  <a:pt x="270" y="90"/>
                </a:lnTo>
                <a:close/>
              </a:path>
            </a:pathLst>
          </a:custGeom>
          <a:solidFill>
            <a:srgbClr val="1F1D1B">
              <a:alpha val="7999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de-DE"/>
          </a:p>
        </p:txBody>
      </p:sp>
      <p:sp>
        <p:nvSpPr>
          <p:cNvPr id="3472" name="AutoShape 400">
            <a:extLst>
              <a:ext uri="{FF2B5EF4-FFF2-40B4-BE49-F238E27FC236}">
                <a16:creationId xmlns:a16="http://schemas.microsoft.com/office/drawing/2014/main" id="{E828A848-000D-BDA3-12F7-B861F6CCE03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64000" y="6664325"/>
            <a:ext cx="23813" cy="23813"/>
          </a:xfrm>
          <a:custGeom>
            <a:avLst/>
            <a:gdLst>
              <a:gd name="G0" fmla="*/ 67 1 2"/>
              <a:gd name="G1" fmla="*/ 1 48365 11520"/>
              <a:gd name="G2" fmla="*/ G1 32767 1"/>
              <a:gd name="G3" fmla="*/ G2 1 32767"/>
              <a:gd name="G4" fmla="cos G0 G3"/>
              <a:gd name="G5" fmla="*/ 67 1 2"/>
              <a:gd name="G6" fmla="*/ 1 48365 11520"/>
              <a:gd name="G7" fmla="*/ G6 32767 1"/>
              <a:gd name="G8" fmla="*/ G7 1 32767"/>
              <a:gd name="G9" fmla="sin G5 G8"/>
              <a:gd name="G10" fmla="*/ 67 1 2"/>
              <a:gd name="G11" fmla="+- G10 0 G4"/>
              <a:gd name="G12" fmla="+- G10 G4 0"/>
              <a:gd name="G13" fmla="+- G12 0 0"/>
              <a:gd name="G14" fmla="*/ 67 1 2"/>
              <a:gd name="G15" fmla="+- G14 0 G9"/>
              <a:gd name="G16" fmla="+- G14 G9 0"/>
              <a:gd name="G17" fmla="+- G16 0 0"/>
              <a:gd name="G18" fmla="+- 67 0 0"/>
              <a:gd name="G19" fmla="+- 67 0 0"/>
              <a:gd name="G20" fmla="+- 180 0 0"/>
              <a:gd name="G21" fmla="+- 90 0 0"/>
              <a:gd name="G22" fmla="+- 270 0 0"/>
              <a:gd name="G23" fmla="+- 90 0 0"/>
              <a:gd name="G24" fmla="+- 0 0 0"/>
              <a:gd name="G25" fmla="+- 90 0 0"/>
              <a:gd name="G26" fmla="+- 90 0 0"/>
              <a:gd name="G27" fmla="+- 90 0 0"/>
            </a:gdLst>
            <a:ahLst/>
            <a:cxnLst>
              <a:cxn ang="0">
                <a:pos x="r" y="vc"/>
              </a:cxn>
              <a:cxn ang="5400000">
                <a:pos x="hc" y="b"/>
              </a:cxn>
              <a:cxn ang="10800000">
                <a:pos x="l" y="vc"/>
              </a:cxn>
              <a:cxn ang="16200000">
                <a:pos x="hc" y="t"/>
              </a:cxn>
            </a:cxnLst>
            <a:rect l="0" t="0" r="0" b="0"/>
            <a:pathLst>
              <a:path>
                <a:moveTo>
                  <a:pt x="0" y="34"/>
                </a:moveTo>
                <a:lnTo>
                  <a:pt x="34" y="34"/>
                </a:lnTo>
                <a:lnTo>
                  <a:pt x="180" y="90"/>
                </a:lnTo>
                <a:lnTo>
                  <a:pt x="34" y="34"/>
                </a:lnTo>
                <a:lnTo>
                  <a:pt x="270" y="90"/>
                </a:lnTo>
                <a:close/>
              </a:path>
            </a:pathLst>
          </a:custGeom>
          <a:solidFill>
            <a:srgbClr val="1F1D1B">
              <a:alpha val="7999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de-DE"/>
          </a:p>
        </p:txBody>
      </p:sp>
      <p:sp>
        <p:nvSpPr>
          <p:cNvPr id="3473" name="AutoShape 401">
            <a:extLst>
              <a:ext uri="{FF2B5EF4-FFF2-40B4-BE49-F238E27FC236}">
                <a16:creationId xmlns:a16="http://schemas.microsoft.com/office/drawing/2014/main" id="{CF699A78-1BDE-D22C-209C-B6FFC85AA75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0713" y="4860925"/>
            <a:ext cx="11112" cy="11113"/>
          </a:xfrm>
          <a:custGeom>
            <a:avLst/>
            <a:gdLst>
              <a:gd name="G0" fmla="*/ 33 1 2"/>
              <a:gd name="G1" fmla="*/ 1 48365 11520"/>
              <a:gd name="G2" fmla="*/ G1 32767 1"/>
              <a:gd name="G3" fmla="*/ G2 1 32767"/>
              <a:gd name="G4" fmla="cos G0 G3"/>
              <a:gd name="G5" fmla="*/ 33 1 2"/>
              <a:gd name="G6" fmla="*/ 1 48365 11520"/>
              <a:gd name="G7" fmla="*/ G6 32767 1"/>
              <a:gd name="G8" fmla="*/ G7 1 32767"/>
              <a:gd name="G9" fmla="sin G5 G8"/>
              <a:gd name="G10" fmla="*/ 33 1 2"/>
              <a:gd name="G11" fmla="+- G10 0 G4"/>
              <a:gd name="G12" fmla="+- G10 G4 0"/>
              <a:gd name="G13" fmla="+- G12 0 0"/>
              <a:gd name="G14" fmla="*/ 33 1 2"/>
              <a:gd name="G15" fmla="+- G14 0 G9"/>
              <a:gd name="G16" fmla="+- G14 G9 0"/>
              <a:gd name="G17" fmla="+- G16 0 0"/>
              <a:gd name="G18" fmla="+- 33 0 0"/>
              <a:gd name="G19" fmla="+- 33 0 0"/>
              <a:gd name="G20" fmla="+- 180 0 0"/>
              <a:gd name="G21" fmla="+- 90 0 0"/>
              <a:gd name="G22" fmla="+- 270 0 0"/>
              <a:gd name="G23" fmla="+- 90 0 0"/>
              <a:gd name="G24" fmla="+- 0 0 0"/>
              <a:gd name="G25" fmla="+- 90 0 0"/>
              <a:gd name="G26" fmla="+- 90 0 0"/>
              <a:gd name="G27" fmla="+- 90 0 0"/>
            </a:gdLst>
            <a:ahLst/>
            <a:cxnLst>
              <a:cxn ang="0">
                <a:pos x="r" y="vc"/>
              </a:cxn>
              <a:cxn ang="5400000">
                <a:pos x="hc" y="b"/>
              </a:cxn>
              <a:cxn ang="10800000">
                <a:pos x="l" y="vc"/>
              </a:cxn>
              <a:cxn ang="16200000">
                <a:pos x="hc" y="t"/>
              </a:cxn>
            </a:cxnLst>
            <a:rect l="0" t="0" r="0" b="0"/>
            <a:pathLst>
              <a:path>
                <a:moveTo>
                  <a:pt x="0" y="17"/>
                </a:moveTo>
                <a:lnTo>
                  <a:pt x="17" y="17"/>
                </a:lnTo>
                <a:lnTo>
                  <a:pt x="180" y="90"/>
                </a:lnTo>
                <a:lnTo>
                  <a:pt x="17" y="17"/>
                </a:lnTo>
                <a:lnTo>
                  <a:pt x="270" y="90"/>
                </a:lnTo>
                <a:close/>
              </a:path>
            </a:pathLst>
          </a:custGeom>
          <a:solidFill>
            <a:srgbClr val="1F1D1B">
              <a:alpha val="7999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de-DE"/>
          </a:p>
        </p:txBody>
      </p:sp>
      <p:sp>
        <p:nvSpPr>
          <p:cNvPr id="3474" name="AutoShape 402">
            <a:extLst>
              <a:ext uri="{FF2B5EF4-FFF2-40B4-BE49-F238E27FC236}">
                <a16:creationId xmlns:a16="http://schemas.microsoft.com/office/drawing/2014/main" id="{35965128-5792-2682-6049-581674D738F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72200" y="3033713"/>
            <a:ext cx="23813" cy="23812"/>
          </a:xfrm>
          <a:custGeom>
            <a:avLst/>
            <a:gdLst>
              <a:gd name="G0" fmla="*/ 66 1 2"/>
              <a:gd name="G1" fmla="*/ 1 48365 11520"/>
              <a:gd name="G2" fmla="*/ G1 32767 1"/>
              <a:gd name="G3" fmla="*/ G2 1 32767"/>
              <a:gd name="G4" fmla="cos G0 G3"/>
              <a:gd name="G5" fmla="*/ 66 1 2"/>
              <a:gd name="G6" fmla="*/ 1 48365 11520"/>
              <a:gd name="G7" fmla="*/ G6 32767 1"/>
              <a:gd name="G8" fmla="*/ G7 1 32767"/>
              <a:gd name="G9" fmla="sin G5 G8"/>
              <a:gd name="G10" fmla="*/ 66 1 2"/>
              <a:gd name="G11" fmla="+- G10 0 G4"/>
              <a:gd name="G12" fmla="+- G10 G4 0"/>
              <a:gd name="G13" fmla="+- G12 0 0"/>
              <a:gd name="G14" fmla="*/ 66 1 2"/>
              <a:gd name="G15" fmla="+- G14 0 G9"/>
              <a:gd name="G16" fmla="+- G14 G9 0"/>
              <a:gd name="G17" fmla="+- G16 0 0"/>
              <a:gd name="G18" fmla="+- 66 0 0"/>
              <a:gd name="G19" fmla="+- 66 0 0"/>
              <a:gd name="G20" fmla="+- 180 0 0"/>
              <a:gd name="G21" fmla="+- 90 0 0"/>
              <a:gd name="G22" fmla="+- 270 0 0"/>
              <a:gd name="G23" fmla="+- 90 0 0"/>
              <a:gd name="G24" fmla="+- 0 0 0"/>
              <a:gd name="G25" fmla="+- 90 0 0"/>
              <a:gd name="G26" fmla="+- 90 0 0"/>
              <a:gd name="G27" fmla="+- 90 0 0"/>
            </a:gdLst>
            <a:ahLst/>
            <a:cxnLst>
              <a:cxn ang="0">
                <a:pos x="r" y="vc"/>
              </a:cxn>
              <a:cxn ang="5400000">
                <a:pos x="hc" y="b"/>
              </a:cxn>
              <a:cxn ang="10800000">
                <a:pos x="l" y="vc"/>
              </a:cxn>
              <a:cxn ang="16200000">
                <a:pos x="hc" y="t"/>
              </a:cxn>
            </a:cxnLst>
            <a:rect l="0" t="0" r="0" b="0"/>
            <a:pathLst>
              <a:path>
                <a:moveTo>
                  <a:pt x="0" y="33"/>
                </a:moveTo>
                <a:lnTo>
                  <a:pt x="33" y="33"/>
                </a:lnTo>
                <a:lnTo>
                  <a:pt x="180" y="90"/>
                </a:lnTo>
                <a:lnTo>
                  <a:pt x="33" y="33"/>
                </a:lnTo>
                <a:lnTo>
                  <a:pt x="270" y="90"/>
                </a:lnTo>
                <a:close/>
              </a:path>
            </a:pathLst>
          </a:custGeom>
          <a:solidFill>
            <a:srgbClr val="1F1D1B">
              <a:alpha val="7999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de-DE"/>
          </a:p>
        </p:txBody>
      </p:sp>
      <p:sp>
        <p:nvSpPr>
          <p:cNvPr id="3475" name="AutoShape 403">
            <a:extLst>
              <a:ext uri="{FF2B5EF4-FFF2-40B4-BE49-F238E27FC236}">
                <a16:creationId xmlns:a16="http://schemas.microsoft.com/office/drawing/2014/main" id="{3631C795-47AE-3610-6AFB-339E3C9D1B4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28725" y="5375275"/>
            <a:ext cx="17463" cy="17463"/>
          </a:xfrm>
          <a:custGeom>
            <a:avLst/>
            <a:gdLst>
              <a:gd name="G0" fmla="*/ 48 1 2"/>
              <a:gd name="G1" fmla="*/ 1 48365 11520"/>
              <a:gd name="G2" fmla="*/ G1 32767 1"/>
              <a:gd name="G3" fmla="*/ G2 1 32767"/>
              <a:gd name="G4" fmla="cos G0 G3"/>
              <a:gd name="G5" fmla="*/ 48 1 2"/>
              <a:gd name="G6" fmla="*/ 1 48365 11520"/>
              <a:gd name="G7" fmla="*/ G6 32767 1"/>
              <a:gd name="G8" fmla="*/ G7 1 32767"/>
              <a:gd name="G9" fmla="sin G5 G8"/>
              <a:gd name="G10" fmla="*/ 48 1 2"/>
              <a:gd name="G11" fmla="+- G10 0 G4"/>
              <a:gd name="G12" fmla="+- G10 G4 0"/>
              <a:gd name="G13" fmla="+- G12 0 0"/>
              <a:gd name="G14" fmla="*/ 48 1 2"/>
              <a:gd name="G15" fmla="+- G14 0 G9"/>
              <a:gd name="G16" fmla="+- G14 G9 0"/>
              <a:gd name="G17" fmla="+- G16 0 0"/>
              <a:gd name="G18" fmla="+- 48 0 0"/>
              <a:gd name="G19" fmla="+- 48 0 0"/>
              <a:gd name="G20" fmla="+- 180 0 0"/>
              <a:gd name="G21" fmla="+- 90 0 0"/>
              <a:gd name="G22" fmla="+- 270 0 0"/>
              <a:gd name="G23" fmla="+- 90 0 0"/>
              <a:gd name="G24" fmla="+- 0 0 0"/>
              <a:gd name="G25" fmla="+- 90 0 0"/>
              <a:gd name="G26" fmla="+- 90 0 0"/>
              <a:gd name="G27" fmla="+- 90 0 0"/>
            </a:gdLst>
            <a:ahLst/>
            <a:cxnLst>
              <a:cxn ang="0">
                <a:pos x="r" y="vc"/>
              </a:cxn>
              <a:cxn ang="5400000">
                <a:pos x="hc" y="b"/>
              </a:cxn>
              <a:cxn ang="10800000">
                <a:pos x="l" y="vc"/>
              </a:cxn>
              <a:cxn ang="16200000">
                <a:pos x="hc" y="t"/>
              </a:cxn>
            </a:cxnLst>
            <a:rect l="0" t="0" r="0" b="0"/>
            <a:pathLst>
              <a:path>
                <a:moveTo>
                  <a:pt x="0" y="24"/>
                </a:moveTo>
                <a:lnTo>
                  <a:pt x="24" y="24"/>
                </a:lnTo>
                <a:lnTo>
                  <a:pt x="180" y="90"/>
                </a:lnTo>
                <a:lnTo>
                  <a:pt x="24" y="24"/>
                </a:lnTo>
                <a:lnTo>
                  <a:pt x="270" y="90"/>
                </a:lnTo>
                <a:close/>
              </a:path>
            </a:pathLst>
          </a:custGeom>
          <a:solidFill>
            <a:srgbClr val="1F1D1B">
              <a:alpha val="7999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de-DE"/>
          </a:p>
        </p:txBody>
      </p:sp>
      <p:sp>
        <p:nvSpPr>
          <p:cNvPr id="3476" name="AutoShape 404">
            <a:extLst>
              <a:ext uri="{FF2B5EF4-FFF2-40B4-BE49-F238E27FC236}">
                <a16:creationId xmlns:a16="http://schemas.microsoft.com/office/drawing/2014/main" id="{B117562A-BCF0-C29E-43FB-39022FF778B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19550" y="6016625"/>
            <a:ext cx="15875" cy="15875"/>
          </a:xfrm>
          <a:custGeom>
            <a:avLst/>
            <a:gdLst>
              <a:gd name="G0" fmla="*/ 45 1 2"/>
              <a:gd name="G1" fmla="*/ 1 48365 11520"/>
              <a:gd name="G2" fmla="*/ G1 32767 1"/>
              <a:gd name="G3" fmla="*/ G2 1 32767"/>
              <a:gd name="G4" fmla="cos G0 G3"/>
              <a:gd name="G5" fmla="*/ 45 1 2"/>
              <a:gd name="G6" fmla="*/ 1 48365 11520"/>
              <a:gd name="G7" fmla="*/ G6 32767 1"/>
              <a:gd name="G8" fmla="*/ G7 1 32767"/>
              <a:gd name="G9" fmla="sin G5 G8"/>
              <a:gd name="G10" fmla="*/ 45 1 2"/>
              <a:gd name="G11" fmla="+- G10 0 G4"/>
              <a:gd name="G12" fmla="+- G10 G4 0"/>
              <a:gd name="G13" fmla="+- G12 0 0"/>
              <a:gd name="G14" fmla="*/ 45 1 2"/>
              <a:gd name="G15" fmla="+- G14 0 G9"/>
              <a:gd name="G16" fmla="+- G14 G9 0"/>
              <a:gd name="G17" fmla="+- G16 0 0"/>
              <a:gd name="G18" fmla="+- 45 0 0"/>
              <a:gd name="G19" fmla="+- 45 0 0"/>
              <a:gd name="G20" fmla="+- 180 0 0"/>
              <a:gd name="G21" fmla="+- 90 0 0"/>
              <a:gd name="G22" fmla="+- 270 0 0"/>
              <a:gd name="G23" fmla="+- 90 0 0"/>
              <a:gd name="G24" fmla="+- 0 0 0"/>
              <a:gd name="G25" fmla="+- 90 0 0"/>
              <a:gd name="G26" fmla="+- 90 0 0"/>
              <a:gd name="G27" fmla="+- 90 0 0"/>
            </a:gdLst>
            <a:ahLst/>
            <a:cxnLst>
              <a:cxn ang="0">
                <a:pos x="r" y="vc"/>
              </a:cxn>
              <a:cxn ang="5400000">
                <a:pos x="hc" y="b"/>
              </a:cxn>
              <a:cxn ang="10800000">
                <a:pos x="l" y="vc"/>
              </a:cxn>
              <a:cxn ang="16200000">
                <a:pos x="hc" y="t"/>
              </a:cxn>
            </a:cxnLst>
            <a:rect l="0" t="0" r="0" b="0"/>
            <a:pathLst>
              <a:path>
                <a:moveTo>
                  <a:pt x="0" y="23"/>
                </a:moveTo>
                <a:lnTo>
                  <a:pt x="23" y="23"/>
                </a:lnTo>
                <a:lnTo>
                  <a:pt x="180" y="90"/>
                </a:lnTo>
                <a:lnTo>
                  <a:pt x="23" y="23"/>
                </a:lnTo>
                <a:lnTo>
                  <a:pt x="270" y="90"/>
                </a:lnTo>
                <a:close/>
              </a:path>
            </a:pathLst>
          </a:custGeom>
          <a:solidFill>
            <a:srgbClr val="1F1D1B">
              <a:alpha val="7999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de-DE"/>
          </a:p>
        </p:txBody>
      </p:sp>
      <p:sp>
        <p:nvSpPr>
          <p:cNvPr id="3477" name="AutoShape 405">
            <a:extLst>
              <a:ext uri="{FF2B5EF4-FFF2-40B4-BE49-F238E27FC236}">
                <a16:creationId xmlns:a16="http://schemas.microsoft.com/office/drawing/2014/main" id="{06610CF1-9692-F229-C228-27DABDCEBAD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03500" y="9148763"/>
            <a:ext cx="26988" cy="26987"/>
          </a:xfrm>
          <a:custGeom>
            <a:avLst/>
            <a:gdLst>
              <a:gd name="G0" fmla="*/ 74 1 2"/>
              <a:gd name="G1" fmla="*/ 1 48365 11520"/>
              <a:gd name="G2" fmla="*/ G1 32767 1"/>
              <a:gd name="G3" fmla="*/ G2 1 32767"/>
              <a:gd name="G4" fmla="cos G0 G3"/>
              <a:gd name="G5" fmla="*/ 74 1 2"/>
              <a:gd name="G6" fmla="*/ 1 48365 11520"/>
              <a:gd name="G7" fmla="*/ G6 32767 1"/>
              <a:gd name="G8" fmla="*/ G7 1 32767"/>
              <a:gd name="G9" fmla="sin G5 G8"/>
              <a:gd name="G10" fmla="*/ 74 1 2"/>
              <a:gd name="G11" fmla="+- G10 0 G4"/>
              <a:gd name="G12" fmla="+- G10 G4 0"/>
              <a:gd name="G13" fmla="+- G12 0 0"/>
              <a:gd name="G14" fmla="*/ 74 1 2"/>
              <a:gd name="G15" fmla="+- G14 0 G9"/>
              <a:gd name="G16" fmla="+- G14 G9 0"/>
              <a:gd name="G17" fmla="+- G16 0 0"/>
              <a:gd name="G18" fmla="+- 74 0 0"/>
              <a:gd name="G19" fmla="+- 74 0 0"/>
              <a:gd name="G20" fmla="+- 180 0 0"/>
              <a:gd name="G21" fmla="+- 90 0 0"/>
              <a:gd name="G22" fmla="+- 270 0 0"/>
              <a:gd name="G23" fmla="+- 90 0 0"/>
              <a:gd name="G24" fmla="+- 0 0 0"/>
              <a:gd name="G25" fmla="+- 90 0 0"/>
              <a:gd name="G26" fmla="+- 90 0 0"/>
              <a:gd name="G27" fmla="+- 90 0 0"/>
            </a:gdLst>
            <a:ahLst/>
            <a:cxnLst>
              <a:cxn ang="0">
                <a:pos x="r" y="vc"/>
              </a:cxn>
              <a:cxn ang="5400000">
                <a:pos x="hc" y="b"/>
              </a:cxn>
              <a:cxn ang="10800000">
                <a:pos x="l" y="vc"/>
              </a:cxn>
              <a:cxn ang="16200000">
                <a:pos x="hc" y="t"/>
              </a:cxn>
            </a:cxnLst>
            <a:rect l="0" t="0" r="0" b="0"/>
            <a:pathLst>
              <a:path>
                <a:moveTo>
                  <a:pt x="0" y="37"/>
                </a:moveTo>
                <a:lnTo>
                  <a:pt x="37" y="37"/>
                </a:lnTo>
                <a:lnTo>
                  <a:pt x="180" y="90"/>
                </a:lnTo>
                <a:lnTo>
                  <a:pt x="37" y="37"/>
                </a:lnTo>
                <a:lnTo>
                  <a:pt x="270" y="90"/>
                </a:lnTo>
                <a:close/>
              </a:path>
            </a:pathLst>
          </a:custGeom>
          <a:solidFill>
            <a:srgbClr val="1F1D1B">
              <a:alpha val="7999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de-DE"/>
          </a:p>
        </p:txBody>
      </p:sp>
      <p:sp>
        <p:nvSpPr>
          <p:cNvPr id="3478" name="AutoShape 406">
            <a:extLst>
              <a:ext uri="{FF2B5EF4-FFF2-40B4-BE49-F238E27FC236}">
                <a16:creationId xmlns:a16="http://schemas.microsoft.com/office/drawing/2014/main" id="{851140DE-6876-4C22-9282-73B079CD720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0650" y="8904288"/>
            <a:ext cx="22225" cy="22225"/>
          </a:xfrm>
          <a:custGeom>
            <a:avLst/>
            <a:gdLst>
              <a:gd name="G0" fmla="*/ 63 1 2"/>
              <a:gd name="G1" fmla="*/ 1 48365 11520"/>
              <a:gd name="G2" fmla="*/ G1 32767 1"/>
              <a:gd name="G3" fmla="*/ G2 1 32767"/>
              <a:gd name="G4" fmla="cos G0 G3"/>
              <a:gd name="G5" fmla="*/ 63 1 2"/>
              <a:gd name="G6" fmla="*/ 1 48365 11520"/>
              <a:gd name="G7" fmla="*/ G6 32767 1"/>
              <a:gd name="G8" fmla="*/ G7 1 32767"/>
              <a:gd name="G9" fmla="sin G5 G8"/>
              <a:gd name="G10" fmla="*/ 63 1 2"/>
              <a:gd name="G11" fmla="+- G10 0 G4"/>
              <a:gd name="G12" fmla="+- G10 G4 0"/>
              <a:gd name="G13" fmla="+- G12 0 0"/>
              <a:gd name="G14" fmla="*/ 63 1 2"/>
              <a:gd name="G15" fmla="+- G14 0 G9"/>
              <a:gd name="G16" fmla="+- G14 G9 0"/>
              <a:gd name="G17" fmla="+- G16 0 0"/>
              <a:gd name="G18" fmla="+- 63 0 0"/>
              <a:gd name="G19" fmla="+- 63 0 0"/>
              <a:gd name="G20" fmla="+- 180 0 0"/>
              <a:gd name="G21" fmla="+- 90 0 0"/>
              <a:gd name="G22" fmla="+- 270 0 0"/>
              <a:gd name="G23" fmla="+- 90 0 0"/>
              <a:gd name="G24" fmla="+- 0 0 0"/>
              <a:gd name="G25" fmla="+- 90 0 0"/>
              <a:gd name="G26" fmla="+- 90 0 0"/>
              <a:gd name="G27" fmla="+- 90 0 0"/>
            </a:gdLst>
            <a:ahLst/>
            <a:cxnLst>
              <a:cxn ang="0">
                <a:pos x="r" y="vc"/>
              </a:cxn>
              <a:cxn ang="5400000">
                <a:pos x="hc" y="b"/>
              </a:cxn>
              <a:cxn ang="10800000">
                <a:pos x="l" y="vc"/>
              </a:cxn>
              <a:cxn ang="16200000">
                <a:pos x="hc" y="t"/>
              </a:cxn>
            </a:cxnLst>
            <a:rect l="0" t="0" r="0" b="0"/>
            <a:pathLst>
              <a:path>
                <a:moveTo>
                  <a:pt x="0" y="32"/>
                </a:moveTo>
                <a:lnTo>
                  <a:pt x="32" y="32"/>
                </a:lnTo>
                <a:lnTo>
                  <a:pt x="180" y="90"/>
                </a:lnTo>
                <a:lnTo>
                  <a:pt x="32" y="32"/>
                </a:lnTo>
                <a:lnTo>
                  <a:pt x="270" y="90"/>
                </a:lnTo>
                <a:close/>
              </a:path>
            </a:pathLst>
          </a:custGeom>
          <a:solidFill>
            <a:srgbClr val="1F1D1B">
              <a:alpha val="7999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de-DE"/>
          </a:p>
        </p:txBody>
      </p:sp>
      <p:sp>
        <p:nvSpPr>
          <p:cNvPr id="3479" name="AutoShape 407">
            <a:extLst>
              <a:ext uri="{FF2B5EF4-FFF2-40B4-BE49-F238E27FC236}">
                <a16:creationId xmlns:a16="http://schemas.microsoft.com/office/drawing/2014/main" id="{9C92CD3D-00D2-DFA8-EF83-0565D059FD57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61225" y="9475788"/>
            <a:ext cx="11113" cy="11112"/>
          </a:xfrm>
          <a:custGeom>
            <a:avLst/>
            <a:gdLst>
              <a:gd name="G0" fmla="*/ 32 1 2"/>
              <a:gd name="G1" fmla="*/ 1 48365 11520"/>
              <a:gd name="G2" fmla="*/ G1 32767 1"/>
              <a:gd name="G3" fmla="*/ G2 1 32767"/>
              <a:gd name="G4" fmla="cos G0 G3"/>
              <a:gd name="G5" fmla="*/ 32 1 2"/>
              <a:gd name="G6" fmla="*/ 1 48365 11520"/>
              <a:gd name="G7" fmla="*/ G6 32767 1"/>
              <a:gd name="G8" fmla="*/ G7 1 32767"/>
              <a:gd name="G9" fmla="sin G5 G8"/>
              <a:gd name="G10" fmla="*/ 32 1 2"/>
              <a:gd name="G11" fmla="+- G10 0 G4"/>
              <a:gd name="G12" fmla="+- G10 G4 0"/>
              <a:gd name="G13" fmla="+- G12 0 0"/>
              <a:gd name="G14" fmla="*/ 32 1 2"/>
              <a:gd name="G15" fmla="+- G14 0 G9"/>
              <a:gd name="G16" fmla="+- G14 G9 0"/>
              <a:gd name="G17" fmla="+- G16 0 0"/>
              <a:gd name="G18" fmla="+- 32 0 0"/>
              <a:gd name="G19" fmla="+- 32 0 0"/>
              <a:gd name="G20" fmla="+- 180 0 0"/>
              <a:gd name="G21" fmla="+- 90 0 0"/>
              <a:gd name="G22" fmla="+- 270 0 0"/>
              <a:gd name="G23" fmla="+- 90 0 0"/>
              <a:gd name="G24" fmla="+- 0 0 0"/>
              <a:gd name="G25" fmla="+- 90 0 0"/>
              <a:gd name="G26" fmla="+- 90 0 0"/>
              <a:gd name="G27" fmla="+- 90 0 0"/>
            </a:gdLst>
            <a:ahLst/>
            <a:cxnLst>
              <a:cxn ang="0">
                <a:pos x="r" y="vc"/>
              </a:cxn>
              <a:cxn ang="5400000">
                <a:pos x="hc" y="b"/>
              </a:cxn>
              <a:cxn ang="10800000">
                <a:pos x="l" y="vc"/>
              </a:cxn>
              <a:cxn ang="16200000">
                <a:pos x="hc" y="t"/>
              </a:cxn>
            </a:cxnLst>
            <a:rect l="0" t="0" r="0" b="0"/>
            <a:pathLst>
              <a:path>
                <a:moveTo>
                  <a:pt x="0" y="16"/>
                </a:moveTo>
                <a:lnTo>
                  <a:pt x="16" y="16"/>
                </a:lnTo>
                <a:lnTo>
                  <a:pt x="180" y="90"/>
                </a:lnTo>
                <a:lnTo>
                  <a:pt x="16" y="16"/>
                </a:lnTo>
                <a:lnTo>
                  <a:pt x="270" y="90"/>
                </a:lnTo>
                <a:close/>
              </a:path>
            </a:pathLst>
          </a:custGeom>
          <a:solidFill>
            <a:srgbClr val="1F1D1B">
              <a:alpha val="7999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de-DE"/>
          </a:p>
        </p:txBody>
      </p:sp>
      <p:sp>
        <p:nvSpPr>
          <p:cNvPr id="3480" name="AutoShape 408">
            <a:extLst>
              <a:ext uri="{FF2B5EF4-FFF2-40B4-BE49-F238E27FC236}">
                <a16:creationId xmlns:a16="http://schemas.microsoft.com/office/drawing/2014/main" id="{80FA3DF7-EC2A-266C-4091-25495FBE8E9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35488" y="4995863"/>
            <a:ext cx="15875" cy="15875"/>
          </a:xfrm>
          <a:custGeom>
            <a:avLst/>
            <a:gdLst>
              <a:gd name="G0" fmla="*/ 46 1 2"/>
              <a:gd name="G1" fmla="*/ 1 48365 11520"/>
              <a:gd name="G2" fmla="*/ G1 32767 1"/>
              <a:gd name="G3" fmla="*/ G2 1 32767"/>
              <a:gd name="G4" fmla="cos G0 G3"/>
              <a:gd name="G5" fmla="*/ 46 1 2"/>
              <a:gd name="G6" fmla="*/ 1 48365 11520"/>
              <a:gd name="G7" fmla="*/ G6 32767 1"/>
              <a:gd name="G8" fmla="*/ G7 1 32767"/>
              <a:gd name="G9" fmla="sin G5 G8"/>
              <a:gd name="G10" fmla="*/ 46 1 2"/>
              <a:gd name="G11" fmla="+- G10 0 G4"/>
              <a:gd name="G12" fmla="+- G10 G4 0"/>
              <a:gd name="G13" fmla="+- G12 0 0"/>
              <a:gd name="G14" fmla="*/ 46 1 2"/>
              <a:gd name="G15" fmla="+- G14 0 G9"/>
              <a:gd name="G16" fmla="+- G14 G9 0"/>
              <a:gd name="G17" fmla="+- G16 0 0"/>
              <a:gd name="G18" fmla="+- 46 0 0"/>
              <a:gd name="G19" fmla="+- 46 0 0"/>
              <a:gd name="G20" fmla="+- 180 0 0"/>
              <a:gd name="G21" fmla="+- 90 0 0"/>
              <a:gd name="G22" fmla="+- 270 0 0"/>
              <a:gd name="G23" fmla="+- 90 0 0"/>
              <a:gd name="G24" fmla="+- 0 0 0"/>
              <a:gd name="G25" fmla="+- 90 0 0"/>
              <a:gd name="G26" fmla="+- 90 0 0"/>
              <a:gd name="G27" fmla="+- 90 0 0"/>
            </a:gdLst>
            <a:ahLst/>
            <a:cxnLst>
              <a:cxn ang="0">
                <a:pos x="r" y="vc"/>
              </a:cxn>
              <a:cxn ang="5400000">
                <a:pos x="hc" y="b"/>
              </a:cxn>
              <a:cxn ang="10800000">
                <a:pos x="l" y="vc"/>
              </a:cxn>
              <a:cxn ang="16200000">
                <a:pos x="hc" y="t"/>
              </a:cxn>
            </a:cxnLst>
            <a:rect l="0" t="0" r="0" b="0"/>
            <a:pathLst>
              <a:path>
                <a:moveTo>
                  <a:pt x="0" y="23"/>
                </a:moveTo>
                <a:lnTo>
                  <a:pt x="23" y="23"/>
                </a:lnTo>
                <a:lnTo>
                  <a:pt x="180" y="90"/>
                </a:lnTo>
                <a:lnTo>
                  <a:pt x="23" y="23"/>
                </a:lnTo>
                <a:lnTo>
                  <a:pt x="270" y="90"/>
                </a:lnTo>
                <a:close/>
              </a:path>
            </a:pathLst>
          </a:custGeom>
          <a:solidFill>
            <a:srgbClr val="1F1D1B">
              <a:alpha val="7999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de-DE"/>
          </a:p>
        </p:txBody>
      </p:sp>
      <p:sp>
        <p:nvSpPr>
          <p:cNvPr id="3481" name="AutoShape 409">
            <a:extLst>
              <a:ext uri="{FF2B5EF4-FFF2-40B4-BE49-F238E27FC236}">
                <a16:creationId xmlns:a16="http://schemas.microsoft.com/office/drawing/2014/main" id="{C5A8B905-97C6-157C-E06D-B2100D7D5D4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28900" y="9710738"/>
            <a:ext cx="11113" cy="11112"/>
          </a:xfrm>
          <a:custGeom>
            <a:avLst/>
            <a:gdLst>
              <a:gd name="G0" fmla="*/ 31 1 2"/>
              <a:gd name="G1" fmla="*/ 1 48365 11520"/>
              <a:gd name="G2" fmla="*/ G1 32767 1"/>
              <a:gd name="G3" fmla="*/ G2 1 32767"/>
              <a:gd name="G4" fmla="cos G0 G3"/>
              <a:gd name="G5" fmla="*/ 31 1 2"/>
              <a:gd name="G6" fmla="*/ 1 48365 11520"/>
              <a:gd name="G7" fmla="*/ G6 32767 1"/>
              <a:gd name="G8" fmla="*/ G7 1 32767"/>
              <a:gd name="G9" fmla="sin G5 G8"/>
              <a:gd name="G10" fmla="*/ 31 1 2"/>
              <a:gd name="G11" fmla="+- G10 0 G4"/>
              <a:gd name="G12" fmla="+- G10 G4 0"/>
              <a:gd name="G13" fmla="+- G12 0 0"/>
              <a:gd name="G14" fmla="*/ 31 1 2"/>
              <a:gd name="G15" fmla="+- G14 0 G9"/>
              <a:gd name="G16" fmla="+- G14 G9 0"/>
              <a:gd name="G17" fmla="+- G16 0 0"/>
              <a:gd name="G18" fmla="+- 31 0 0"/>
              <a:gd name="G19" fmla="+- 31 0 0"/>
              <a:gd name="G20" fmla="+- 180 0 0"/>
              <a:gd name="G21" fmla="+- 90 0 0"/>
              <a:gd name="G22" fmla="+- 270 0 0"/>
              <a:gd name="G23" fmla="+- 90 0 0"/>
              <a:gd name="G24" fmla="+- 0 0 0"/>
              <a:gd name="G25" fmla="+- 90 0 0"/>
              <a:gd name="G26" fmla="+- 90 0 0"/>
              <a:gd name="G27" fmla="+- 90 0 0"/>
            </a:gdLst>
            <a:ahLst/>
            <a:cxnLst>
              <a:cxn ang="0">
                <a:pos x="r" y="vc"/>
              </a:cxn>
              <a:cxn ang="5400000">
                <a:pos x="hc" y="b"/>
              </a:cxn>
              <a:cxn ang="10800000">
                <a:pos x="l" y="vc"/>
              </a:cxn>
              <a:cxn ang="16200000">
                <a:pos x="hc" y="t"/>
              </a:cxn>
            </a:cxnLst>
            <a:rect l="0" t="0" r="0" b="0"/>
            <a:pathLst>
              <a:path>
                <a:moveTo>
                  <a:pt x="0" y="16"/>
                </a:moveTo>
                <a:lnTo>
                  <a:pt x="16" y="16"/>
                </a:lnTo>
                <a:lnTo>
                  <a:pt x="180" y="90"/>
                </a:lnTo>
                <a:lnTo>
                  <a:pt x="16" y="16"/>
                </a:lnTo>
                <a:lnTo>
                  <a:pt x="270" y="90"/>
                </a:lnTo>
                <a:close/>
              </a:path>
            </a:pathLst>
          </a:custGeom>
          <a:solidFill>
            <a:srgbClr val="1F1D1B">
              <a:alpha val="7999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de-DE"/>
          </a:p>
        </p:txBody>
      </p:sp>
      <p:sp>
        <p:nvSpPr>
          <p:cNvPr id="3482" name="AutoShape 410">
            <a:extLst>
              <a:ext uri="{FF2B5EF4-FFF2-40B4-BE49-F238E27FC236}">
                <a16:creationId xmlns:a16="http://schemas.microsoft.com/office/drawing/2014/main" id="{AB868E37-74A5-0115-68DE-3677C5B5370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87888" y="7697788"/>
            <a:ext cx="19050" cy="19050"/>
          </a:xfrm>
          <a:custGeom>
            <a:avLst/>
            <a:gdLst>
              <a:gd name="G0" fmla="*/ 53 1 2"/>
              <a:gd name="G1" fmla="*/ 1 48365 11520"/>
              <a:gd name="G2" fmla="*/ G1 32767 1"/>
              <a:gd name="G3" fmla="*/ G2 1 32767"/>
              <a:gd name="G4" fmla="cos G0 G3"/>
              <a:gd name="G5" fmla="*/ 53 1 2"/>
              <a:gd name="G6" fmla="*/ 1 48365 11520"/>
              <a:gd name="G7" fmla="*/ G6 32767 1"/>
              <a:gd name="G8" fmla="*/ G7 1 32767"/>
              <a:gd name="G9" fmla="sin G5 G8"/>
              <a:gd name="G10" fmla="*/ 53 1 2"/>
              <a:gd name="G11" fmla="+- G10 0 G4"/>
              <a:gd name="G12" fmla="+- G10 G4 0"/>
              <a:gd name="G13" fmla="+- G12 0 0"/>
              <a:gd name="G14" fmla="*/ 53 1 2"/>
              <a:gd name="G15" fmla="+- G14 0 G9"/>
              <a:gd name="G16" fmla="+- G14 G9 0"/>
              <a:gd name="G17" fmla="+- G16 0 0"/>
              <a:gd name="G18" fmla="+- 53 0 0"/>
              <a:gd name="G19" fmla="+- 53 0 0"/>
              <a:gd name="G20" fmla="+- 180 0 0"/>
              <a:gd name="G21" fmla="+- 90 0 0"/>
              <a:gd name="G22" fmla="+- 270 0 0"/>
              <a:gd name="G23" fmla="+- 90 0 0"/>
              <a:gd name="G24" fmla="+- 0 0 0"/>
              <a:gd name="G25" fmla="+- 90 0 0"/>
              <a:gd name="G26" fmla="+- 90 0 0"/>
              <a:gd name="G27" fmla="+- 90 0 0"/>
            </a:gdLst>
            <a:ahLst/>
            <a:cxnLst>
              <a:cxn ang="0">
                <a:pos x="r" y="vc"/>
              </a:cxn>
              <a:cxn ang="5400000">
                <a:pos x="hc" y="b"/>
              </a:cxn>
              <a:cxn ang="10800000">
                <a:pos x="l" y="vc"/>
              </a:cxn>
              <a:cxn ang="16200000">
                <a:pos x="hc" y="t"/>
              </a:cxn>
            </a:cxnLst>
            <a:rect l="0" t="0" r="0" b="0"/>
            <a:pathLst>
              <a:path>
                <a:moveTo>
                  <a:pt x="0" y="27"/>
                </a:moveTo>
                <a:lnTo>
                  <a:pt x="27" y="27"/>
                </a:lnTo>
                <a:lnTo>
                  <a:pt x="180" y="90"/>
                </a:lnTo>
                <a:lnTo>
                  <a:pt x="27" y="27"/>
                </a:lnTo>
                <a:lnTo>
                  <a:pt x="270" y="90"/>
                </a:lnTo>
                <a:close/>
              </a:path>
            </a:pathLst>
          </a:custGeom>
          <a:solidFill>
            <a:srgbClr val="1F1D1B">
              <a:alpha val="7999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de-DE"/>
          </a:p>
        </p:txBody>
      </p:sp>
      <p:sp>
        <p:nvSpPr>
          <p:cNvPr id="3483" name="AutoShape 411">
            <a:extLst>
              <a:ext uri="{FF2B5EF4-FFF2-40B4-BE49-F238E27FC236}">
                <a16:creationId xmlns:a16="http://schemas.microsoft.com/office/drawing/2014/main" id="{1D4545C6-9B0B-3966-74A5-68FE0C52A65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08725" y="3146425"/>
            <a:ext cx="14288" cy="14288"/>
          </a:xfrm>
          <a:custGeom>
            <a:avLst/>
            <a:gdLst>
              <a:gd name="G0" fmla="*/ 40 1 2"/>
              <a:gd name="G1" fmla="*/ 1 48365 11520"/>
              <a:gd name="G2" fmla="*/ G1 32767 1"/>
              <a:gd name="G3" fmla="*/ G2 1 32767"/>
              <a:gd name="G4" fmla="cos G0 G3"/>
              <a:gd name="G5" fmla="*/ 40 1 2"/>
              <a:gd name="G6" fmla="*/ 1 48365 11520"/>
              <a:gd name="G7" fmla="*/ G6 32767 1"/>
              <a:gd name="G8" fmla="*/ G7 1 32767"/>
              <a:gd name="G9" fmla="sin G5 G8"/>
              <a:gd name="G10" fmla="*/ 40 1 2"/>
              <a:gd name="G11" fmla="+- G10 0 G4"/>
              <a:gd name="G12" fmla="+- G10 G4 0"/>
              <a:gd name="G13" fmla="+- G12 0 0"/>
              <a:gd name="G14" fmla="*/ 40 1 2"/>
              <a:gd name="G15" fmla="+- G14 0 G9"/>
              <a:gd name="G16" fmla="+- G14 G9 0"/>
              <a:gd name="G17" fmla="+- G16 0 0"/>
              <a:gd name="G18" fmla="+- 40 0 0"/>
              <a:gd name="G19" fmla="+- 40 0 0"/>
              <a:gd name="G20" fmla="+- 180 0 0"/>
              <a:gd name="G21" fmla="+- 90 0 0"/>
              <a:gd name="G22" fmla="+- 270 0 0"/>
              <a:gd name="G23" fmla="+- 90 0 0"/>
              <a:gd name="G24" fmla="+- 0 0 0"/>
              <a:gd name="G25" fmla="+- 90 0 0"/>
              <a:gd name="G26" fmla="+- 90 0 0"/>
              <a:gd name="G27" fmla="+- 90 0 0"/>
            </a:gdLst>
            <a:ahLst/>
            <a:cxnLst>
              <a:cxn ang="0">
                <a:pos x="r" y="vc"/>
              </a:cxn>
              <a:cxn ang="5400000">
                <a:pos x="hc" y="b"/>
              </a:cxn>
              <a:cxn ang="10800000">
                <a:pos x="l" y="vc"/>
              </a:cxn>
              <a:cxn ang="16200000">
                <a:pos x="hc" y="t"/>
              </a:cxn>
            </a:cxnLst>
            <a:rect l="0" t="0" r="0" b="0"/>
            <a:pathLst>
              <a:path>
                <a:moveTo>
                  <a:pt x="0" y="20"/>
                </a:moveTo>
                <a:lnTo>
                  <a:pt x="20" y="20"/>
                </a:lnTo>
                <a:lnTo>
                  <a:pt x="180" y="90"/>
                </a:lnTo>
                <a:lnTo>
                  <a:pt x="20" y="20"/>
                </a:lnTo>
                <a:lnTo>
                  <a:pt x="270" y="90"/>
                </a:lnTo>
                <a:close/>
              </a:path>
            </a:pathLst>
          </a:custGeom>
          <a:solidFill>
            <a:srgbClr val="1F1D1B">
              <a:alpha val="7999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de-DE"/>
          </a:p>
        </p:txBody>
      </p:sp>
      <p:sp>
        <p:nvSpPr>
          <p:cNvPr id="3484" name="AutoShape 412">
            <a:extLst>
              <a:ext uri="{FF2B5EF4-FFF2-40B4-BE49-F238E27FC236}">
                <a16:creationId xmlns:a16="http://schemas.microsoft.com/office/drawing/2014/main" id="{62D4E811-1D6A-D4B8-FECB-758448CF8EA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94038" y="249238"/>
            <a:ext cx="19050" cy="19050"/>
          </a:xfrm>
          <a:custGeom>
            <a:avLst/>
            <a:gdLst>
              <a:gd name="G0" fmla="*/ 55 1 2"/>
              <a:gd name="G1" fmla="*/ 1 48365 11520"/>
              <a:gd name="G2" fmla="*/ G1 32767 1"/>
              <a:gd name="G3" fmla="*/ G2 1 32767"/>
              <a:gd name="G4" fmla="cos G0 G3"/>
              <a:gd name="G5" fmla="*/ 55 1 2"/>
              <a:gd name="G6" fmla="*/ 1 48365 11520"/>
              <a:gd name="G7" fmla="*/ G6 32767 1"/>
              <a:gd name="G8" fmla="*/ G7 1 32767"/>
              <a:gd name="G9" fmla="sin G5 G8"/>
              <a:gd name="G10" fmla="*/ 55 1 2"/>
              <a:gd name="G11" fmla="+- G10 0 G4"/>
              <a:gd name="G12" fmla="+- G10 G4 0"/>
              <a:gd name="G13" fmla="+- G12 0 0"/>
              <a:gd name="G14" fmla="*/ 55 1 2"/>
              <a:gd name="G15" fmla="+- G14 0 G9"/>
              <a:gd name="G16" fmla="+- G14 G9 0"/>
              <a:gd name="G17" fmla="+- G16 0 0"/>
              <a:gd name="G18" fmla="+- 55 0 0"/>
              <a:gd name="G19" fmla="+- 55 0 0"/>
              <a:gd name="G20" fmla="+- 180 0 0"/>
              <a:gd name="G21" fmla="+- 90 0 0"/>
              <a:gd name="G22" fmla="+- 270 0 0"/>
              <a:gd name="G23" fmla="+- 90 0 0"/>
              <a:gd name="G24" fmla="+- 0 0 0"/>
              <a:gd name="G25" fmla="+- 90 0 0"/>
              <a:gd name="G26" fmla="+- 90 0 0"/>
              <a:gd name="G27" fmla="+- 90 0 0"/>
            </a:gdLst>
            <a:ahLst/>
            <a:cxnLst>
              <a:cxn ang="0">
                <a:pos x="r" y="vc"/>
              </a:cxn>
              <a:cxn ang="5400000">
                <a:pos x="hc" y="b"/>
              </a:cxn>
              <a:cxn ang="10800000">
                <a:pos x="l" y="vc"/>
              </a:cxn>
              <a:cxn ang="16200000">
                <a:pos x="hc" y="t"/>
              </a:cxn>
            </a:cxnLst>
            <a:rect l="0" t="0" r="0" b="0"/>
            <a:pathLst>
              <a:path>
                <a:moveTo>
                  <a:pt x="0" y="28"/>
                </a:moveTo>
                <a:lnTo>
                  <a:pt x="28" y="28"/>
                </a:lnTo>
                <a:lnTo>
                  <a:pt x="180" y="90"/>
                </a:lnTo>
                <a:lnTo>
                  <a:pt x="28" y="28"/>
                </a:lnTo>
                <a:lnTo>
                  <a:pt x="270" y="90"/>
                </a:lnTo>
                <a:close/>
              </a:path>
            </a:pathLst>
          </a:custGeom>
          <a:solidFill>
            <a:srgbClr val="1F1D1B">
              <a:alpha val="7999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de-DE"/>
          </a:p>
        </p:txBody>
      </p:sp>
      <p:sp>
        <p:nvSpPr>
          <p:cNvPr id="3485" name="AutoShape 413">
            <a:extLst>
              <a:ext uri="{FF2B5EF4-FFF2-40B4-BE49-F238E27FC236}">
                <a16:creationId xmlns:a16="http://schemas.microsoft.com/office/drawing/2014/main" id="{F6F08716-67D0-CC1D-93DE-22C968449A4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29288" y="3195638"/>
            <a:ext cx="25400" cy="25400"/>
          </a:xfrm>
          <a:custGeom>
            <a:avLst/>
            <a:gdLst>
              <a:gd name="G0" fmla="*/ 73 1 2"/>
              <a:gd name="G1" fmla="*/ 1 48365 11520"/>
              <a:gd name="G2" fmla="*/ G1 32767 1"/>
              <a:gd name="G3" fmla="*/ G2 1 32767"/>
              <a:gd name="G4" fmla="cos G0 G3"/>
              <a:gd name="G5" fmla="*/ 73 1 2"/>
              <a:gd name="G6" fmla="*/ 1 48365 11520"/>
              <a:gd name="G7" fmla="*/ G6 32767 1"/>
              <a:gd name="G8" fmla="*/ G7 1 32767"/>
              <a:gd name="G9" fmla="sin G5 G8"/>
              <a:gd name="G10" fmla="*/ 73 1 2"/>
              <a:gd name="G11" fmla="+- G10 0 G4"/>
              <a:gd name="G12" fmla="+- G10 G4 0"/>
              <a:gd name="G13" fmla="+- G12 0 0"/>
              <a:gd name="G14" fmla="*/ 73 1 2"/>
              <a:gd name="G15" fmla="+- G14 0 G9"/>
              <a:gd name="G16" fmla="+- G14 G9 0"/>
              <a:gd name="G17" fmla="+- G16 0 0"/>
              <a:gd name="G18" fmla="+- 73 0 0"/>
              <a:gd name="G19" fmla="+- 73 0 0"/>
              <a:gd name="G20" fmla="+- 180 0 0"/>
              <a:gd name="G21" fmla="+- 90 0 0"/>
              <a:gd name="G22" fmla="+- 270 0 0"/>
              <a:gd name="G23" fmla="+- 90 0 0"/>
              <a:gd name="G24" fmla="+- 0 0 0"/>
              <a:gd name="G25" fmla="+- 90 0 0"/>
              <a:gd name="G26" fmla="+- 90 0 0"/>
              <a:gd name="G27" fmla="+- 90 0 0"/>
            </a:gdLst>
            <a:ahLst/>
            <a:cxnLst>
              <a:cxn ang="0">
                <a:pos x="r" y="vc"/>
              </a:cxn>
              <a:cxn ang="5400000">
                <a:pos x="hc" y="b"/>
              </a:cxn>
              <a:cxn ang="10800000">
                <a:pos x="l" y="vc"/>
              </a:cxn>
              <a:cxn ang="16200000">
                <a:pos x="hc" y="t"/>
              </a:cxn>
            </a:cxnLst>
            <a:rect l="0" t="0" r="0" b="0"/>
            <a:pathLst>
              <a:path>
                <a:moveTo>
                  <a:pt x="0" y="37"/>
                </a:moveTo>
                <a:lnTo>
                  <a:pt x="37" y="37"/>
                </a:lnTo>
                <a:lnTo>
                  <a:pt x="180" y="90"/>
                </a:lnTo>
                <a:lnTo>
                  <a:pt x="37" y="37"/>
                </a:lnTo>
                <a:lnTo>
                  <a:pt x="270" y="90"/>
                </a:lnTo>
                <a:close/>
              </a:path>
            </a:pathLst>
          </a:custGeom>
          <a:solidFill>
            <a:srgbClr val="1F1D1B">
              <a:alpha val="7999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de-DE"/>
          </a:p>
        </p:txBody>
      </p:sp>
      <p:sp>
        <p:nvSpPr>
          <p:cNvPr id="3486" name="AutoShape 414">
            <a:extLst>
              <a:ext uri="{FF2B5EF4-FFF2-40B4-BE49-F238E27FC236}">
                <a16:creationId xmlns:a16="http://schemas.microsoft.com/office/drawing/2014/main" id="{B587AD06-D95A-C855-59F1-24EA006EC63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68538" y="6118225"/>
            <a:ext cx="23812" cy="23813"/>
          </a:xfrm>
          <a:custGeom>
            <a:avLst/>
            <a:gdLst>
              <a:gd name="G0" fmla="*/ 67 1 2"/>
              <a:gd name="G1" fmla="*/ 1 48365 11520"/>
              <a:gd name="G2" fmla="*/ G1 32767 1"/>
              <a:gd name="G3" fmla="*/ G2 1 32767"/>
              <a:gd name="G4" fmla="cos G0 G3"/>
              <a:gd name="G5" fmla="*/ 67 1 2"/>
              <a:gd name="G6" fmla="*/ 1 48365 11520"/>
              <a:gd name="G7" fmla="*/ G6 32767 1"/>
              <a:gd name="G8" fmla="*/ G7 1 32767"/>
              <a:gd name="G9" fmla="sin G5 G8"/>
              <a:gd name="G10" fmla="*/ 67 1 2"/>
              <a:gd name="G11" fmla="+- G10 0 G4"/>
              <a:gd name="G12" fmla="+- G10 G4 0"/>
              <a:gd name="G13" fmla="+- G12 0 0"/>
              <a:gd name="G14" fmla="*/ 67 1 2"/>
              <a:gd name="G15" fmla="+- G14 0 G9"/>
              <a:gd name="G16" fmla="+- G14 G9 0"/>
              <a:gd name="G17" fmla="+- G16 0 0"/>
              <a:gd name="G18" fmla="+- 67 0 0"/>
              <a:gd name="G19" fmla="+- 67 0 0"/>
              <a:gd name="G20" fmla="+- 180 0 0"/>
              <a:gd name="G21" fmla="+- 90 0 0"/>
              <a:gd name="G22" fmla="+- 270 0 0"/>
              <a:gd name="G23" fmla="+- 90 0 0"/>
              <a:gd name="G24" fmla="+- 0 0 0"/>
              <a:gd name="G25" fmla="+- 90 0 0"/>
              <a:gd name="G26" fmla="+- 90 0 0"/>
              <a:gd name="G27" fmla="+- 90 0 0"/>
            </a:gdLst>
            <a:ahLst/>
            <a:cxnLst>
              <a:cxn ang="0">
                <a:pos x="r" y="vc"/>
              </a:cxn>
              <a:cxn ang="5400000">
                <a:pos x="hc" y="b"/>
              </a:cxn>
              <a:cxn ang="10800000">
                <a:pos x="l" y="vc"/>
              </a:cxn>
              <a:cxn ang="16200000">
                <a:pos x="hc" y="t"/>
              </a:cxn>
            </a:cxnLst>
            <a:rect l="0" t="0" r="0" b="0"/>
            <a:pathLst>
              <a:path>
                <a:moveTo>
                  <a:pt x="0" y="34"/>
                </a:moveTo>
                <a:lnTo>
                  <a:pt x="34" y="34"/>
                </a:lnTo>
                <a:lnTo>
                  <a:pt x="180" y="90"/>
                </a:lnTo>
                <a:lnTo>
                  <a:pt x="34" y="34"/>
                </a:lnTo>
                <a:lnTo>
                  <a:pt x="270" y="90"/>
                </a:lnTo>
                <a:close/>
              </a:path>
            </a:pathLst>
          </a:custGeom>
          <a:solidFill>
            <a:srgbClr val="1F1D1B">
              <a:alpha val="7999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de-DE"/>
          </a:p>
        </p:txBody>
      </p:sp>
      <p:sp>
        <p:nvSpPr>
          <p:cNvPr id="3487" name="AutoShape 415">
            <a:extLst>
              <a:ext uri="{FF2B5EF4-FFF2-40B4-BE49-F238E27FC236}">
                <a16:creationId xmlns:a16="http://schemas.microsoft.com/office/drawing/2014/main" id="{BF9F6109-1B4D-85FC-C956-F2DE79ED62A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02013" y="3151188"/>
            <a:ext cx="19050" cy="19050"/>
          </a:xfrm>
          <a:custGeom>
            <a:avLst/>
            <a:gdLst>
              <a:gd name="G0" fmla="*/ 56 1 2"/>
              <a:gd name="G1" fmla="*/ 1 48365 11520"/>
              <a:gd name="G2" fmla="*/ G1 32767 1"/>
              <a:gd name="G3" fmla="*/ G2 1 32767"/>
              <a:gd name="G4" fmla="cos G0 G3"/>
              <a:gd name="G5" fmla="*/ 56 1 2"/>
              <a:gd name="G6" fmla="*/ 1 48365 11520"/>
              <a:gd name="G7" fmla="*/ G6 32767 1"/>
              <a:gd name="G8" fmla="*/ G7 1 32767"/>
              <a:gd name="G9" fmla="sin G5 G8"/>
              <a:gd name="G10" fmla="*/ 56 1 2"/>
              <a:gd name="G11" fmla="+- G10 0 G4"/>
              <a:gd name="G12" fmla="+- G10 G4 0"/>
              <a:gd name="G13" fmla="+- G12 0 0"/>
              <a:gd name="G14" fmla="*/ 56 1 2"/>
              <a:gd name="G15" fmla="+- G14 0 G9"/>
              <a:gd name="G16" fmla="+- G14 G9 0"/>
              <a:gd name="G17" fmla="+- G16 0 0"/>
              <a:gd name="G18" fmla="+- 56 0 0"/>
              <a:gd name="G19" fmla="+- 56 0 0"/>
              <a:gd name="G20" fmla="+- 180 0 0"/>
              <a:gd name="G21" fmla="+- 90 0 0"/>
              <a:gd name="G22" fmla="+- 270 0 0"/>
              <a:gd name="G23" fmla="+- 90 0 0"/>
              <a:gd name="G24" fmla="+- 0 0 0"/>
              <a:gd name="G25" fmla="+- 90 0 0"/>
              <a:gd name="G26" fmla="+- 90 0 0"/>
              <a:gd name="G27" fmla="+- 90 0 0"/>
            </a:gdLst>
            <a:ahLst/>
            <a:cxnLst>
              <a:cxn ang="0">
                <a:pos x="r" y="vc"/>
              </a:cxn>
              <a:cxn ang="5400000">
                <a:pos x="hc" y="b"/>
              </a:cxn>
              <a:cxn ang="10800000">
                <a:pos x="l" y="vc"/>
              </a:cxn>
              <a:cxn ang="16200000">
                <a:pos x="hc" y="t"/>
              </a:cxn>
            </a:cxnLst>
            <a:rect l="0" t="0" r="0" b="0"/>
            <a:pathLst>
              <a:path>
                <a:moveTo>
                  <a:pt x="0" y="28"/>
                </a:moveTo>
                <a:lnTo>
                  <a:pt x="28" y="28"/>
                </a:lnTo>
                <a:lnTo>
                  <a:pt x="180" y="90"/>
                </a:lnTo>
                <a:lnTo>
                  <a:pt x="28" y="28"/>
                </a:lnTo>
                <a:lnTo>
                  <a:pt x="270" y="90"/>
                </a:lnTo>
                <a:close/>
              </a:path>
            </a:pathLst>
          </a:custGeom>
          <a:solidFill>
            <a:srgbClr val="1F1D1B">
              <a:alpha val="7999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de-DE"/>
          </a:p>
        </p:txBody>
      </p:sp>
      <p:sp>
        <p:nvSpPr>
          <p:cNvPr id="3488" name="AutoShape 416">
            <a:extLst>
              <a:ext uri="{FF2B5EF4-FFF2-40B4-BE49-F238E27FC236}">
                <a16:creationId xmlns:a16="http://schemas.microsoft.com/office/drawing/2014/main" id="{ABDCECD6-7ABF-378D-9371-FFDF9952140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27575" y="8542338"/>
            <a:ext cx="20638" cy="20637"/>
          </a:xfrm>
          <a:custGeom>
            <a:avLst/>
            <a:gdLst>
              <a:gd name="G0" fmla="*/ 58 1 2"/>
              <a:gd name="G1" fmla="*/ 1 48365 11520"/>
              <a:gd name="G2" fmla="*/ G1 32767 1"/>
              <a:gd name="G3" fmla="*/ G2 1 32767"/>
              <a:gd name="G4" fmla="cos G0 G3"/>
              <a:gd name="G5" fmla="*/ 58 1 2"/>
              <a:gd name="G6" fmla="*/ 1 48365 11520"/>
              <a:gd name="G7" fmla="*/ G6 32767 1"/>
              <a:gd name="G8" fmla="*/ G7 1 32767"/>
              <a:gd name="G9" fmla="sin G5 G8"/>
              <a:gd name="G10" fmla="*/ 58 1 2"/>
              <a:gd name="G11" fmla="+- G10 0 G4"/>
              <a:gd name="G12" fmla="+- G10 G4 0"/>
              <a:gd name="G13" fmla="+- G12 0 0"/>
              <a:gd name="G14" fmla="*/ 58 1 2"/>
              <a:gd name="G15" fmla="+- G14 0 G9"/>
              <a:gd name="G16" fmla="+- G14 G9 0"/>
              <a:gd name="G17" fmla="+- G16 0 0"/>
              <a:gd name="G18" fmla="+- 58 0 0"/>
              <a:gd name="G19" fmla="+- 58 0 0"/>
              <a:gd name="G20" fmla="+- 180 0 0"/>
              <a:gd name="G21" fmla="+- 90 0 0"/>
              <a:gd name="G22" fmla="+- 270 0 0"/>
              <a:gd name="G23" fmla="+- 90 0 0"/>
              <a:gd name="G24" fmla="+- 0 0 0"/>
              <a:gd name="G25" fmla="+- 90 0 0"/>
              <a:gd name="G26" fmla="+- 90 0 0"/>
              <a:gd name="G27" fmla="+- 90 0 0"/>
            </a:gdLst>
            <a:ahLst/>
            <a:cxnLst>
              <a:cxn ang="0">
                <a:pos x="r" y="vc"/>
              </a:cxn>
              <a:cxn ang="5400000">
                <a:pos x="hc" y="b"/>
              </a:cxn>
              <a:cxn ang="10800000">
                <a:pos x="l" y="vc"/>
              </a:cxn>
              <a:cxn ang="16200000">
                <a:pos x="hc" y="t"/>
              </a:cxn>
            </a:cxnLst>
            <a:rect l="0" t="0" r="0" b="0"/>
            <a:pathLst>
              <a:path>
                <a:moveTo>
                  <a:pt x="0" y="29"/>
                </a:moveTo>
                <a:lnTo>
                  <a:pt x="29" y="29"/>
                </a:lnTo>
                <a:lnTo>
                  <a:pt x="180" y="90"/>
                </a:lnTo>
                <a:lnTo>
                  <a:pt x="29" y="29"/>
                </a:lnTo>
                <a:lnTo>
                  <a:pt x="270" y="90"/>
                </a:lnTo>
                <a:close/>
              </a:path>
            </a:pathLst>
          </a:custGeom>
          <a:solidFill>
            <a:srgbClr val="1F1D1B">
              <a:alpha val="7999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de-DE"/>
          </a:p>
        </p:txBody>
      </p:sp>
      <p:sp>
        <p:nvSpPr>
          <p:cNvPr id="3489" name="AutoShape 417">
            <a:extLst>
              <a:ext uri="{FF2B5EF4-FFF2-40B4-BE49-F238E27FC236}">
                <a16:creationId xmlns:a16="http://schemas.microsoft.com/office/drawing/2014/main" id="{F3DBFD7C-21EC-6065-A63A-B0896F5323E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43088" y="6365875"/>
            <a:ext cx="17462" cy="17463"/>
          </a:xfrm>
          <a:custGeom>
            <a:avLst/>
            <a:gdLst>
              <a:gd name="G0" fmla="*/ 48 1 2"/>
              <a:gd name="G1" fmla="*/ 1 48365 11520"/>
              <a:gd name="G2" fmla="*/ G1 32767 1"/>
              <a:gd name="G3" fmla="*/ G2 1 32767"/>
              <a:gd name="G4" fmla="cos G0 G3"/>
              <a:gd name="G5" fmla="*/ 48 1 2"/>
              <a:gd name="G6" fmla="*/ 1 48365 11520"/>
              <a:gd name="G7" fmla="*/ G6 32767 1"/>
              <a:gd name="G8" fmla="*/ G7 1 32767"/>
              <a:gd name="G9" fmla="sin G5 G8"/>
              <a:gd name="G10" fmla="*/ 48 1 2"/>
              <a:gd name="G11" fmla="+- G10 0 G4"/>
              <a:gd name="G12" fmla="+- G10 G4 0"/>
              <a:gd name="G13" fmla="+- G12 0 0"/>
              <a:gd name="G14" fmla="*/ 48 1 2"/>
              <a:gd name="G15" fmla="+- G14 0 G9"/>
              <a:gd name="G16" fmla="+- G14 G9 0"/>
              <a:gd name="G17" fmla="+- G16 0 0"/>
              <a:gd name="G18" fmla="+- 48 0 0"/>
              <a:gd name="G19" fmla="+- 48 0 0"/>
              <a:gd name="G20" fmla="+- 180 0 0"/>
              <a:gd name="G21" fmla="+- 90 0 0"/>
              <a:gd name="G22" fmla="+- 270 0 0"/>
              <a:gd name="G23" fmla="+- 90 0 0"/>
              <a:gd name="G24" fmla="+- 0 0 0"/>
              <a:gd name="G25" fmla="+- 90 0 0"/>
              <a:gd name="G26" fmla="+- 90 0 0"/>
              <a:gd name="G27" fmla="+- 90 0 0"/>
            </a:gdLst>
            <a:ahLst/>
            <a:cxnLst>
              <a:cxn ang="0">
                <a:pos x="r" y="vc"/>
              </a:cxn>
              <a:cxn ang="5400000">
                <a:pos x="hc" y="b"/>
              </a:cxn>
              <a:cxn ang="10800000">
                <a:pos x="l" y="vc"/>
              </a:cxn>
              <a:cxn ang="16200000">
                <a:pos x="hc" y="t"/>
              </a:cxn>
            </a:cxnLst>
            <a:rect l="0" t="0" r="0" b="0"/>
            <a:pathLst>
              <a:path>
                <a:moveTo>
                  <a:pt x="0" y="24"/>
                </a:moveTo>
                <a:lnTo>
                  <a:pt x="24" y="24"/>
                </a:lnTo>
                <a:lnTo>
                  <a:pt x="180" y="90"/>
                </a:lnTo>
                <a:lnTo>
                  <a:pt x="24" y="24"/>
                </a:lnTo>
                <a:lnTo>
                  <a:pt x="270" y="90"/>
                </a:lnTo>
                <a:close/>
              </a:path>
            </a:pathLst>
          </a:custGeom>
          <a:solidFill>
            <a:srgbClr val="1F1D1B">
              <a:alpha val="7999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de-DE"/>
          </a:p>
        </p:txBody>
      </p:sp>
      <p:sp>
        <p:nvSpPr>
          <p:cNvPr id="3490" name="AutoShape 418">
            <a:extLst>
              <a:ext uri="{FF2B5EF4-FFF2-40B4-BE49-F238E27FC236}">
                <a16:creationId xmlns:a16="http://schemas.microsoft.com/office/drawing/2014/main" id="{56D9CB7C-5B28-4698-49BD-18713B98E57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38775" y="812800"/>
            <a:ext cx="15875" cy="15875"/>
          </a:xfrm>
          <a:custGeom>
            <a:avLst/>
            <a:gdLst>
              <a:gd name="G0" fmla="*/ 44 1 2"/>
              <a:gd name="G1" fmla="*/ 1 48365 11520"/>
              <a:gd name="G2" fmla="*/ G1 32767 1"/>
              <a:gd name="G3" fmla="*/ G2 1 32767"/>
              <a:gd name="G4" fmla="cos G0 G3"/>
              <a:gd name="G5" fmla="*/ 44 1 2"/>
              <a:gd name="G6" fmla="*/ 1 48365 11520"/>
              <a:gd name="G7" fmla="*/ G6 32767 1"/>
              <a:gd name="G8" fmla="*/ G7 1 32767"/>
              <a:gd name="G9" fmla="sin G5 G8"/>
              <a:gd name="G10" fmla="*/ 44 1 2"/>
              <a:gd name="G11" fmla="+- G10 0 G4"/>
              <a:gd name="G12" fmla="+- G10 G4 0"/>
              <a:gd name="G13" fmla="+- G12 0 0"/>
              <a:gd name="G14" fmla="*/ 44 1 2"/>
              <a:gd name="G15" fmla="+- G14 0 G9"/>
              <a:gd name="G16" fmla="+- G14 G9 0"/>
              <a:gd name="G17" fmla="+- G16 0 0"/>
              <a:gd name="G18" fmla="+- 44 0 0"/>
              <a:gd name="G19" fmla="+- 44 0 0"/>
              <a:gd name="G20" fmla="+- 180 0 0"/>
              <a:gd name="G21" fmla="+- 90 0 0"/>
              <a:gd name="G22" fmla="+- 270 0 0"/>
              <a:gd name="G23" fmla="+- 90 0 0"/>
              <a:gd name="G24" fmla="+- 0 0 0"/>
              <a:gd name="G25" fmla="+- 90 0 0"/>
              <a:gd name="G26" fmla="+- 90 0 0"/>
              <a:gd name="G27" fmla="+- 90 0 0"/>
            </a:gdLst>
            <a:ahLst/>
            <a:cxnLst>
              <a:cxn ang="0">
                <a:pos x="r" y="vc"/>
              </a:cxn>
              <a:cxn ang="5400000">
                <a:pos x="hc" y="b"/>
              </a:cxn>
              <a:cxn ang="10800000">
                <a:pos x="l" y="vc"/>
              </a:cxn>
              <a:cxn ang="16200000">
                <a:pos x="hc" y="t"/>
              </a:cxn>
            </a:cxnLst>
            <a:rect l="0" t="0" r="0" b="0"/>
            <a:pathLst>
              <a:path>
                <a:moveTo>
                  <a:pt x="0" y="22"/>
                </a:moveTo>
                <a:lnTo>
                  <a:pt x="22" y="22"/>
                </a:lnTo>
                <a:lnTo>
                  <a:pt x="180" y="90"/>
                </a:lnTo>
                <a:lnTo>
                  <a:pt x="22" y="22"/>
                </a:lnTo>
                <a:lnTo>
                  <a:pt x="270" y="90"/>
                </a:lnTo>
                <a:close/>
              </a:path>
            </a:pathLst>
          </a:custGeom>
          <a:solidFill>
            <a:srgbClr val="1F1D1B">
              <a:alpha val="7999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de-DE"/>
          </a:p>
        </p:txBody>
      </p:sp>
      <p:sp>
        <p:nvSpPr>
          <p:cNvPr id="3491" name="AutoShape 419">
            <a:extLst>
              <a:ext uri="{FF2B5EF4-FFF2-40B4-BE49-F238E27FC236}">
                <a16:creationId xmlns:a16="http://schemas.microsoft.com/office/drawing/2014/main" id="{D65DA3A4-1673-C3CE-BF1A-43F334AC6FA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67113" y="6134100"/>
            <a:ext cx="23812" cy="23813"/>
          </a:xfrm>
          <a:custGeom>
            <a:avLst/>
            <a:gdLst>
              <a:gd name="G0" fmla="*/ 65 1 2"/>
              <a:gd name="G1" fmla="*/ 1 48365 11520"/>
              <a:gd name="G2" fmla="*/ G1 32767 1"/>
              <a:gd name="G3" fmla="*/ G2 1 32767"/>
              <a:gd name="G4" fmla="cos G0 G3"/>
              <a:gd name="G5" fmla="*/ 65 1 2"/>
              <a:gd name="G6" fmla="*/ 1 48365 11520"/>
              <a:gd name="G7" fmla="*/ G6 32767 1"/>
              <a:gd name="G8" fmla="*/ G7 1 32767"/>
              <a:gd name="G9" fmla="sin G5 G8"/>
              <a:gd name="G10" fmla="*/ 65 1 2"/>
              <a:gd name="G11" fmla="+- G10 0 G4"/>
              <a:gd name="G12" fmla="+- G10 G4 0"/>
              <a:gd name="G13" fmla="+- G12 0 0"/>
              <a:gd name="G14" fmla="*/ 65 1 2"/>
              <a:gd name="G15" fmla="+- G14 0 G9"/>
              <a:gd name="G16" fmla="+- G14 G9 0"/>
              <a:gd name="G17" fmla="+- G16 0 0"/>
              <a:gd name="G18" fmla="+- 65 0 0"/>
              <a:gd name="G19" fmla="+- 65 0 0"/>
              <a:gd name="G20" fmla="+- 180 0 0"/>
              <a:gd name="G21" fmla="+- 90 0 0"/>
              <a:gd name="G22" fmla="+- 270 0 0"/>
              <a:gd name="G23" fmla="+- 90 0 0"/>
              <a:gd name="G24" fmla="+- 0 0 0"/>
              <a:gd name="G25" fmla="+- 90 0 0"/>
              <a:gd name="G26" fmla="+- 90 0 0"/>
              <a:gd name="G27" fmla="+- 90 0 0"/>
            </a:gdLst>
            <a:ahLst/>
            <a:cxnLst>
              <a:cxn ang="0">
                <a:pos x="r" y="vc"/>
              </a:cxn>
              <a:cxn ang="5400000">
                <a:pos x="hc" y="b"/>
              </a:cxn>
              <a:cxn ang="10800000">
                <a:pos x="l" y="vc"/>
              </a:cxn>
              <a:cxn ang="16200000">
                <a:pos x="hc" y="t"/>
              </a:cxn>
            </a:cxnLst>
            <a:rect l="0" t="0" r="0" b="0"/>
            <a:pathLst>
              <a:path>
                <a:moveTo>
                  <a:pt x="0" y="33"/>
                </a:moveTo>
                <a:lnTo>
                  <a:pt x="33" y="33"/>
                </a:lnTo>
                <a:lnTo>
                  <a:pt x="180" y="90"/>
                </a:lnTo>
                <a:lnTo>
                  <a:pt x="33" y="33"/>
                </a:lnTo>
                <a:lnTo>
                  <a:pt x="270" y="90"/>
                </a:lnTo>
                <a:close/>
              </a:path>
            </a:pathLst>
          </a:custGeom>
          <a:solidFill>
            <a:srgbClr val="1F1D1B">
              <a:alpha val="7999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de-DE"/>
          </a:p>
        </p:txBody>
      </p:sp>
      <p:sp>
        <p:nvSpPr>
          <p:cNvPr id="3492" name="AutoShape 420">
            <a:extLst>
              <a:ext uri="{FF2B5EF4-FFF2-40B4-BE49-F238E27FC236}">
                <a16:creationId xmlns:a16="http://schemas.microsoft.com/office/drawing/2014/main" id="{63C32FDA-579F-8CB1-2071-6AB8769859E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18325" y="6402388"/>
            <a:ext cx="14288" cy="14287"/>
          </a:xfrm>
          <a:custGeom>
            <a:avLst/>
            <a:gdLst>
              <a:gd name="G0" fmla="*/ 39 1 2"/>
              <a:gd name="G1" fmla="*/ 1 48365 11520"/>
              <a:gd name="G2" fmla="*/ G1 32767 1"/>
              <a:gd name="G3" fmla="*/ G2 1 32767"/>
              <a:gd name="G4" fmla="cos G0 G3"/>
              <a:gd name="G5" fmla="*/ 39 1 2"/>
              <a:gd name="G6" fmla="*/ 1 48365 11520"/>
              <a:gd name="G7" fmla="*/ G6 32767 1"/>
              <a:gd name="G8" fmla="*/ G7 1 32767"/>
              <a:gd name="G9" fmla="sin G5 G8"/>
              <a:gd name="G10" fmla="*/ 39 1 2"/>
              <a:gd name="G11" fmla="+- G10 0 G4"/>
              <a:gd name="G12" fmla="+- G10 G4 0"/>
              <a:gd name="G13" fmla="+- G12 0 0"/>
              <a:gd name="G14" fmla="*/ 39 1 2"/>
              <a:gd name="G15" fmla="+- G14 0 G9"/>
              <a:gd name="G16" fmla="+- G14 G9 0"/>
              <a:gd name="G17" fmla="+- G16 0 0"/>
              <a:gd name="G18" fmla="+- 39 0 0"/>
              <a:gd name="G19" fmla="+- 39 0 0"/>
              <a:gd name="G20" fmla="+- 180 0 0"/>
              <a:gd name="G21" fmla="+- 90 0 0"/>
              <a:gd name="G22" fmla="+- 270 0 0"/>
              <a:gd name="G23" fmla="+- 90 0 0"/>
              <a:gd name="G24" fmla="+- 0 0 0"/>
              <a:gd name="G25" fmla="+- 90 0 0"/>
              <a:gd name="G26" fmla="+- 90 0 0"/>
              <a:gd name="G27" fmla="+- 90 0 0"/>
            </a:gdLst>
            <a:ahLst/>
            <a:cxnLst>
              <a:cxn ang="0">
                <a:pos x="r" y="vc"/>
              </a:cxn>
              <a:cxn ang="5400000">
                <a:pos x="hc" y="b"/>
              </a:cxn>
              <a:cxn ang="10800000">
                <a:pos x="l" y="vc"/>
              </a:cxn>
              <a:cxn ang="16200000">
                <a:pos x="hc" y="t"/>
              </a:cxn>
            </a:cxnLst>
            <a:rect l="0" t="0" r="0" b="0"/>
            <a:pathLst>
              <a:path>
                <a:moveTo>
                  <a:pt x="0" y="20"/>
                </a:moveTo>
                <a:lnTo>
                  <a:pt x="20" y="20"/>
                </a:lnTo>
                <a:lnTo>
                  <a:pt x="180" y="90"/>
                </a:lnTo>
                <a:lnTo>
                  <a:pt x="20" y="20"/>
                </a:lnTo>
                <a:lnTo>
                  <a:pt x="270" y="90"/>
                </a:lnTo>
                <a:close/>
              </a:path>
            </a:pathLst>
          </a:custGeom>
          <a:solidFill>
            <a:srgbClr val="1F1D1B">
              <a:alpha val="7999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de-DE"/>
          </a:p>
        </p:txBody>
      </p:sp>
      <p:sp>
        <p:nvSpPr>
          <p:cNvPr id="3493" name="Line 421">
            <a:extLst>
              <a:ext uri="{FF2B5EF4-FFF2-40B4-BE49-F238E27FC236}">
                <a16:creationId xmlns:a16="http://schemas.microsoft.com/office/drawing/2014/main" id="{7A770A62-DBF8-A65B-5F8A-2153D8982A52}"/>
              </a:ext>
            </a:extLst>
          </p:cNvPr>
          <p:cNvSpPr>
            <a:spLocks noChangeShapeType="1"/>
          </p:cNvSpPr>
          <p:nvPr/>
        </p:nvSpPr>
        <p:spPr bwMode="auto">
          <a:xfrm>
            <a:off x="63500" y="320675"/>
            <a:ext cx="512763" cy="1588"/>
          </a:xfrm>
          <a:prstGeom prst="line">
            <a:avLst/>
          </a:prstGeom>
          <a:noFill/>
          <a:ln w="9360" cap="flat">
            <a:solidFill>
              <a:srgbClr val="1F1D1B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de-DE"/>
          </a:p>
        </p:txBody>
      </p:sp>
      <p:sp>
        <p:nvSpPr>
          <p:cNvPr id="3494" name="Line 422">
            <a:extLst>
              <a:ext uri="{FF2B5EF4-FFF2-40B4-BE49-F238E27FC236}">
                <a16:creationId xmlns:a16="http://schemas.microsoft.com/office/drawing/2014/main" id="{1633CA5A-6F66-9F80-FDE3-E3E1F6E67500}"/>
              </a:ext>
            </a:extLst>
          </p:cNvPr>
          <p:cNvSpPr>
            <a:spLocks noChangeShapeType="1"/>
          </p:cNvSpPr>
          <p:nvPr/>
        </p:nvSpPr>
        <p:spPr bwMode="auto">
          <a:xfrm>
            <a:off x="320675" y="63500"/>
            <a:ext cx="1588" cy="512763"/>
          </a:xfrm>
          <a:prstGeom prst="line">
            <a:avLst/>
          </a:prstGeom>
          <a:noFill/>
          <a:ln w="9360" cap="flat">
            <a:solidFill>
              <a:srgbClr val="1F1D1B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de-DE"/>
          </a:p>
        </p:txBody>
      </p:sp>
      <p:sp>
        <p:nvSpPr>
          <p:cNvPr id="3495" name="AutoShape 423">
            <a:extLst>
              <a:ext uri="{FF2B5EF4-FFF2-40B4-BE49-F238E27FC236}">
                <a16:creationId xmlns:a16="http://schemas.microsoft.com/office/drawing/2014/main" id="{069A4000-3847-A29A-473A-7BC1F7F323F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9075" y="219075"/>
            <a:ext cx="201613" cy="201613"/>
          </a:xfrm>
          <a:custGeom>
            <a:avLst/>
            <a:gdLst>
              <a:gd name="G0" fmla="*/ 559 1 2"/>
              <a:gd name="G1" fmla="*/ 1 48365 11520"/>
              <a:gd name="G2" fmla="*/ G1 32767 1"/>
              <a:gd name="G3" fmla="*/ G2 1 32767"/>
              <a:gd name="G4" fmla="cos G0 G3"/>
              <a:gd name="G5" fmla="*/ 559 1 2"/>
              <a:gd name="G6" fmla="*/ 1 48365 11520"/>
              <a:gd name="G7" fmla="*/ G6 32767 1"/>
              <a:gd name="G8" fmla="*/ G7 1 32767"/>
              <a:gd name="G9" fmla="sin G5 G8"/>
              <a:gd name="G10" fmla="*/ 559 1 2"/>
              <a:gd name="G11" fmla="+- G10 0 G4"/>
              <a:gd name="G12" fmla="+- G10 G4 0"/>
              <a:gd name="G13" fmla="+- G12 0 0"/>
              <a:gd name="G14" fmla="*/ 559 1 2"/>
              <a:gd name="G15" fmla="+- G14 0 G9"/>
              <a:gd name="G16" fmla="+- G14 G9 0"/>
              <a:gd name="G17" fmla="+- G16 0 0"/>
              <a:gd name="G18" fmla="+- 559 0 0"/>
              <a:gd name="G19" fmla="+- 559 0 0"/>
              <a:gd name="G20" fmla="+- 180 0 0"/>
              <a:gd name="G21" fmla="+- 90 0 0"/>
              <a:gd name="G22" fmla="+- 270 0 0"/>
              <a:gd name="G23" fmla="+- 90 0 0"/>
              <a:gd name="G24" fmla="+- 0 0 0"/>
              <a:gd name="G25" fmla="+- 90 0 0"/>
              <a:gd name="G26" fmla="+- 90 0 0"/>
              <a:gd name="G27" fmla="+- 90 0 0"/>
            </a:gdLst>
            <a:ahLst/>
            <a:cxnLst>
              <a:cxn ang="0">
                <a:pos x="r" y="vc"/>
              </a:cxn>
              <a:cxn ang="5400000">
                <a:pos x="hc" y="b"/>
              </a:cxn>
              <a:cxn ang="10800000">
                <a:pos x="l" y="vc"/>
              </a:cxn>
              <a:cxn ang="16200000">
                <a:pos x="hc" y="t"/>
              </a:cxn>
            </a:cxnLst>
            <a:rect l="0" t="0" r="0" b="0"/>
            <a:pathLst>
              <a:path>
                <a:moveTo>
                  <a:pt x="0" y="280"/>
                </a:moveTo>
                <a:lnTo>
                  <a:pt x="280" y="280"/>
                </a:lnTo>
                <a:lnTo>
                  <a:pt x="180" y="90"/>
                </a:lnTo>
                <a:lnTo>
                  <a:pt x="280" y="280"/>
                </a:lnTo>
                <a:lnTo>
                  <a:pt x="270" y="90"/>
                </a:lnTo>
                <a:close/>
              </a:path>
            </a:pathLst>
          </a:custGeom>
          <a:noFill/>
          <a:ln w="9360" cap="flat">
            <a:solidFill>
              <a:srgbClr val="1F1D1B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de-DE"/>
          </a:p>
        </p:txBody>
      </p:sp>
      <p:sp>
        <p:nvSpPr>
          <p:cNvPr id="3496" name="Line 424">
            <a:extLst>
              <a:ext uri="{FF2B5EF4-FFF2-40B4-BE49-F238E27FC236}">
                <a16:creationId xmlns:a16="http://schemas.microsoft.com/office/drawing/2014/main" id="{E70B11F1-E3A5-F110-C862-BFC2EF07CA23}"/>
              </a:ext>
            </a:extLst>
          </p:cNvPr>
          <p:cNvSpPr>
            <a:spLocks noChangeShapeType="1"/>
          </p:cNvSpPr>
          <p:nvPr/>
        </p:nvSpPr>
        <p:spPr bwMode="auto">
          <a:xfrm>
            <a:off x="6967538" y="320675"/>
            <a:ext cx="512762" cy="1588"/>
          </a:xfrm>
          <a:prstGeom prst="line">
            <a:avLst/>
          </a:prstGeom>
          <a:noFill/>
          <a:ln w="9360" cap="flat">
            <a:solidFill>
              <a:srgbClr val="1F1D1B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de-DE"/>
          </a:p>
        </p:txBody>
      </p:sp>
      <p:sp>
        <p:nvSpPr>
          <p:cNvPr id="3497" name="Line 425">
            <a:extLst>
              <a:ext uri="{FF2B5EF4-FFF2-40B4-BE49-F238E27FC236}">
                <a16:creationId xmlns:a16="http://schemas.microsoft.com/office/drawing/2014/main" id="{4DCE7C2D-8D0C-7109-9C15-ECBDF5B05B7E}"/>
              </a:ext>
            </a:extLst>
          </p:cNvPr>
          <p:cNvSpPr>
            <a:spLocks noChangeShapeType="1"/>
          </p:cNvSpPr>
          <p:nvPr/>
        </p:nvSpPr>
        <p:spPr bwMode="auto">
          <a:xfrm>
            <a:off x="7223125" y="63500"/>
            <a:ext cx="1588" cy="512763"/>
          </a:xfrm>
          <a:prstGeom prst="line">
            <a:avLst/>
          </a:prstGeom>
          <a:noFill/>
          <a:ln w="9360" cap="flat">
            <a:solidFill>
              <a:srgbClr val="1F1D1B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de-DE"/>
          </a:p>
        </p:txBody>
      </p:sp>
      <p:sp>
        <p:nvSpPr>
          <p:cNvPr id="3498" name="AutoShape 426">
            <a:extLst>
              <a:ext uri="{FF2B5EF4-FFF2-40B4-BE49-F238E27FC236}">
                <a16:creationId xmlns:a16="http://schemas.microsoft.com/office/drawing/2014/main" id="{DC2F24A6-7BD8-4C6E-7549-7287356CEAE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23113" y="219075"/>
            <a:ext cx="201612" cy="201613"/>
          </a:xfrm>
          <a:custGeom>
            <a:avLst/>
            <a:gdLst>
              <a:gd name="G0" fmla="*/ 559 1 2"/>
              <a:gd name="G1" fmla="*/ 1 48365 11520"/>
              <a:gd name="G2" fmla="*/ G1 32767 1"/>
              <a:gd name="G3" fmla="*/ G2 1 32767"/>
              <a:gd name="G4" fmla="cos G0 G3"/>
              <a:gd name="G5" fmla="*/ 559 1 2"/>
              <a:gd name="G6" fmla="*/ 1 48365 11520"/>
              <a:gd name="G7" fmla="*/ G6 32767 1"/>
              <a:gd name="G8" fmla="*/ G7 1 32767"/>
              <a:gd name="G9" fmla="sin G5 G8"/>
              <a:gd name="G10" fmla="*/ 559 1 2"/>
              <a:gd name="G11" fmla="+- G10 0 G4"/>
              <a:gd name="G12" fmla="+- G10 G4 0"/>
              <a:gd name="G13" fmla="+- G12 0 0"/>
              <a:gd name="G14" fmla="*/ 559 1 2"/>
              <a:gd name="G15" fmla="+- G14 0 G9"/>
              <a:gd name="G16" fmla="+- G14 G9 0"/>
              <a:gd name="G17" fmla="+- G16 0 0"/>
              <a:gd name="G18" fmla="+- 559 0 0"/>
              <a:gd name="G19" fmla="+- 559 0 0"/>
              <a:gd name="G20" fmla="+- 180 0 0"/>
              <a:gd name="G21" fmla="+- 90 0 0"/>
              <a:gd name="G22" fmla="+- 270 0 0"/>
              <a:gd name="G23" fmla="+- 90 0 0"/>
              <a:gd name="G24" fmla="+- 0 0 0"/>
              <a:gd name="G25" fmla="+- 90 0 0"/>
              <a:gd name="G26" fmla="+- 90 0 0"/>
              <a:gd name="G27" fmla="+- 90 0 0"/>
            </a:gdLst>
            <a:ahLst/>
            <a:cxnLst>
              <a:cxn ang="0">
                <a:pos x="r" y="vc"/>
              </a:cxn>
              <a:cxn ang="5400000">
                <a:pos x="hc" y="b"/>
              </a:cxn>
              <a:cxn ang="10800000">
                <a:pos x="l" y="vc"/>
              </a:cxn>
              <a:cxn ang="16200000">
                <a:pos x="hc" y="t"/>
              </a:cxn>
            </a:cxnLst>
            <a:rect l="0" t="0" r="0" b="0"/>
            <a:pathLst>
              <a:path>
                <a:moveTo>
                  <a:pt x="0" y="280"/>
                </a:moveTo>
                <a:lnTo>
                  <a:pt x="280" y="280"/>
                </a:lnTo>
                <a:lnTo>
                  <a:pt x="180" y="90"/>
                </a:lnTo>
                <a:lnTo>
                  <a:pt x="280" y="280"/>
                </a:lnTo>
                <a:lnTo>
                  <a:pt x="270" y="90"/>
                </a:lnTo>
                <a:close/>
              </a:path>
            </a:pathLst>
          </a:custGeom>
          <a:noFill/>
          <a:ln w="9360" cap="flat">
            <a:solidFill>
              <a:srgbClr val="1F1D1B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de-DE"/>
          </a:p>
        </p:txBody>
      </p:sp>
      <p:sp>
        <p:nvSpPr>
          <p:cNvPr id="3499" name="Line 427">
            <a:extLst>
              <a:ext uri="{FF2B5EF4-FFF2-40B4-BE49-F238E27FC236}">
                <a16:creationId xmlns:a16="http://schemas.microsoft.com/office/drawing/2014/main" id="{278E8BF6-2087-34B1-FD65-C48591936570}"/>
              </a:ext>
            </a:extLst>
          </p:cNvPr>
          <p:cNvSpPr>
            <a:spLocks noChangeShapeType="1"/>
          </p:cNvSpPr>
          <p:nvPr/>
        </p:nvSpPr>
        <p:spPr bwMode="auto">
          <a:xfrm>
            <a:off x="63500" y="9737725"/>
            <a:ext cx="512763" cy="1588"/>
          </a:xfrm>
          <a:prstGeom prst="line">
            <a:avLst/>
          </a:prstGeom>
          <a:noFill/>
          <a:ln w="9360" cap="flat">
            <a:solidFill>
              <a:srgbClr val="1F1D1B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de-DE"/>
          </a:p>
        </p:txBody>
      </p:sp>
      <p:sp>
        <p:nvSpPr>
          <p:cNvPr id="3500" name="Line 428">
            <a:extLst>
              <a:ext uri="{FF2B5EF4-FFF2-40B4-BE49-F238E27FC236}">
                <a16:creationId xmlns:a16="http://schemas.microsoft.com/office/drawing/2014/main" id="{3BD03162-C5E3-3CE9-9209-45FD832F1FF5}"/>
              </a:ext>
            </a:extLst>
          </p:cNvPr>
          <p:cNvSpPr>
            <a:spLocks noChangeShapeType="1"/>
          </p:cNvSpPr>
          <p:nvPr/>
        </p:nvSpPr>
        <p:spPr bwMode="auto">
          <a:xfrm>
            <a:off x="320675" y="9482138"/>
            <a:ext cx="1588" cy="512762"/>
          </a:xfrm>
          <a:prstGeom prst="line">
            <a:avLst/>
          </a:prstGeom>
          <a:noFill/>
          <a:ln w="9360" cap="flat">
            <a:solidFill>
              <a:srgbClr val="1F1D1B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de-DE"/>
          </a:p>
        </p:txBody>
      </p:sp>
      <p:sp>
        <p:nvSpPr>
          <p:cNvPr id="3501" name="AutoShape 429">
            <a:extLst>
              <a:ext uri="{FF2B5EF4-FFF2-40B4-BE49-F238E27FC236}">
                <a16:creationId xmlns:a16="http://schemas.microsoft.com/office/drawing/2014/main" id="{CB71C65D-42E5-274E-1A38-944889F4128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9075" y="9637713"/>
            <a:ext cx="201613" cy="201612"/>
          </a:xfrm>
          <a:custGeom>
            <a:avLst/>
            <a:gdLst>
              <a:gd name="G0" fmla="*/ 559 1 2"/>
              <a:gd name="G1" fmla="*/ 1 48365 11520"/>
              <a:gd name="G2" fmla="*/ G1 32767 1"/>
              <a:gd name="G3" fmla="*/ G2 1 32767"/>
              <a:gd name="G4" fmla="cos G0 G3"/>
              <a:gd name="G5" fmla="*/ 559 1 2"/>
              <a:gd name="G6" fmla="*/ 1 48365 11520"/>
              <a:gd name="G7" fmla="*/ G6 32767 1"/>
              <a:gd name="G8" fmla="*/ G7 1 32767"/>
              <a:gd name="G9" fmla="sin G5 G8"/>
              <a:gd name="G10" fmla="*/ 559 1 2"/>
              <a:gd name="G11" fmla="+- G10 0 G4"/>
              <a:gd name="G12" fmla="+- G10 G4 0"/>
              <a:gd name="G13" fmla="+- G12 0 0"/>
              <a:gd name="G14" fmla="*/ 559 1 2"/>
              <a:gd name="G15" fmla="+- G14 0 G9"/>
              <a:gd name="G16" fmla="+- G14 G9 0"/>
              <a:gd name="G17" fmla="+- G16 0 0"/>
              <a:gd name="G18" fmla="+- 559 0 0"/>
              <a:gd name="G19" fmla="+- 559 0 0"/>
              <a:gd name="G20" fmla="+- 180 0 0"/>
              <a:gd name="G21" fmla="+- 90 0 0"/>
              <a:gd name="G22" fmla="+- 270 0 0"/>
              <a:gd name="G23" fmla="+- 90 0 0"/>
              <a:gd name="G24" fmla="+- 0 0 0"/>
              <a:gd name="G25" fmla="+- 90 0 0"/>
              <a:gd name="G26" fmla="+- 90 0 0"/>
              <a:gd name="G27" fmla="+- 90 0 0"/>
            </a:gdLst>
            <a:ahLst/>
            <a:cxnLst>
              <a:cxn ang="0">
                <a:pos x="r" y="vc"/>
              </a:cxn>
              <a:cxn ang="5400000">
                <a:pos x="hc" y="b"/>
              </a:cxn>
              <a:cxn ang="10800000">
                <a:pos x="l" y="vc"/>
              </a:cxn>
              <a:cxn ang="16200000">
                <a:pos x="hc" y="t"/>
              </a:cxn>
            </a:cxnLst>
            <a:rect l="0" t="0" r="0" b="0"/>
            <a:pathLst>
              <a:path>
                <a:moveTo>
                  <a:pt x="0" y="280"/>
                </a:moveTo>
                <a:lnTo>
                  <a:pt x="280" y="280"/>
                </a:lnTo>
                <a:lnTo>
                  <a:pt x="180" y="90"/>
                </a:lnTo>
                <a:lnTo>
                  <a:pt x="280" y="280"/>
                </a:lnTo>
                <a:lnTo>
                  <a:pt x="270" y="90"/>
                </a:lnTo>
                <a:close/>
              </a:path>
            </a:pathLst>
          </a:custGeom>
          <a:noFill/>
          <a:ln w="9360" cap="flat">
            <a:solidFill>
              <a:srgbClr val="1F1D1B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de-DE"/>
          </a:p>
        </p:txBody>
      </p:sp>
      <p:sp>
        <p:nvSpPr>
          <p:cNvPr id="3502" name="Line 430">
            <a:extLst>
              <a:ext uri="{FF2B5EF4-FFF2-40B4-BE49-F238E27FC236}">
                <a16:creationId xmlns:a16="http://schemas.microsoft.com/office/drawing/2014/main" id="{60CE689D-2F8F-2100-E65B-0548006BB358}"/>
              </a:ext>
            </a:extLst>
          </p:cNvPr>
          <p:cNvSpPr>
            <a:spLocks noChangeShapeType="1"/>
          </p:cNvSpPr>
          <p:nvPr/>
        </p:nvSpPr>
        <p:spPr bwMode="auto">
          <a:xfrm>
            <a:off x="6967538" y="9737725"/>
            <a:ext cx="512762" cy="1588"/>
          </a:xfrm>
          <a:prstGeom prst="line">
            <a:avLst/>
          </a:prstGeom>
          <a:noFill/>
          <a:ln w="9360" cap="flat">
            <a:solidFill>
              <a:srgbClr val="1F1D1B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de-DE"/>
          </a:p>
        </p:txBody>
      </p:sp>
      <p:sp>
        <p:nvSpPr>
          <p:cNvPr id="3503" name="Line 431">
            <a:extLst>
              <a:ext uri="{FF2B5EF4-FFF2-40B4-BE49-F238E27FC236}">
                <a16:creationId xmlns:a16="http://schemas.microsoft.com/office/drawing/2014/main" id="{4C79497E-CA4C-2C7A-8814-F4766AED697C}"/>
              </a:ext>
            </a:extLst>
          </p:cNvPr>
          <p:cNvSpPr>
            <a:spLocks noChangeShapeType="1"/>
          </p:cNvSpPr>
          <p:nvPr/>
        </p:nvSpPr>
        <p:spPr bwMode="auto">
          <a:xfrm>
            <a:off x="7223125" y="9482138"/>
            <a:ext cx="1588" cy="512762"/>
          </a:xfrm>
          <a:prstGeom prst="line">
            <a:avLst/>
          </a:prstGeom>
          <a:noFill/>
          <a:ln w="9360" cap="flat">
            <a:solidFill>
              <a:srgbClr val="1F1D1B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de-DE"/>
          </a:p>
        </p:txBody>
      </p:sp>
      <p:sp>
        <p:nvSpPr>
          <p:cNvPr id="3504" name="AutoShape 432">
            <a:extLst>
              <a:ext uri="{FF2B5EF4-FFF2-40B4-BE49-F238E27FC236}">
                <a16:creationId xmlns:a16="http://schemas.microsoft.com/office/drawing/2014/main" id="{E7393413-AA81-5860-286A-132694348B3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23113" y="9637713"/>
            <a:ext cx="201612" cy="201612"/>
          </a:xfrm>
          <a:custGeom>
            <a:avLst/>
            <a:gdLst>
              <a:gd name="G0" fmla="*/ 559 1 2"/>
              <a:gd name="G1" fmla="*/ 1 48365 11520"/>
              <a:gd name="G2" fmla="*/ G1 32767 1"/>
              <a:gd name="G3" fmla="*/ G2 1 32767"/>
              <a:gd name="G4" fmla="cos G0 G3"/>
              <a:gd name="G5" fmla="*/ 559 1 2"/>
              <a:gd name="G6" fmla="*/ 1 48365 11520"/>
              <a:gd name="G7" fmla="*/ G6 32767 1"/>
              <a:gd name="G8" fmla="*/ G7 1 32767"/>
              <a:gd name="G9" fmla="sin G5 G8"/>
              <a:gd name="G10" fmla="*/ 559 1 2"/>
              <a:gd name="G11" fmla="+- G10 0 G4"/>
              <a:gd name="G12" fmla="+- G10 G4 0"/>
              <a:gd name="G13" fmla="+- G12 0 0"/>
              <a:gd name="G14" fmla="*/ 559 1 2"/>
              <a:gd name="G15" fmla="+- G14 0 G9"/>
              <a:gd name="G16" fmla="+- G14 G9 0"/>
              <a:gd name="G17" fmla="+- G16 0 0"/>
              <a:gd name="G18" fmla="+- 559 0 0"/>
              <a:gd name="G19" fmla="+- 559 0 0"/>
              <a:gd name="G20" fmla="+- 180 0 0"/>
              <a:gd name="G21" fmla="+- 90 0 0"/>
              <a:gd name="G22" fmla="+- 270 0 0"/>
              <a:gd name="G23" fmla="+- 90 0 0"/>
              <a:gd name="G24" fmla="+- 0 0 0"/>
              <a:gd name="G25" fmla="+- 90 0 0"/>
              <a:gd name="G26" fmla="+- 90 0 0"/>
              <a:gd name="G27" fmla="+- 90 0 0"/>
            </a:gdLst>
            <a:ahLst/>
            <a:cxnLst>
              <a:cxn ang="0">
                <a:pos x="r" y="vc"/>
              </a:cxn>
              <a:cxn ang="5400000">
                <a:pos x="hc" y="b"/>
              </a:cxn>
              <a:cxn ang="10800000">
                <a:pos x="l" y="vc"/>
              </a:cxn>
              <a:cxn ang="16200000">
                <a:pos x="hc" y="t"/>
              </a:cxn>
            </a:cxnLst>
            <a:rect l="0" t="0" r="0" b="0"/>
            <a:pathLst>
              <a:path>
                <a:moveTo>
                  <a:pt x="0" y="280"/>
                </a:moveTo>
                <a:lnTo>
                  <a:pt x="280" y="280"/>
                </a:lnTo>
                <a:lnTo>
                  <a:pt x="180" y="90"/>
                </a:lnTo>
                <a:lnTo>
                  <a:pt x="280" y="280"/>
                </a:lnTo>
                <a:lnTo>
                  <a:pt x="270" y="90"/>
                </a:lnTo>
                <a:close/>
              </a:path>
            </a:pathLst>
          </a:custGeom>
          <a:noFill/>
          <a:ln w="9360" cap="flat">
            <a:solidFill>
              <a:srgbClr val="1F1D1B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de-DE"/>
          </a:p>
        </p:txBody>
      </p:sp>
      <p:sp>
        <p:nvSpPr>
          <p:cNvPr id="3505" name="Rectangle 433">
            <a:extLst>
              <a:ext uri="{FF2B5EF4-FFF2-40B4-BE49-F238E27FC236}">
                <a16:creationId xmlns:a16="http://schemas.microsoft.com/office/drawing/2014/main" id="{302DA05D-FD1D-C73D-DDC7-140B9D86835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9763" y="503238"/>
            <a:ext cx="4114800" cy="2016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 anchor="ctr"/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1pPr>
            <a:lvl2pPr>
              <a:tabLst>
                <a:tab pos="0" algn="l"/>
                <a:tab pos="914400" algn="l"/>
                <a:tab pos="1828800" algn="l"/>
                <a:tab pos="2743200" algn="l"/>
                <a:tab pos="36576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2pPr>
            <a:lvl3pPr>
              <a:tabLst>
                <a:tab pos="0" algn="l"/>
                <a:tab pos="914400" algn="l"/>
                <a:tab pos="1828800" algn="l"/>
                <a:tab pos="2743200" algn="l"/>
                <a:tab pos="36576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3pPr>
            <a:lvl4pPr>
              <a:tabLst>
                <a:tab pos="0" algn="l"/>
                <a:tab pos="914400" algn="l"/>
                <a:tab pos="1828800" algn="l"/>
                <a:tab pos="2743200" algn="l"/>
                <a:tab pos="36576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4pPr>
            <a:lvl5pPr>
              <a:tabLst>
                <a:tab pos="0" algn="l"/>
                <a:tab pos="914400" algn="l"/>
                <a:tab pos="1828800" algn="l"/>
                <a:tab pos="2743200" algn="l"/>
                <a:tab pos="36576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5pPr>
            <a:lvl6pPr marL="25146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6pPr>
            <a:lvl7pPr marL="29718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7pPr>
            <a:lvl8pPr marL="34290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8pPr>
            <a:lvl9pPr marL="38862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9pPr>
          </a:lstStyle>
          <a:p>
            <a:pPr hangingPunct="1">
              <a:lnSpc>
                <a:spcPct val="100000"/>
              </a:lnSpc>
            </a:pPr>
            <a:r>
              <a:rPr lang="en-US" altLang="de-DE" sz="800" b="1">
                <a:solidFill>
                  <a:srgbClr val="8A8377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DIGITALE IDENTITÄT  /  INFOGRAFIK  /  Nº 01</a:t>
            </a:r>
          </a:p>
        </p:txBody>
      </p:sp>
      <p:sp>
        <p:nvSpPr>
          <p:cNvPr id="3506" name="Rectangle 434">
            <a:extLst>
              <a:ext uri="{FF2B5EF4-FFF2-40B4-BE49-F238E27FC236}">
                <a16:creationId xmlns:a16="http://schemas.microsoft.com/office/drawing/2014/main" id="{02222323-9A6E-1962-4572-79D138B7F5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89238" y="503238"/>
            <a:ext cx="4572000" cy="2016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 anchor="ctr"/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1pPr>
            <a:lvl2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2pPr>
            <a:lvl3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3pPr>
            <a:lvl4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4pPr>
            <a:lvl5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5pPr>
            <a:lvl6pPr marL="25146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6pPr>
            <a:lvl7pPr marL="29718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7pPr>
            <a:lvl8pPr marL="34290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8pPr>
            <a:lvl9pPr marL="38862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9pPr>
          </a:lstStyle>
          <a:p>
            <a:pPr algn="r" hangingPunct="1">
              <a:lnSpc>
                <a:spcPct val="100000"/>
              </a:lnSpc>
            </a:pPr>
            <a:r>
              <a:rPr lang="en-US" altLang="de-DE" sz="800" b="1">
                <a:solidFill>
                  <a:srgbClr val="8A8377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A4 · 3:4 · RISO EDITION</a:t>
            </a:r>
          </a:p>
        </p:txBody>
      </p:sp>
      <p:sp>
        <p:nvSpPr>
          <p:cNvPr id="3507" name="Line 435">
            <a:extLst>
              <a:ext uri="{FF2B5EF4-FFF2-40B4-BE49-F238E27FC236}">
                <a16:creationId xmlns:a16="http://schemas.microsoft.com/office/drawing/2014/main" id="{9BBE7451-F598-62D4-B402-5162874C9A88}"/>
              </a:ext>
            </a:extLst>
          </p:cNvPr>
          <p:cNvSpPr>
            <a:spLocks noChangeShapeType="1"/>
          </p:cNvSpPr>
          <p:nvPr/>
        </p:nvSpPr>
        <p:spPr bwMode="auto">
          <a:xfrm>
            <a:off x="639763" y="749300"/>
            <a:ext cx="6264275" cy="1588"/>
          </a:xfrm>
          <a:prstGeom prst="line">
            <a:avLst/>
          </a:prstGeom>
          <a:noFill/>
          <a:ln w="9360" cap="flat">
            <a:solidFill>
              <a:srgbClr val="1F1D1B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de-DE"/>
          </a:p>
        </p:txBody>
      </p:sp>
      <p:sp>
        <p:nvSpPr>
          <p:cNvPr id="3508" name="Rectangle 436">
            <a:extLst>
              <a:ext uri="{FF2B5EF4-FFF2-40B4-BE49-F238E27FC236}">
                <a16:creationId xmlns:a16="http://schemas.microsoft.com/office/drawing/2014/main" id="{2DB9AC5A-D144-1E30-472E-7B7473CEDE0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9275" y="868363"/>
            <a:ext cx="6537325" cy="16906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/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1pPr>
            <a:lvl2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2pPr>
            <a:lvl3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3pPr>
            <a:lvl4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4pPr>
            <a:lvl5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5pPr>
            <a:lvl6pPr marL="25146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6pPr>
            <a:lvl7pPr marL="29718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7pPr>
            <a:lvl8pPr marL="34290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8pPr>
            <a:lvl9pPr marL="38862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9pPr>
          </a:lstStyle>
          <a:p>
            <a:pPr hangingPunct="1">
              <a:lnSpc>
                <a:spcPct val="100000"/>
              </a:lnSpc>
            </a:pPr>
            <a:r>
              <a:rPr lang="en-US" altLang="de-DE" sz="4400" b="1">
                <a:solidFill>
                  <a:srgbClr val="1F1D1B"/>
                </a:solidFill>
                <a:latin typeface="Playfair Display" panose="00000500000000000000" pitchFamily="2" charset="0"/>
                <a:cs typeface="Playfair Display" panose="00000500000000000000" pitchFamily="2" charset="0"/>
              </a:rPr>
              <a:t>Die </a:t>
            </a:r>
            <a:r>
              <a:rPr lang="en-US" altLang="de-DE" sz="5600" b="1" i="1">
                <a:solidFill>
                  <a:srgbClr val="D94F2E"/>
                </a:solidFill>
                <a:latin typeface="Playfair Display" panose="00000500000000000000" pitchFamily="2" charset="0"/>
                <a:cs typeface="Playfair Display" panose="00000500000000000000" pitchFamily="2" charset="0"/>
              </a:rPr>
              <a:t>5</a:t>
            </a:r>
            <a:r>
              <a:rPr lang="en-US" altLang="de-DE" sz="4400" b="1">
                <a:solidFill>
                  <a:srgbClr val="1F1D1B"/>
                </a:solidFill>
                <a:latin typeface="Playfair Display" panose="00000500000000000000" pitchFamily="2" charset="0"/>
                <a:cs typeface="Playfair Display" panose="00000500000000000000" pitchFamily="2" charset="0"/>
              </a:rPr>
              <a:t> Bausteine</a:t>
            </a:r>
            <a:r>
              <a:rPr lang="en-US" altLang="de-DE" sz="4400" b="1" i="1">
                <a:solidFill>
                  <a:srgbClr val="1F1D1B"/>
                </a:solidFill>
                <a:latin typeface="Playfair Display" panose="00000500000000000000" pitchFamily="2" charset="0"/>
                <a:cs typeface="Playfair Display" panose="00000500000000000000" pitchFamily="2" charset="0"/>
              </a:rPr>
              <a:t> der</a:t>
            </a:r>
          </a:p>
          <a:p>
            <a:pPr hangingPunct="1">
              <a:lnSpc>
                <a:spcPct val="100000"/>
              </a:lnSpc>
            </a:pPr>
            <a:r>
              <a:rPr lang="en-US" altLang="de-DE" sz="4400" b="1">
                <a:solidFill>
                  <a:srgbClr val="1F1D1B"/>
                </a:solidFill>
                <a:latin typeface="Playfair Display" panose="00000500000000000000" pitchFamily="2" charset="0"/>
                <a:cs typeface="Playfair Display" panose="00000500000000000000" pitchFamily="2" charset="0"/>
              </a:rPr>
              <a:t>digitalen </a:t>
            </a:r>
            <a:r>
              <a:rPr lang="en-US" altLang="de-DE" sz="4400" b="1" i="1">
                <a:solidFill>
                  <a:srgbClr val="D94F2E"/>
                </a:solidFill>
                <a:latin typeface="Playfair Display" panose="00000500000000000000" pitchFamily="2" charset="0"/>
                <a:cs typeface="Playfair Display" panose="00000500000000000000" pitchFamily="2" charset="0"/>
              </a:rPr>
              <a:t>Identität</a:t>
            </a:r>
          </a:p>
        </p:txBody>
      </p:sp>
      <p:sp>
        <p:nvSpPr>
          <p:cNvPr id="3509" name="Rectangle 437">
            <a:extLst>
              <a:ext uri="{FF2B5EF4-FFF2-40B4-BE49-F238E27FC236}">
                <a16:creationId xmlns:a16="http://schemas.microsoft.com/office/drawing/2014/main" id="{7C9A0553-33F9-BD2D-BD33-BA905B7E65B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9763" y="2514600"/>
            <a:ext cx="6218237" cy="3476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 anchor="ctr"/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1pPr>
            <a:lvl2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2pPr>
            <a:lvl3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3pPr>
            <a:lvl4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4pPr>
            <a:lvl5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5pPr>
            <a:lvl6pPr marL="25146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6pPr>
            <a:lvl7pPr marL="29718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7pPr>
            <a:lvl8pPr marL="34290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8pPr>
            <a:lvl9pPr marL="38862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9pPr>
          </a:lstStyle>
          <a:p>
            <a:pPr hangingPunct="1">
              <a:lnSpc>
                <a:spcPct val="100000"/>
              </a:lnSpc>
            </a:pPr>
            <a:r>
              <a:rPr lang="en-US" altLang="de-DE" sz="1100" i="1">
                <a:solidFill>
                  <a:srgbClr val="3A3733"/>
                </a:solidFill>
                <a:latin typeface="Georgia" panose="02040502050405020303" pitchFamily="18" charset="0"/>
              </a:rPr>
              <a:t>Ein redaktioneller Überblick — was dein digitales Ich ausmacht, zwischen Profilbild und Netzwerkgraph.</a:t>
            </a:r>
          </a:p>
        </p:txBody>
      </p:sp>
      <p:sp>
        <p:nvSpPr>
          <p:cNvPr id="3510" name="Line 438">
            <a:extLst>
              <a:ext uri="{FF2B5EF4-FFF2-40B4-BE49-F238E27FC236}">
                <a16:creationId xmlns:a16="http://schemas.microsoft.com/office/drawing/2014/main" id="{BD63F0B4-5552-AD25-DCC5-FF2F017D716A}"/>
              </a:ext>
            </a:extLst>
          </p:cNvPr>
          <p:cNvSpPr>
            <a:spLocks noChangeShapeType="1"/>
          </p:cNvSpPr>
          <p:nvPr/>
        </p:nvSpPr>
        <p:spPr bwMode="auto">
          <a:xfrm>
            <a:off x="639763" y="2944813"/>
            <a:ext cx="6264275" cy="1587"/>
          </a:xfrm>
          <a:prstGeom prst="line">
            <a:avLst/>
          </a:prstGeom>
          <a:noFill/>
          <a:ln w="15120" cap="flat">
            <a:solidFill>
              <a:srgbClr val="1F1D1B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de-DE"/>
          </a:p>
        </p:txBody>
      </p:sp>
      <p:sp>
        <p:nvSpPr>
          <p:cNvPr id="3511" name="Rectangle 439">
            <a:extLst>
              <a:ext uri="{FF2B5EF4-FFF2-40B4-BE49-F238E27FC236}">
                <a16:creationId xmlns:a16="http://schemas.microsoft.com/office/drawing/2014/main" id="{44241071-EA15-5430-60B5-5EF2C2B3B6B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9763" y="2998788"/>
            <a:ext cx="6262687" cy="2016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 anchor="ctr"/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1pPr>
            <a:lvl2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2pPr>
            <a:lvl3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3pPr>
            <a:lvl4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4pPr>
            <a:lvl5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5pPr>
            <a:lvl6pPr marL="25146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6pPr>
            <a:lvl7pPr marL="29718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7pPr>
            <a:lvl8pPr marL="34290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8pPr>
            <a:lvl9pPr marL="38862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9pPr>
          </a:lstStyle>
          <a:p>
            <a:pPr algn="r" hangingPunct="1">
              <a:lnSpc>
                <a:spcPct val="100000"/>
              </a:lnSpc>
            </a:pPr>
            <a:r>
              <a:rPr lang="en-US" altLang="de-DE" sz="800" b="1">
                <a:solidFill>
                  <a:srgbClr val="8A8377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FÜNF KAPITEL  ·  01—05</a:t>
            </a:r>
          </a:p>
        </p:txBody>
      </p:sp>
      <p:sp>
        <p:nvSpPr>
          <p:cNvPr id="3512" name="Line 440">
            <a:extLst>
              <a:ext uri="{FF2B5EF4-FFF2-40B4-BE49-F238E27FC236}">
                <a16:creationId xmlns:a16="http://schemas.microsoft.com/office/drawing/2014/main" id="{D63A1C00-4916-0D51-B287-A94BDEC93EA4}"/>
              </a:ext>
            </a:extLst>
          </p:cNvPr>
          <p:cNvSpPr>
            <a:spLocks noChangeShapeType="1"/>
          </p:cNvSpPr>
          <p:nvPr/>
        </p:nvSpPr>
        <p:spPr bwMode="auto">
          <a:xfrm>
            <a:off x="639763" y="3336925"/>
            <a:ext cx="1965325" cy="1588"/>
          </a:xfrm>
          <a:prstGeom prst="line">
            <a:avLst/>
          </a:prstGeom>
          <a:noFill/>
          <a:ln w="9360" cap="flat">
            <a:solidFill>
              <a:srgbClr val="1F1D1B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de-DE"/>
          </a:p>
        </p:txBody>
      </p:sp>
      <p:sp>
        <p:nvSpPr>
          <p:cNvPr id="3513" name="Rectangle 441">
            <a:extLst>
              <a:ext uri="{FF2B5EF4-FFF2-40B4-BE49-F238E27FC236}">
                <a16:creationId xmlns:a16="http://schemas.microsoft.com/office/drawing/2014/main" id="{E0248342-D2D1-1290-808A-7147E6561C4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3725" y="3409950"/>
            <a:ext cx="1143000" cy="822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/>
          <a:lstStyle>
            <a:lvl1pPr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1pPr>
            <a:lvl2pPr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2pPr>
            <a:lvl3pPr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3pPr>
            <a:lvl4pPr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4pPr>
            <a:lvl5pPr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5pPr>
            <a:lvl6pPr marL="25146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6pPr>
            <a:lvl7pPr marL="29718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7pPr>
            <a:lvl8pPr marL="34290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8pPr>
            <a:lvl9pPr marL="38862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9pPr>
          </a:lstStyle>
          <a:p>
            <a:pPr hangingPunct="1">
              <a:lnSpc>
                <a:spcPct val="100000"/>
              </a:lnSpc>
            </a:pPr>
            <a:r>
              <a:rPr lang="en-US" altLang="de-DE" sz="5400" b="1" i="1">
                <a:solidFill>
                  <a:srgbClr val="D94F2E"/>
                </a:solidFill>
                <a:latin typeface="Playfair Display" panose="00000500000000000000" pitchFamily="2" charset="0"/>
                <a:cs typeface="Playfair Display" panose="00000500000000000000" pitchFamily="2" charset="0"/>
              </a:rPr>
              <a:t>01</a:t>
            </a:r>
          </a:p>
        </p:txBody>
      </p:sp>
      <p:sp>
        <p:nvSpPr>
          <p:cNvPr id="3514" name="Rectangle 442">
            <a:extLst>
              <a:ext uri="{FF2B5EF4-FFF2-40B4-BE49-F238E27FC236}">
                <a16:creationId xmlns:a16="http://schemas.microsoft.com/office/drawing/2014/main" id="{5E9ABBDD-6534-F01C-7C15-7179B689AA6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63700" y="3502025"/>
            <a:ext cx="941388" cy="1635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/>
          <a:lstStyle>
            <a:lvl1pPr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1pPr>
            <a:lvl2pPr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2pPr>
            <a:lvl3pPr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3pPr>
            <a:lvl4pPr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4pPr>
            <a:lvl5pPr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5pPr>
            <a:lvl6pPr marL="25146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6pPr>
            <a:lvl7pPr marL="29718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7pPr>
            <a:lvl8pPr marL="34290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8pPr>
            <a:lvl9pPr marL="38862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9pPr>
          </a:lstStyle>
          <a:p>
            <a:pPr hangingPunct="1">
              <a:lnSpc>
                <a:spcPct val="100000"/>
              </a:lnSpc>
            </a:pPr>
            <a:r>
              <a:rPr lang="en-US" altLang="de-DE" sz="700" b="1">
                <a:solidFill>
                  <a:srgbClr val="8A8377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DAS GESICHT</a:t>
            </a:r>
          </a:p>
        </p:txBody>
      </p:sp>
      <p:sp>
        <p:nvSpPr>
          <p:cNvPr id="3515" name="Rectangle 443">
            <a:extLst>
              <a:ext uri="{FF2B5EF4-FFF2-40B4-BE49-F238E27FC236}">
                <a16:creationId xmlns:a16="http://schemas.microsoft.com/office/drawing/2014/main" id="{44452911-CE52-5687-C2C3-FE5B14177FB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27188" y="3667125"/>
            <a:ext cx="977900" cy="5032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/>
          <a:lstStyle>
            <a:lvl1pPr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1pPr>
            <a:lvl2pPr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2pPr>
            <a:lvl3pPr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3pPr>
            <a:lvl4pPr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4pPr>
            <a:lvl5pPr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5pPr>
            <a:lvl6pPr marL="25146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6pPr>
            <a:lvl7pPr marL="29718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7pPr>
            <a:lvl8pPr marL="34290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8pPr>
            <a:lvl9pPr marL="38862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9pPr>
          </a:lstStyle>
          <a:p>
            <a:pPr hangingPunct="1">
              <a:lnSpc>
                <a:spcPct val="100000"/>
              </a:lnSpc>
            </a:pPr>
            <a:r>
              <a:rPr lang="en-US" altLang="de-DE" sz="1200" b="1">
                <a:solidFill>
                  <a:srgbClr val="1F1D1B"/>
                </a:solidFill>
                <a:latin typeface="Playfair Display" panose="00000500000000000000" pitchFamily="2" charset="0"/>
                <a:cs typeface="Playfair Display" panose="00000500000000000000" pitchFamily="2" charset="0"/>
              </a:rPr>
              <a:t>Profilbild</a:t>
            </a:r>
          </a:p>
        </p:txBody>
      </p:sp>
      <p:sp>
        <p:nvSpPr>
          <p:cNvPr id="3516" name="Rectangle 444">
            <a:extLst>
              <a:ext uri="{FF2B5EF4-FFF2-40B4-BE49-F238E27FC236}">
                <a16:creationId xmlns:a16="http://schemas.microsoft.com/office/drawing/2014/main" id="{66D11C35-D044-5506-5FAF-51B8922E4A0D}"/>
              </a:ext>
            </a:extLst>
          </p:cNvPr>
          <p:cNvSpPr>
            <a:spLocks noChangeArrowheads="1"/>
          </p:cNvSpPr>
          <p:nvPr/>
        </p:nvSpPr>
        <p:spPr bwMode="auto">
          <a:xfrm>
            <a:off x="914400" y="4251325"/>
            <a:ext cx="1417638" cy="1417638"/>
          </a:xfrm>
          <a:prstGeom prst="rect">
            <a:avLst/>
          </a:prstGeom>
          <a:solidFill>
            <a:srgbClr val="F3ECDD"/>
          </a:solidFill>
          <a:ln w="15840" cap="flat">
            <a:solidFill>
              <a:srgbClr val="1F1D1B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de-DE"/>
          </a:p>
        </p:txBody>
      </p:sp>
      <p:sp>
        <p:nvSpPr>
          <p:cNvPr id="3517" name="Line 445">
            <a:extLst>
              <a:ext uri="{FF2B5EF4-FFF2-40B4-BE49-F238E27FC236}">
                <a16:creationId xmlns:a16="http://schemas.microsoft.com/office/drawing/2014/main" id="{E4E68B27-BA07-733B-C94A-127674D0D4E8}"/>
              </a:ext>
            </a:extLst>
          </p:cNvPr>
          <p:cNvSpPr>
            <a:spLocks noChangeShapeType="1"/>
          </p:cNvSpPr>
          <p:nvPr/>
        </p:nvSpPr>
        <p:spPr bwMode="auto">
          <a:xfrm>
            <a:off x="1387475" y="4251325"/>
            <a:ext cx="1588" cy="1417638"/>
          </a:xfrm>
          <a:prstGeom prst="line">
            <a:avLst/>
          </a:prstGeom>
          <a:noFill/>
          <a:ln w="6480" cap="flat">
            <a:solidFill>
              <a:srgbClr val="1F1D1B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de-DE"/>
          </a:p>
        </p:txBody>
      </p:sp>
      <p:sp>
        <p:nvSpPr>
          <p:cNvPr id="3518" name="Line 446">
            <a:extLst>
              <a:ext uri="{FF2B5EF4-FFF2-40B4-BE49-F238E27FC236}">
                <a16:creationId xmlns:a16="http://schemas.microsoft.com/office/drawing/2014/main" id="{0A2BABD3-157F-A062-008D-3E949E1728DA}"/>
              </a:ext>
            </a:extLst>
          </p:cNvPr>
          <p:cNvSpPr>
            <a:spLocks noChangeShapeType="1"/>
          </p:cNvSpPr>
          <p:nvPr/>
        </p:nvSpPr>
        <p:spPr bwMode="auto">
          <a:xfrm>
            <a:off x="1858963" y="4251325"/>
            <a:ext cx="1587" cy="1417638"/>
          </a:xfrm>
          <a:prstGeom prst="line">
            <a:avLst/>
          </a:prstGeom>
          <a:noFill/>
          <a:ln w="6480" cap="flat">
            <a:solidFill>
              <a:srgbClr val="1F1D1B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de-DE"/>
          </a:p>
        </p:txBody>
      </p:sp>
      <p:sp>
        <p:nvSpPr>
          <p:cNvPr id="3519" name="Line 447">
            <a:extLst>
              <a:ext uri="{FF2B5EF4-FFF2-40B4-BE49-F238E27FC236}">
                <a16:creationId xmlns:a16="http://schemas.microsoft.com/office/drawing/2014/main" id="{6EE219EA-F33F-2F79-590F-E68297E9878B}"/>
              </a:ext>
            </a:extLst>
          </p:cNvPr>
          <p:cNvSpPr>
            <a:spLocks noChangeShapeType="1"/>
          </p:cNvSpPr>
          <p:nvPr/>
        </p:nvSpPr>
        <p:spPr bwMode="auto">
          <a:xfrm>
            <a:off x="914400" y="4724400"/>
            <a:ext cx="1417638" cy="1588"/>
          </a:xfrm>
          <a:prstGeom prst="line">
            <a:avLst/>
          </a:prstGeom>
          <a:noFill/>
          <a:ln w="6480" cap="flat">
            <a:solidFill>
              <a:srgbClr val="1F1D1B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de-DE"/>
          </a:p>
        </p:txBody>
      </p:sp>
      <p:sp>
        <p:nvSpPr>
          <p:cNvPr id="3520" name="Line 448">
            <a:extLst>
              <a:ext uri="{FF2B5EF4-FFF2-40B4-BE49-F238E27FC236}">
                <a16:creationId xmlns:a16="http://schemas.microsoft.com/office/drawing/2014/main" id="{98618642-1D0F-4C50-AB25-BF18DCF8C018}"/>
              </a:ext>
            </a:extLst>
          </p:cNvPr>
          <p:cNvSpPr>
            <a:spLocks noChangeShapeType="1"/>
          </p:cNvSpPr>
          <p:nvPr/>
        </p:nvSpPr>
        <p:spPr bwMode="auto">
          <a:xfrm>
            <a:off x="914400" y="5195888"/>
            <a:ext cx="1417638" cy="1587"/>
          </a:xfrm>
          <a:prstGeom prst="line">
            <a:avLst/>
          </a:prstGeom>
          <a:noFill/>
          <a:ln w="6480" cap="flat">
            <a:solidFill>
              <a:srgbClr val="1F1D1B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de-DE"/>
          </a:p>
        </p:txBody>
      </p:sp>
      <p:sp>
        <p:nvSpPr>
          <p:cNvPr id="3521" name="AutoShape 449">
            <a:extLst>
              <a:ext uri="{FF2B5EF4-FFF2-40B4-BE49-F238E27FC236}">
                <a16:creationId xmlns:a16="http://schemas.microsoft.com/office/drawing/2014/main" id="{636EC2A0-2BE2-909B-A3B0-8B763DAF3AA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52575" y="4662488"/>
            <a:ext cx="368300" cy="368300"/>
          </a:xfrm>
          <a:custGeom>
            <a:avLst/>
            <a:gdLst>
              <a:gd name="G0" fmla="*/ 1024 1 2"/>
              <a:gd name="G1" fmla="*/ 1 48365 11520"/>
              <a:gd name="G2" fmla="*/ G1 32767 1"/>
              <a:gd name="G3" fmla="*/ G2 1 32767"/>
              <a:gd name="G4" fmla="cos G0 G3"/>
              <a:gd name="G5" fmla="*/ 1024 1 2"/>
              <a:gd name="G6" fmla="*/ 1 48365 11520"/>
              <a:gd name="G7" fmla="*/ G6 32767 1"/>
              <a:gd name="G8" fmla="*/ G7 1 32767"/>
              <a:gd name="G9" fmla="sin G5 G8"/>
              <a:gd name="G10" fmla="*/ 1024 1 2"/>
              <a:gd name="G11" fmla="+- G10 0 G4"/>
              <a:gd name="G12" fmla="+- G10 G4 0"/>
              <a:gd name="G13" fmla="+- G12 0 0"/>
              <a:gd name="G14" fmla="*/ 1024 1 2"/>
              <a:gd name="G15" fmla="+- G14 0 G9"/>
              <a:gd name="G16" fmla="+- G14 G9 0"/>
              <a:gd name="G17" fmla="+- G16 0 0"/>
              <a:gd name="G18" fmla="+- 1024 0 0"/>
              <a:gd name="G19" fmla="+- 1024 0 0"/>
              <a:gd name="G20" fmla="+- 180 0 0"/>
              <a:gd name="G21" fmla="+- 90 0 0"/>
              <a:gd name="G22" fmla="+- 270 0 0"/>
              <a:gd name="G23" fmla="+- 90 0 0"/>
              <a:gd name="G24" fmla="+- 0 0 0"/>
              <a:gd name="G25" fmla="+- 90 0 0"/>
              <a:gd name="G26" fmla="+- 90 0 0"/>
              <a:gd name="G27" fmla="+- 90 0 0"/>
            </a:gdLst>
            <a:ahLst/>
            <a:cxnLst>
              <a:cxn ang="0">
                <a:pos x="r" y="vc"/>
              </a:cxn>
              <a:cxn ang="5400000">
                <a:pos x="hc" y="b"/>
              </a:cxn>
              <a:cxn ang="10800000">
                <a:pos x="l" y="vc"/>
              </a:cxn>
              <a:cxn ang="16200000">
                <a:pos x="hc" y="t"/>
              </a:cxn>
            </a:cxnLst>
            <a:rect l="0" t="0" r="0" b="0"/>
            <a:pathLst>
              <a:path>
                <a:moveTo>
                  <a:pt x="0" y="512"/>
                </a:moveTo>
                <a:lnTo>
                  <a:pt x="512" y="512"/>
                </a:lnTo>
                <a:lnTo>
                  <a:pt x="180" y="90"/>
                </a:lnTo>
                <a:lnTo>
                  <a:pt x="512" y="512"/>
                </a:lnTo>
                <a:lnTo>
                  <a:pt x="270" y="90"/>
                </a:lnTo>
                <a:close/>
              </a:path>
            </a:pathLst>
          </a:custGeom>
          <a:solidFill>
            <a:srgbClr val="D94F2E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de-DE"/>
          </a:p>
        </p:txBody>
      </p:sp>
      <p:sp>
        <p:nvSpPr>
          <p:cNvPr id="3522" name="AutoShape 450">
            <a:extLst>
              <a:ext uri="{FF2B5EF4-FFF2-40B4-BE49-F238E27FC236}">
                <a16:creationId xmlns:a16="http://schemas.microsoft.com/office/drawing/2014/main" id="{E4C02FFC-94A5-7B37-D4FC-C243013EA54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96988" y="4948238"/>
            <a:ext cx="877887" cy="638175"/>
          </a:xfrm>
          <a:custGeom>
            <a:avLst/>
            <a:gdLst>
              <a:gd name="G0" fmla="*/ 2441 1 2"/>
              <a:gd name="G1" fmla="*/ 1 48365 11520"/>
              <a:gd name="G2" fmla="*/ G1 32767 1"/>
              <a:gd name="G3" fmla="*/ G2 1 32767"/>
              <a:gd name="G4" fmla="cos G0 G3"/>
              <a:gd name="G5" fmla="*/ 1772 1 2"/>
              <a:gd name="G6" fmla="*/ 1 48365 11520"/>
              <a:gd name="G7" fmla="*/ G6 32767 1"/>
              <a:gd name="G8" fmla="*/ G7 1 32767"/>
              <a:gd name="G9" fmla="sin G5 G8"/>
              <a:gd name="G10" fmla="*/ 2441 1 2"/>
              <a:gd name="G11" fmla="+- G10 0 G4"/>
              <a:gd name="G12" fmla="+- G10 G4 0"/>
              <a:gd name="G13" fmla="+- G12 0 0"/>
              <a:gd name="G14" fmla="*/ 1772 1 2"/>
              <a:gd name="G15" fmla="+- G14 0 G9"/>
              <a:gd name="G16" fmla="+- G14 G9 0"/>
              <a:gd name="G17" fmla="+- G16 0 0"/>
              <a:gd name="G18" fmla="+- 1772 0 0"/>
              <a:gd name="G19" fmla="+- 2441 0 0"/>
              <a:gd name="G20" fmla="+- 180 0 0"/>
              <a:gd name="G21" fmla="+- 90 0 0"/>
              <a:gd name="G22" fmla="+- 270 0 0"/>
              <a:gd name="G23" fmla="+- 90 0 0"/>
              <a:gd name="G24" fmla="+- 0 0 0"/>
              <a:gd name="G25" fmla="+- 90 0 0"/>
              <a:gd name="G26" fmla="+- 90 0 0"/>
              <a:gd name="G27" fmla="+- 90 0 0"/>
            </a:gdLst>
            <a:ahLst/>
            <a:cxnLst>
              <a:cxn ang="0">
                <a:pos x="r" y="vc"/>
              </a:cxn>
              <a:cxn ang="5400000">
                <a:pos x="hc" y="b"/>
              </a:cxn>
              <a:cxn ang="10800000">
                <a:pos x="l" y="vc"/>
              </a:cxn>
              <a:cxn ang="16200000">
                <a:pos x="hc" y="t"/>
              </a:cxn>
            </a:cxnLst>
            <a:rect l="0" t="0" r="0" b="0"/>
            <a:pathLst>
              <a:path>
                <a:moveTo>
                  <a:pt x="0" y="886"/>
                </a:moveTo>
                <a:lnTo>
                  <a:pt x="1221" y="886"/>
                </a:lnTo>
                <a:lnTo>
                  <a:pt x="180" y="90"/>
                </a:lnTo>
                <a:lnTo>
                  <a:pt x="1221" y="886"/>
                </a:lnTo>
                <a:lnTo>
                  <a:pt x="270" y="90"/>
                </a:lnTo>
                <a:close/>
              </a:path>
            </a:pathLst>
          </a:custGeom>
          <a:solidFill>
            <a:srgbClr val="D94F2E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de-DE"/>
          </a:p>
        </p:txBody>
      </p:sp>
      <p:sp>
        <p:nvSpPr>
          <p:cNvPr id="3523" name="Rectangle 451">
            <a:extLst>
              <a:ext uri="{FF2B5EF4-FFF2-40B4-BE49-F238E27FC236}">
                <a16:creationId xmlns:a16="http://schemas.microsoft.com/office/drawing/2014/main" id="{11A0C95A-525A-08F2-6199-EB9A32C94F74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5350" y="5668963"/>
            <a:ext cx="1454150" cy="547687"/>
          </a:xfrm>
          <a:prstGeom prst="rect">
            <a:avLst/>
          </a:prstGeom>
          <a:solidFill>
            <a:srgbClr val="F3ECDD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de-DE"/>
          </a:p>
        </p:txBody>
      </p:sp>
      <p:sp>
        <p:nvSpPr>
          <p:cNvPr id="3524" name="Rectangle 452">
            <a:extLst>
              <a:ext uri="{FF2B5EF4-FFF2-40B4-BE49-F238E27FC236}">
                <a16:creationId xmlns:a16="http://schemas.microsoft.com/office/drawing/2014/main" id="{B0DA44F2-F351-909F-8BC8-9200EA2AF6C3}"/>
              </a:ext>
            </a:extLst>
          </p:cNvPr>
          <p:cNvSpPr>
            <a:spLocks noChangeArrowheads="1"/>
          </p:cNvSpPr>
          <p:nvPr/>
        </p:nvSpPr>
        <p:spPr bwMode="auto">
          <a:xfrm>
            <a:off x="914400" y="4251325"/>
            <a:ext cx="1417638" cy="1417638"/>
          </a:xfrm>
          <a:prstGeom prst="rect">
            <a:avLst/>
          </a:prstGeom>
          <a:noFill/>
          <a:ln w="15840" cap="flat">
            <a:solidFill>
              <a:srgbClr val="1F1D1B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de-DE"/>
          </a:p>
        </p:txBody>
      </p:sp>
      <p:sp>
        <p:nvSpPr>
          <p:cNvPr id="3525" name="AutoShape 453">
            <a:extLst>
              <a:ext uri="{FF2B5EF4-FFF2-40B4-BE49-F238E27FC236}">
                <a16:creationId xmlns:a16="http://schemas.microsoft.com/office/drawing/2014/main" id="{8CAE3E04-C223-5CAA-3205-39C112577380}"/>
              </a:ext>
            </a:extLst>
          </p:cNvPr>
          <p:cNvSpPr>
            <a:spLocks noChangeArrowheads="1"/>
          </p:cNvSpPr>
          <p:nvPr/>
        </p:nvSpPr>
        <p:spPr bwMode="auto">
          <a:xfrm>
            <a:off x="877888" y="4214813"/>
            <a:ext cx="73025" cy="73025"/>
          </a:xfrm>
          <a:custGeom>
            <a:avLst/>
            <a:gdLst>
              <a:gd name="G0" fmla="*/ 203 1 2"/>
              <a:gd name="G1" fmla="*/ 1 48365 11520"/>
              <a:gd name="G2" fmla="*/ G1 32767 1"/>
              <a:gd name="G3" fmla="*/ G2 1 32767"/>
              <a:gd name="G4" fmla="cos G0 G3"/>
              <a:gd name="G5" fmla="*/ 203 1 2"/>
              <a:gd name="G6" fmla="*/ 1 48365 11520"/>
              <a:gd name="G7" fmla="*/ G6 32767 1"/>
              <a:gd name="G8" fmla="*/ G7 1 32767"/>
              <a:gd name="G9" fmla="sin G5 G8"/>
              <a:gd name="G10" fmla="*/ 203 1 2"/>
              <a:gd name="G11" fmla="+- G10 0 G4"/>
              <a:gd name="G12" fmla="+- G10 G4 0"/>
              <a:gd name="G13" fmla="+- G12 0 0"/>
              <a:gd name="G14" fmla="*/ 203 1 2"/>
              <a:gd name="G15" fmla="+- G14 0 G9"/>
              <a:gd name="G16" fmla="+- G14 G9 0"/>
              <a:gd name="G17" fmla="+- G16 0 0"/>
              <a:gd name="G18" fmla="+- 203 0 0"/>
              <a:gd name="G19" fmla="+- 203 0 0"/>
              <a:gd name="G20" fmla="+- 180 0 0"/>
              <a:gd name="G21" fmla="+- 90 0 0"/>
              <a:gd name="G22" fmla="+- 270 0 0"/>
              <a:gd name="G23" fmla="+- 90 0 0"/>
              <a:gd name="G24" fmla="+- 0 0 0"/>
              <a:gd name="G25" fmla="+- 90 0 0"/>
              <a:gd name="G26" fmla="+- 90 0 0"/>
              <a:gd name="G27" fmla="+- 90 0 0"/>
            </a:gdLst>
            <a:ahLst/>
            <a:cxnLst>
              <a:cxn ang="0">
                <a:pos x="r" y="vc"/>
              </a:cxn>
              <a:cxn ang="5400000">
                <a:pos x="hc" y="b"/>
              </a:cxn>
              <a:cxn ang="10800000">
                <a:pos x="l" y="vc"/>
              </a:cxn>
              <a:cxn ang="16200000">
                <a:pos x="hc" y="t"/>
              </a:cxn>
            </a:cxnLst>
            <a:rect l="0" t="0" r="0" b="0"/>
            <a:pathLst>
              <a:path>
                <a:moveTo>
                  <a:pt x="0" y="102"/>
                </a:moveTo>
                <a:lnTo>
                  <a:pt x="102" y="102"/>
                </a:lnTo>
                <a:lnTo>
                  <a:pt x="180" y="90"/>
                </a:lnTo>
                <a:lnTo>
                  <a:pt x="102" y="102"/>
                </a:lnTo>
                <a:lnTo>
                  <a:pt x="270" y="90"/>
                </a:lnTo>
                <a:close/>
              </a:path>
            </a:pathLst>
          </a:custGeom>
          <a:solidFill>
            <a:srgbClr val="1F1D1B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de-DE"/>
          </a:p>
        </p:txBody>
      </p:sp>
      <p:sp>
        <p:nvSpPr>
          <p:cNvPr id="3526" name="AutoShape 454">
            <a:extLst>
              <a:ext uri="{FF2B5EF4-FFF2-40B4-BE49-F238E27FC236}">
                <a16:creationId xmlns:a16="http://schemas.microsoft.com/office/drawing/2014/main" id="{0872EF9F-E69A-44F3-CA05-E93B06582BF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95525" y="4214813"/>
            <a:ext cx="73025" cy="73025"/>
          </a:xfrm>
          <a:custGeom>
            <a:avLst/>
            <a:gdLst>
              <a:gd name="G0" fmla="*/ 203 1 2"/>
              <a:gd name="G1" fmla="*/ 1 48365 11520"/>
              <a:gd name="G2" fmla="*/ G1 32767 1"/>
              <a:gd name="G3" fmla="*/ G2 1 32767"/>
              <a:gd name="G4" fmla="cos G0 G3"/>
              <a:gd name="G5" fmla="*/ 203 1 2"/>
              <a:gd name="G6" fmla="*/ 1 48365 11520"/>
              <a:gd name="G7" fmla="*/ G6 32767 1"/>
              <a:gd name="G8" fmla="*/ G7 1 32767"/>
              <a:gd name="G9" fmla="sin G5 G8"/>
              <a:gd name="G10" fmla="*/ 203 1 2"/>
              <a:gd name="G11" fmla="+- G10 0 G4"/>
              <a:gd name="G12" fmla="+- G10 G4 0"/>
              <a:gd name="G13" fmla="+- G12 0 0"/>
              <a:gd name="G14" fmla="*/ 203 1 2"/>
              <a:gd name="G15" fmla="+- G14 0 G9"/>
              <a:gd name="G16" fmla="+- G14 G9 0"/>
              <a:gd name="G17" fmla="+- G16 0 0"/>
              <a:gd name="G18" fmla="+- 203 0 0"/>
              <a:gd name="G19" fmla="+- 203 0 0"/>
              <a:gd name="G20" fmla="+- 180 0 0"/>
              <a:gd name="G21" fmla="+- 90 0 0"/>
              <a:gd name="G22" fmla="+- 270 0 0"/>
              <a:gd name="G23" fmla="+- 90 0 0"/>
              <a:gd name="G24" fmla="+- 0 0 0"/>
              <a:gd name="G25" fmla="+- 90 0 0"/>
              <a:gd name="G26" fmla="+- 90 0 0"/>
              <a:gd name="G27" fmla="+- 90 0 0"/>
            </a:gdLst>
            <a:ahLst/>
            <a:cxnLst>
              <a:cxn ang="0">
                <a:pos x="r" y="vc"/>
              </a:cxn>
              <a:cxn ang="5400000">
                <a:pos x="hc" y="b"/>
              </a:cxn>
              <a:cxn ang="10800000">
                <a:pos x="l" y="vc"/>
              </a:cxn>
              <a:cxn ang="16200000">
                <a:pos x="hc" y="t"/>
              </a:cxn>
            </a:cxnLst>
            <a:rect l="0" t="0" r="0" b="0"/>
            <a:pathLst>
              <a:path>
                <a:moveTo>
                  <a:pt x="0" y="102"/>
                </a:moveTo>
                <a:lnTo>
                  <a:pt x="102" y="102"/>
                </a:lnTo>
                <a:lnTo>
                  <a:pt x="180" y="90"/>
                </a:lnTo>
                <a:lnTo>
                  <a:pt x="102" y="102"/>
                </a:lnTo>
                <a:lnTo>
                  <a:pt x="270" y="90"/>
                </a:lnTo>
                <a:close/>
              </a:path>
            </a:pathLst>
          </a:custGeom>
          <a:solidFill>
            <a:srgbClr val="1F1D1B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de-DE"/>
          </a:p>
        </p:txBody>
      </p:sp>
      <p:sp>
        <p:nvSpPr>
          <p:cNvPr id="3527" name="AutoShape 455">
            <a:extLst>
              <a:ext uri="{FF2B5EF4-FFF2-40B4-BE49-F238E27FC236}">
                <a16:creationId xmlns:a16="http://schemas.microsoft.com/office/drawing/2014/main" id="{130414C3-41D7-E2C1-9AE7-C7D42BED9EB2}"/>
              </a:ext>
            </a:extLst>
          </p:cNvPr>
          <p:cNvSpPr>
            <a:spLocks noChangeArrowheads="1"/>
          </p:cNvSpPr>
          <p:nvPr/>
        </p:nvSpPr>
        <p:spPr bwMode="auto">
          <a:xfrm>
            <a:off x="877888" y="5632450"/>
            <a:ext cx="73025" cy="73025"/>
          </a:xfrm>
          <a:custGeom>
            <a:avLst/>
            <a:gdLst>
              <a:gd name="G0" fmla="*/ 203 1 2"/>
              <a:gd name="G1" fmla="*/ 1 48365 11520"/>
              <a:gd name="G2" fmla="*/ G1 32767 1"/>
              <a:gd name="G3" fmla="*/ G2 1 32767"/>
              <a:gd name="G4" fmla="cos G0 G3"/>
              <a:gd name="G5" fmla="*/ 203 1 2"/>
              <a:gd name="G6" fmla="*/ 1 48365 11520"/>
              <a:gd name="G7" fmla="*/ G6 32767 1"/>
              <a:gd name="G8" fmla="*/ G7 1 32767"/>
              <a:gd name="G9" fmla="sin G5 G8"/>
              <a:gd name="G10" fmla="*/ 203 1 2"/>
              <a:gd name="G11" fmla="+- G10 0 G4"/>
              <a:gd name="G12" fmla="+- G10 G4 0"/>
              <a:gd name="G13" fmla="+- G12 0 0"/>
              <a:gd name="G14" fmla="*/ 203 1 2"/>
              <a:gd name="G15" fmla="+- G14 0 G9"/>
              <a:gd name="G16" fmla="+- G14 G9 0"/>
              <a:gd name="G17" fmla="+- G16 0 0"/>
              <a:gd name="G18" fmla="+- 203 0 0"/>
              <a:gd name="G19" fmla="+- 203 0 0"/>
              <a:gd name="G20" fmla="+- 180 0 0"/>
              <a:gd name="G21" fmla="+- 90 0 0"/>
              <a:gd name="G22" fmla="+- 270 0 0"/>
              <a:gd name="G23" fmla="+- 90 0 0"/>
              <a:gd name="G24" fmla="+- 0 0 0"/>
              <a:gd name="G25" fmla="+- 90 0 0"/>
              <a:gd name="G26" fmla="+- 90 0 0"/>
              <a:gd name="G27" fmla="+- 90 0 0"/>
            </a:gdLst>
            <a:ahLst/>
            <a:cxnLst>
              <a:cxn ang="0">
                <a:pos x="r" y="vc"/>
              </a:cxn>
              <a:cxn ang="5400000">
                <a:pos x="hc" y="b"/>
              </a:cxn>
              <a:cxn ang="10800000">
                <a:pos x="l" y="vc"/>
              </a:cxn>
              <a:cxn ang="16200000">
                <a:pos x="hc" y="t"/>
              </a:cxn>
            </a:cxnLst>
            <a:rect l="0" t="0" r="0" b="0"/>
            <a:pathLst>
              <a:path>
                <a:moveTo>
                  <a:pt x="0" y="102"/>
                </a:moveTo>
                <a:lnTo>
                  <a:pt x="102" y="102"/>
                </a:lnTo>
                <a:lnTo>
                  <a:pt x="180" y="90"/>
                </a:lnTo>
                <a:lnTo>
                  <a:pt x="102" y="102"/>
                </a:lnTo>
                <a:lnTo>
                  <a:pt x="270" y="90"/>
                </a:lnTo>
                <a:close/>
              </a:path>
            </a:pathLst>
          </a:custGeom>
          <a:solidFill>
            <a:srgbClr val="1F1D1B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de-DE"/>
          </a:p>
        </p:txBody>
      </p:sp>
      <p:sp>
        <p:nvSpPr>
          <p:cNvPr id="3528" name="AutoShape 456">
            <a:extLst>
              <a:ext uri="{FF2B5EF4-FFF2-40B4-BE49-F238E27FC236}">
                <a16:creationId xmlns:a16="http://schemas.microsoft.com/office/drawing/2014/main" id="{43DD7F84-5E47-FBD1-8976-350E7DF69D2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95525" y="5632450"/>
            <a:ext cx="73025" cy="73025"/>
          </a:xfrm>
          <a:custGeom>
            <a:avLst/>
            <a:gdLst>
              <a:gd name="G0" fmla="*/ 203 1 2"/>
              <a:gd name="G1" fmla="*/ 1 48365 11520"/>
              <a:gd name="G2" fmla="*/ G1 32767 1"/>
              <a:gd name="G3" fmla="*/ G2 1 32767"/>
              <a:gd name="G4" fmla="cos G0 G3"/>
              <a:gd name="G5" fmla="*/ 203 1 2"/>
              <a:gd name="G6" fmla="*/ 1 48365 11520"/>
              <a:gd name="G7" fmla="*/ G6 32767 1"/>
              <a:gd name="G8" fmla="*/ G7 1 32767"/>
              <a:gd name="G9" fmla="sin G5 G8"/>
              <a:gd name="G10" fmla="*/ 203 1 2"/>
              <a:gd name="G11" fmla="+- G10 0 G4"/>
              <a:gd name="G12" fmla="+- G10 G4 0"/>
              <a:gd name="G13" fmla="+- G12 0 0"/>
              <a:gd name="G14" fmla="*/ 203 1 2"/>
              <a:gd name="G15" fmla="+- G14 0 G9"/>
              <a:gd name="G16" fmla="+- G14 G9 0"/>
              <a:gd name="G17" fmla="+- G16 0 0"/>
              <a:gd name="G18" fmla="+- 203 0 0"/>
              <a:gd name="G19" fmla="+- 203 0 0"/>
              <a:gd name="G20" fmla="+- 180 0 0"/>
              <a:gd name="G21" fmla="+- 90 0 0"/>
              <a:gd name="G22" fmla="+- 270 0 0"/>
              <a:gd name="G23" fmla="+- 90 0 0"/>
              <a:gd name="G24" fmla="+- 0 0 0"/>
              <a:gd name="G25" fmla="+- 90 0 0"/>
              <a:gd name="G26" fmla="+- 90 0 0"/>
              <a:gd name="G27" fmla="+- 90 0 0"/>
            </a:gdLst>
            <a:ahLst/>
            <a:cxnLst>
              <a:cxn ang="0">
                <a:pos x="r" y="vc"/>
              </a:cxn>
              <a:cxn ang="5400000">
                <a:pos x="hc" y="b"/>
              </a:cxn>
              <a:cxn ang="10800000">
                <a:pos x="l" y="vc"/>
              </a:cxn>
              <a:cxn ang="16200000">
                <a:pos x="hc" y="t"/>
              </a:cxn>
            </a:cxnLst>
            <a:rect l="0" t="0" r="0" b="0"/>
            <a:pathLst>
              <a:path>
                <a:moveTo>
                  <a:pt x="0" y="102"/>
                </a:moveTo>
                <a:lnTo>
                  <a:pt x="102" y="102"/>
                </a:lnTo>
                <a:lnTo>
                  <a:pt x="180" y="90"/>
                </a:lnTo>
                <a:lnTo>
                  <a:pt x="102" y="102"/>
                </a:lnTo>
                <a:lnTo>
                  <a:pt x="270" y="90"/>
                </a:lnTo>
                <a:close/>
              </a:path>
            </a:pathLst>
          </a:custGeom>
          <a:solidFill>
            <a:srgbClr val="1F1D1B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de-DE"/>
          </a:p>
        </p:txBody>
      </p:sp>
      <p:sp>
        <p:nvSpPr>
          <p:cNvPr id="3529" name="Rectangle 457">
            <a:extLst>
              <a:ext uri="{FF2B5EF4-FFF2-40B4-BE49-F238E27FC236}">
                <a16:creationId xmlns:a16="http://schemas.microsoft.com/office/drawing/2014/main" id="{0C31E95C-ADFE-A363-75BC-17BF4E4BA8B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9763" y="5741988"/>
            <a:ext cx="1965325" cy="6397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/>
          <a:lstStyle>
            <a:lvl1pPr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1pPr>
            <a:lvl2pPr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2pPr>
            <a:lvl3pPr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3pPr>
            <a:lvl4pPr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4pPr>
            <a:lvl5pPr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5pPr>
            <a:lvl6pPr marL="25146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6pPr>
            <a:lvl7pPr marL="29718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7pPr>
            <a:lvl8pPr marL="34290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8pPr>
            <a:lvl9pPr marL="38862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9pPr>
          </a:lstStyle>
          <a:p>
            <a:pPr hangingPunct="1">
              <a:lnSpc>
                <a:spcPct val="100000"/>
              </a:lnSpc>
              <a:spcAft>
                <a:spcPts val="213"/>
              </a:spcAft>
            </a:pPr>
            <a:r>
              <a:rPr lang="en-US" altLang="de-DE" sz="900">
                <a:solidFill>
                  <a:srgbClr val="3A3733"/>
                </a:solidFill>
                <a:latin typeface="Georgia" panose="02040502050405020303" pitchFamily="18" charset="0"/>
              </a:rPr>
              <a:t>Das erste Signal. Ein Eindruck in Millisekunden — zwischen Rastergitter und Silhouette.</a:t>
            </a:r>
          </a:p>
        </p:txBody>
      </p:sp>
      <p:sp>
        <p:nvSpPr>
          <p:cNvPr id="3530" name="Line 458">
            <a:extLst>
              <a:ext uri="{FF2B5EF4-FFF2-40B4-BE49-F238E27FC236}">
                <a16:creationId xmlns:a16="http://schemas.microsoft.com/office/drawing/2014/main" id="{96095A06-3817-C0C3-C0CA-0757105AD4AB}"/>
              </a:ext>
            </a:extLst>
          </p:cNvPr>
          <p:cNvSpPr>
            <a:spLocks noChangeShapeType="1"/>
          </p:cNvSpPr>
          <p:nvPr/>
        </p:nvSpPr>
        <p:spPr bwMode="auto">
          <a:xfrm>
            <a:off x="2789238" y="3336925"/>
            <a:ext cx="1965325" cy="1588"/>
          </a:xfrm>
          <a:prstGeom prst="line">
            <a:avLst/>
          </a:prstGeom>
          <a:noFill/>
          <a:ln w="9360" cap="flat">
            <a:solidFill>
              <a:srgbClr val="1F1D1B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de-DE"/>
          </a:p>
        </p:txBody>
      </p:sp>
      <p:sp>
        <p:nvSpPr>
          <p:cNvPr id="3531" name="Rectangle 459">
            <a:extLst>
              <a:ext uri="{FF2B5EF4-FFF2-40B4-BE49-F238E27FC236}">
                <a16:creationId xmlns:a16="http://schemas.microsoft.com/office/drawing/2014/main" id="{CB501945-D661-FE72-69F2-8D567990291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43200" y="3409950"/>
            <a:ext cx="1143000" cy="822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/>
          <a:lstStyle>
            <a:lvl1pPr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1pPr>
            <a:lvl2pPr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2pPr>
            <a:lvl3pPr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3pPr>
            <a:lvl4pPr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4pPr>
            <a:lvl5pPr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5pPr>
            <a:lvl6pPr marL="25146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6pPr>
            <a:lvl7pPr marL="29718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7pPr>
            <a:lvl8pPr marL="34290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8pPr>
            <a:lvl9pPr marL="38862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9pPr>
          </a:lstStyle>
          <a:p>
            <a:pPr hangingPunct="1">
              <a:lnSpc>
                <a:spcPct val="100000"/>
              </a:lnSpc>
            </a:pPr>
            <a:r>
              <a:rPr lang="en-US" altLang="de-DE" sz="5400" b="1" i="1">
                <a:solidFill>
                  <a:srgbClr val="1E2A55"/>
                </a:solidFill>
                <a:latin typeface="Playfair Display" panose="00000500000000000000" pitchFamily="2" charset="0"/>
                <a:cs typeface="Playfair Display" panose="00000500000000000000" pitchFamily="2" charset="0"/>
              </a:rPr>
              <a:t>02</a:t>
            </a:r>
          </a:p>
        </p:txBody>
      </p:sp>
      <p:sp>
        <p:nvSpPr>
          <p:cNvPr id="3532" name="Rectangle 460">
            <a:extLst>
              <a:ext uri="{FF2B5EF4-FFF2-40B4-BE49-F238E27FC236}">
                <a16:creationId xmlns:a16="http://schemas.microsoft.com/office/drawing/2014/main" id="{551E13B5-C7CA-5437-ED55-19CB8391B5C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13175" y="3502025"/>
            <a:ext cx="941388" cy="1635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/>
          <a:lstStyle>
            <a:lvl1pPr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1pPr>
            <a:lvl2pPr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2pPr>
            <a:lvl3pPr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3pPr>
            <a:lvl4pPr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4pPr>
            <a:lvl5pPr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5pPr>
            <a:lvl6pPr marL="25146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6pPr>
            <a:lvl7pPr marL="29718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7pPr>
            <a:lvl8pPr marL="34290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8pPr>
            <a:lvl9pPr marL="38862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9pPr>
          </a:lstStyle>
          <a:p>
            <a:pPr hangingPunct="1">
              <a:lnSpc>
                <a:spcPct val="100000"/>
              </a:lnSpc>
            </a:pPr>
            <a:r>
              <a:rPr lang="en-US" altLang="de-DE" sz="700" b="1">
                <a:solidFill>
                  <a:srgbClr val="8A8377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DAS NARRATIV</a:t>
            </a:r>
          </a:p>
        </p:txBody>
      </p:sp>
      <p:sp>
        <p:nvSpPr>
          <p:cNvPr id="3533" name="Rectangle 461">
            <a:extLst>
              <a:ext uri="{FF2B5EF4-FFF2-40B4-BE49-F238E27FC236}">
                <a16:creationId xmlns:a16="http://schemas.microsoft.com/office/drawing/2014/main" id="{53CCB1A2-B8ED-D159-6776-F01A677830B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76663" y="3667125"/>
            <a:ext cx="977900" cy="5032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/>
          <a:lstStyle>
            <a:lvl1pPr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1pPr>
            <a:lvl2pPr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2pPr>
            <a:lvl3pPr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3pPr>
            <a:lvl4pPr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4pPr>
            <a:lvl5pPr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5pPr>
            <a:lvl6pPr marL="25146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6pPr>
            <a:lvl7pPr marL="29718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7pPr>
            <a:lvl8pPr marL="34290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8pPr>
            <a:lvl9pPr marL="38862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9pPr>
          </a:lstStyle>
          <a:p>
            <a:pPr hangingPunct="1">
              <a:lnSpc>
                <a:spcPct val="100000"/>
              </a:lnSpc>
            </a:pPr>
            <a:r>
              <a:rPr lang="en-US" altLang="de-DE" sz="1200" b="1">
                <a:solidFill>
                  <a:srgbClr val="1F1D1B"/>
                </a:solidFill>
                <a:latin typeface="Playfair Display" panose="00000500000000000000" pitchFamily="2" charset="0"/>
                <a:cs typeface="Playfair Display" panose="00000500000000000000" pitchFamily="2" charset="0"/>
              </a:rPr>
              <a:t>Bio &amp; Text</a:t>
            </a:r>
          </a:p>
        </p:txBody>
      </p:sp>
      <p:sp>
        <p:nvSpPr>
          <p:cNvPr id="3534" name="Rectangle 462">
            <a:extLst>
              <a:ext uri="{FF2B5EF4-FFF2-40B4-BE49-F238E27FC236}">
                <a16:creationId xmlns:a16="http://schemas.microsoft.com/office/drawing/2014/main" id="{9B89EA14-F014-CB8A-0458-A410EA8FEE0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63875" y="4251325"/>
            <a:ext cx="1417638" cy="1417638"/>
          </a:xfrm>
          <a:prstGeom prst="rect">
            <a:avLst/>
          </a:prstGeom>
          <a:solidFill>
            <a:srgbClr val="F3ECDD"/>
          </a:solidFill>
          <a:ln w="15840" cap="flat">
            <a:solidFill>
              <a:srgbClr val="1F1D1B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de-DE"/>
          </a:p>
        </p:txBody>
      </p:sp>
      <p:sp>
        <p:nvSpPr>
          <p:cNvPr id="3535" name="AutoShape 463">
            <a:extLst>
              <a:ext uri="{FF2B5EF4-FFF2-40B4-BE49-F238E27FC236}">
                <a16:creationId xmlns:a16="http://schemas.microsoft.com/office/drawing/2014/main" id="{BA185EF8-C543-EC66-C30D-EE4EDE6F84C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73413" y="4362450"/>
            <a:ext cx="255587" cy="255588"/>
          </a:xfrm>
          <a:custGeom>
            <a:avLst/>
            <a:gdLst>
              <a:gd name="G0" fmla="*/ 711 1 2"/>
              <a:gd name="G1" fmla="*/ 1 48365 11520"/>
              <a:gd name="G2" fmla="*/ G1 32767 1"/>
              <a:gd name="G3" fmla="*/ G2 1 32767"/>
              <a:gd name="G4" fmla="cos G0 G3"/>
              <a:gd name="G5" fmla="*/ 711 1 2"/>
              <a:gd name="G6" fmla="*/ 1 48365 11520"/>
              <a:gd name="G7" fmla="*/ G6 32767 1"/>
              <a:gd name="G8" fmla="*/ G7 1 32767"/>
              <a:gd name="G9" fmla="sin G5 G8"/>
              <a:gd name="G10" fmla="*/ 711 1 2"/>
              <a:gd name="G11" fmla="+- G10 0 G4"/>
              <a:gd name="G12" fmla="+- G10 G4 0"/>
              <a:gd name="G13" fmla="+- G12 0 0"/>
              <a:gd name="G14" fmla="*/ 711 1 2"/>
              <a:gd name="G15" fmla="+- G14 0 G9"/>
              <a:gd name="G16" fmla="+- G14 G9 0"/>
              <a:gd name="G17" fmla="+- G16 0 0"/>
              <a:gd name="G18" fmla="+- 711 0 0"/>
              <a:gd name="G19" fmla="+- 711 0 0"/>
              <a:gd name="G20" fmla="+- 180 0 0"/>
              <a:gd name="G21" fmla="+- 90 0 0"/>
              <a:gd name="G22" fmla="+- 270 0 0"/>
              <a:gd name="G23" fmla="+- 90 0 0"/>
              <a:gd name="G24" fmla="+- 0 0 0"/>
              <a:gd name="G25" fmla="+- 90 0 0"/>
              <a:gd name="G26" fmla="+- 90 0 0"/>
              <a:gd name="G27" fmla="+- 90 0 0"/>
            </a:gdLst>
            <a:ahLst/>
            <a:cxnLst>
              <a:cxn ang="0">
                <a:pos x="r" y="vc"/>
              </a:cxn>
              <a:cxn ang="5400000">
                <a:pos x="hc" y="b"/>
              </a:cxn>
              <a:cxn ang="10800000">
                <a:pos x="l" y="vc"/>
              </a:cxn>
              <a:cxn ang="16200000">
                <a:pos x="hc" y="t"/>
              </a:cxn>
            </a:cxnLst>
            <a:rect l="0" t="0" r="0" b="0"/>
            <a:pathLst>
              <a:path>
                <a:moveTo>
                  <a:pt x="0" y="356"/>
                </a:moveTo>
                <a:lnTo>
                  <a:pt x="356" y="356"/>
                </a:lnTo>
                <a:lnTo>
                  <a:pt x="180" y="90"/>
                </a:lnTo>
                <a:lnTo>
                  <a:pt x="356" y="356"/>
                </a:lnTo>
                <a:lnTo>
                  <a:pt x="270" y="90"/>
                </a:lnTo>
                <a:close/>
              </a:path>
            </a:pathLst>
          </a:custGeom>
          <a:solidFill>
            <a:srgbClr val="1E2A55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de-DE"/>
          </a:p>
        </p:txBody>
      </p:sp>
      <p:sp>
        <p:nvSpPr>
          <p:cNvPr id="3536" name="Rectangle 464">
            <a:extLst>
              <a:ext uri="{FF2B5EF4-FFF2-40B4-BE49-F238E27FC236}">
                <a16:creationId xmlns:a16="http://schemas.microsoft.com/office/drawing/2014/main" id="{88270BBD-B769-9FEA-AE72-4D8777E3E18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02025" y="4416425"/>
            <a:ext cx="685800" cy="53975"/>
          </a:xfrm>
          <a:prstGeom prst="rect">
            <a:avLst/>
          </a:prstGeom>
          <a:solidFill>
            <a:srgbClr val="1F1D1B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de-DE"/>
          </a:p>
        </p:txBody>
      </p:sp>
      <p:sp>
        <p:nvSpPr>
          <p:cNvPr id="3537" name="Rectangle 465">
            <a:extLst>
              <a:ext uri="{FF2B5EF4-FFF2-40B4-BE49-F238E27FC236}">
                <a16:creationId xmlns:a16="http://schemas.microsoft.com/office/drawing/2014/main" id="{AF4A6D4E-A904-8DCD-8550-2CFC864B363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02025" y="4508500"/>
            <a:ext cx="457200" cy="36513"/>
          </a:xfrm>
          <a:prstGeom prst="rect">
            <a:avLst/>
          </a:prstGeom>
          <a:solidFill>
            <a:srgbClr val="1F1D1B">
              <a:alpha val="39999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de-DE"/>
          </a:p>
        </p:txBody>
      </p:sp>
      <p:sp>
        <p:nvSpPr>
          <p:cNvPr id="3538" name="Rectangle 466">
            <a:extLst>
              <a:ext uri="{FF2B5EF4-FFF2-40B4-BE49-F238E27FC236}">
                <a16:creationId xmlns:a16="http://schemas.microsoft.com/office/drawing/2014/main" id="{AD6B8003-75B6-C0C9-4835-91D180B99E6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73413" y="4754563"/>
            <a:ext cx="538162" cy="50800"/>
          </a:xfrm>
          <a:prstGeom prst="rect">
            <a:avLst/>
          </a:prstGeom>
          <a:solidFill>
            <a:srgbClr val="1F1D1B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de-DE"/>
          </a:p>
        </p:txBody>
      </p:sp>
      <p:sp>
        <p:nvSpPr>
          <p:cNvPr id="3539" name="AutoShape 467">
            <a:extLst>
              <a:ext uri="{FF2B5EF4-FFF2-40B4-BE49-F238E27FC236}">
                <a16:creationId xmlns:a16="http://schemas.microsoft.com/office/drawing/2014/main" id="{164F45E9-0C71-40F6-CC04-AC16838DF02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48088" y="4749800"/>
            <a:ext cx="63500" cy="63500"/>
          </a:xfrm>
          <a:custGeom>
            <a:avLst/>
            <a:gdLst>
              <a:gd name="G0" fmla="*/ 178 1 2"/>
              <a:gd name="G1" fmla="*/ 1 48365 11520"/>
              <a:gd name="G2" fmla="*/ G1 32767 1"/>
              <a:gd name="G3" fmla="*/ G2 1 32767"/>
              <a:gd name="G4" fmla="cos G0 G3"/>
              <a:gd name="G5" fmla="*/ 178 1 2"/>
              <a:gd name="G6" fmla="*/ 1 48365 11520"/>
              <a:gd name="G7" fmla="*/ G6 32767 1"/>
              <a:gd name="G8" fmla="*/ G7 1 32767"/>
              <a:gd name="G9" fmla="sin G5 G8"/>
              <a:gd name="G10" fmla="*/ 178 1 2"/>
              <a:gd name="G11" fmla="+- G10 0 G4"/>
              <a:gd name="G12" fmla="+- G10 G4 0"/>
              <a:gd name="G13" fmla="+- G12 0 0"/>
              <a:gd name="G14" fmla="*/ 178 1 2"/>
              <a:gd name="G15" fmla="+- G14 0 G9"/>
              <a:gd name="G16" fmla="+- G14 G9 0"/>
              <a:gd name="G17" fmla="+- G16 0 0"/>
              <a:gd name="G18" fmla="+- 178 0 0"/>
              <a:gd name="G19" fmla="+- 178 0 0"/>
              <a:gd name="G20" fmla="+- 180 0 0"/>
              <a:gd name="G21" fmla="+- 90 0 0"/>
              <a:gd name="G22" fmla="+- 270 0 0"/>
              <a:gd name="G23" fmla="+- 90 0 0"/>
              <a:gd name="G24" fmla="+- 0 0 0"/>
              <a:gd name="G25" fmla="+- 90 0 0"/>
              <a:gd name="G26" fmla="+- 90 0 0"/>
              <a:gd name="G27" fmla="+- 90 0 0"/>
            </a:gdLst>
            <a:ahLst/>
            <a:cxnLst>
              <a:cxn ang="0">
                <a:pos x="r" y="vc"/>
              </a:cxn>
              <a:cxn ang="5400000">
                <a:pos x="hc" y="b"/>
              </a:cxn>
              <a:cxn ang="10800000">
                <a:pos x="l" y="vc"/>
              </a:cxn>
              <a:cxn ang="16200000">
                <a:pos x="hc" y="t"/>
              </a:cxn>
            </a:cxnLst>
            <a:rect l="0" t="0" r="0" b="0"/>
            <a:pathLst>
              <a:path>
                <a:moveTo>
                  <a:pt x="0" y="89"/>
                </a:moveTo>
                <a:lnTo>
                  <a:pt x="89" y="89"/>
                </a:lnTo>
                <a:lnTo>
                  <a:pt x="180" y="90"/>
                </a:lnTo>
                <a:lnTo>
                  <a:pt x="89" y="89"/>
                </a:lnTo>
                <a:lnTo>
                  <a:pt x="270" y="90"/>
                </a:lnTo>
                <a:close/>
              </a:path>
            </a:pathLst>
          </a:custGeom>
          <a:solidFill>
            <a:srgbClr val="D4A017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de-DE"/>
          </a:p>
        </p:txBody>
      </p:sp>
      <p:sp>
        <p:nvSpPr>
          <p:cNvPr id="3540" name="AutoShape 468">
            <a:extLst>
              <a:ext uri="{FF2B5EF4-FFF2-40B4-BE49-F238E27FC236}">
                <a16:creationId xmlns:a16="http://schemas.microsoft.com/office/drawing/2014/main" id="{A6829A0F-7865-7BCC-9AC7-8651AC494E4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67150" y="4749800"/>
            <a:ext cx="63500" cy="63500"/>
          </a:xfrm>
          <a:custGeom>
            <a:avLst/>
            <a:gdLst>
              <a:gd name="G0" fmla="*/ 178 1 2"/>
              <a:gd name="G1" fmla="*/ 1 48365 11520"/>
              <a:gd name="G2" fmla="*/ G1 32767 1"/>
              <a:gd name="G3" fmla="*/ G2 1 32767"/>
              <a:gd name="G4" fmla="cos G0 G3"/>
              <a:gd name="G5" fmla="*/ 178 1 2"/>
              <a:gd name="G6" fmla="*/ 1 48365 11520"/>
              <a:gd name="G7" fmla="*/ G6 32767 1"/>
              <a:gd name="G8" fmla="*/ G7 1 32767"/>
              <a:gd name="G9" fmla="sin G5 G8"/>
              <a:gd name="G10" fmla="*/ 178 1 2"/>
              <a:gd name="G11" fmla="+- G10 0 G4"/>
              <a:gd name="G12" fmla="+- G10 G4 0"/>
              <a:gd name="G13" fmla="+- G12 0 0"/>
              <a:gd name="G14" fmla="*/ 178 1 2"/>
              <a:gd name="G15" fmla="+- G14 0 G9"/>
              <a:gd name="G16" fmla="+- G14 G9 0"/>
              <a:gd name="G17" fmla="+- G16 0 0"/>
              <a:gd name="G18" fmla="+- 178 0 0"/>
              <a:gd name="G19" fmla="+- 178 0 0"/>
              <a:gd name="G20" fmla="+- 180 0 0"/>
              <a:gd name="G21" fmla="+- 90 0 0"/>
              <a:gd name="G22" fmla="+- 270 0 0"/>
              <a:gd name="G23" fmla="+- 90 0 0"/>
              <a:gd name="G24" fmla="+- 0 0 0"/>
              <a:gd name="G25" fmla="+- 90 0 0"/>
              <a:gd name="G26" fmla="+- 90 0 0"/>
              <a:gd name="G27" fmla="+- 90 0 0"/>
            </a:gdLst>
            <a:ahLst/>
            <a:cxnLst>
              <a:cxn ang="0">
                <a:pos x="r" y="vc"/>
              </a:cxn>
              <a:cxn ang="5400000">
                <a:pos x="hc" y="b"/>
              </a:cxn>
              <a:cxn ang="10800000">
                <a:pos x="l" y="vc"/>
              </a:cxn>
              <a:cxn ang="16200000">
                <a:pos x="hc" y="t"/>
              </a:cxn>
            </a:cxnLst>
            <a:rect l="0" t="0" r="0" b="0"/>
            <a:pathLst>
              <a:path>
                <a:moveTo>
                  <a:pt x="0" y="89"/>
                </a:moveTo>
                <a:lnTo>
                  <a:pt x="89" y="89"/>
                </a:lnTo>
                <a:lnTo>
                  <a:pt x="180" y="90"/>
                </a:lnTo>
                <a:lnTo>
                  <a:pt x="89" y="89"/>
                </a:lnTo>
                <a:lnTo>
                  <a:pt x="270" y="90"/>
                </a:lnTo>
                <a:close/>
              </a:path>
            </a:pathLst>
          </a:custGeom>
          <a:solidFill>
            <a:srgbClr val="D94F2E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de-DE"/>
          </a:p>
        </p:txBody>
      </p:sp>
      <p:sp>
        <p:nvSpPr>
          <p:cNvPr id="3541" name="Rectangle 469">
            <a:extLst>
              <a:ext uri="{FF2B5EF4-FFF2-40B4-BE49-F238E27FC236}">
                <a16:creationId xmlns:a16="http://schemas.microsoft.com/office/drawing/2014/main" id="{BAD41CC3-0281-35EC-6210-47DD1A42965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11613" y="4754563"/>
            <a:ext cx="334962" cy="50800"/>
          </a:xfrm>
          <a:prstGeom prst="rect">
            <a:avLst/>
          </a:prstGeom>
          <a:solidFill>
            <a:srgbClr val="1F1D1B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de-DE"/>
          </a:p>
        </p:txBody>
      </p:sp>
      <p:sp>
        <p:nvSpPr>
          <p:cNvPr id="3542" name="Rectangle 470">
            <a:extLst>
              <a:ext uri="{FF2B5EF4-FFF2-40B4-BE49-F238E27FC236}">
                <a16:creationId xmlns:a16="http://schemas.microsoft.com/office/drawing/2014/main" id="{33DF0AA0-6980-0A66-CD4E-BA53797BB65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73413" y="4873625"/>
            <a:ext cx="358775" cy="50800"/>
          </a:xfrm>
          <a:prstGeom prst="rect">
            <a:avLst/>
          </a:prstGeom>
          <a:solidFill>
            <a:srgbClr val="1F1D1B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de-DE"/>
          </a:p>
        </p:txBody>
      </p:sp>
      <p:sp>
        <p:nvSpPr>
          <p:cNvPr id="3543" name="Rectangle 471">
            <a:extLst>
              <a:ext uri="{FF2B5EF4-FFF2-40B4-BE49-F238E27FC236}">
                <a16:creationId xmlns:a16="http://schemas.microsoft.com/office/drawing/2014/main" id="{5AEC6B94-CDFE-827C-ECAD-ED4AB88924B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68700" y="4859338"/>
            <a:ext cx="419100" cy="77787"/>
          </a:xfrm>
          <a:prstGeom prst="rect">
            <a:avLst/>
          </a:prstGeom>
          <a:solidFill>
            <a:srgbClr val="1F1D1B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de-DE"/>
          </a:p>
        </p:txBody>
      </p:sp>
      <p:sp>
        <p:nvSpPr>
          <p:cNvPr id="3544" name="Rectangle 472">
            <a:extLst>
              <a:ext uri="{FF2B5EF4-FFF2-40B4-BE49-F238E27FC236}">
                <a16:creationId xmlns:a16="http://schemas.microsoft.com/office/drawing/2014/main" id="{5A708643-DC2C-E254-2FB5-454D9B0256C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11613" y="4873625"/>
            <a:ext cx="263525" cy="50800"/>
          </a:xfrm>
          <a:prstGeom prst="rect">
            <a:avLst/>
          </a:prstGeom>
          <a:solidFill>
            <a:srgbClr val="1F1D1B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de-DE"/>
          </a:p>
        </p:txBody>
      </p:sp>
      <p:sp>
        <p:nvSpPr>
          <p:cNvPr id="3545" name="Rectangle 473">
            <a:extLst>
              <a:ext uri="{FF2B5EF4-FFF2-40B4-BE49-F238E27FC236}">
                <a16:creationId xmlns:a16="http://schemas.microsoft.com/office/drawing/2014/main" id="{4999C45E-5362-68A3-D6EC-8F6873FB5AE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73413" y="4992688"/>
            <a:ext cx="658812" cy="50800"/>
          </a:xfrm>
          <a:prstGeom prst="rect">
            <a:avLst/>
          </a:prstGeom>
          <a:solidFill>
            <a:srgbClr val="1F1D1B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de-DE"/>
          </a:p>
        </p:txBody>
      </p:sp>
      <p:sp>
        <p:nvSpPr>
          <p:cNvPr id="3546" name="AutoShape 474">
            <a:extLst>
              <a:ext uri="{FF2B5EF4-FFF2-40B4-BE49-F238E27FC236}">
                <a16:creationId xmlns:a16="http://schemas.microsoft.com/office/drawing/2014/main" id="{88D403A1-4922-0A39-A227-555A0FBE4E2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90963" y="4975225"/>
            <a:ext cx="90487" cy="82550"/>
          </a:xfrm>
          <a:custGeom>
            <a:avLst/>
            <a:gdLst>
              <a:gd name="G0" fmla="*/ 254 49 1"/>
              <a:gd name="G1" fmla="*/ G0 1 48"/>
              <a:gd name="G2" fmla="*/ 254 10 1"/>
              <a:gd name="G3" fmla="*/ G2 1 48"/>
              <a:gd name="G4" fmla="*/ 254 1 2"/>
              <a:gd name="G5" fmla="+- G4 0 G1"/>
              <a:gd name="G6" fmla="+- G4 0 G3"/>
              <a:gd name="G7" fmla="+- G4 G3 0"/>
              <a:gd name="G8" fmla="+- G7 0 0"/>
              <a:gd name="G9" fmla="+- G4 G1 0"/>
              <a:gd name="G10" fmla="+- G9 0 0"/>
              <a:gd name="G11" fmla="*/ 229 1 3"/>
              <a:gd name="G12" fmla="+- 0 0 G11"/>
              <a:gd name="G13" fmla="*/ 254 1 6"/>
              <a:gd name="G14" fmla="*/ 254 5 1"/>
              <a:gd name="G15" fmla="*/ G14 1 6"/>
              <a:gd name="G16" fmla="*/ 229 2 1"/>
              <a:gd name="G17" fmla="*/ G16 1 3"/>
              <a:gd name="G18" fmla="*/ 229 1 4"/>
              <a:gd name="G19" fmla="+- 229 0 0"/>
            </a:gdLst>
            <a:ahLst/>
            <a:cxnLst>
              <a:cxn ang="0">
                <a:pos x="r" y="vc"/>
              </a:cxn>
              <a:cxn ang="5400000">
                <a:pos x="hc" y="b"/>
              </a:cxn>
              <a:cxn ang="10800000">
                <a:pos x="l" y="vc"/>
              </a:cxn>
              <a:cxn ang="16200000">
                <a:pos x="hc" y="t"/>
              </a:cxn>
            </a:cxnLst>
            <a:rect l="0" t="0" r="0" b="0"/>
            <a:pathLst>
              <a:path>
                <a:moveTo>
                  <a:pt x="127" y="57"/>
                </a:moveTo>
                <a:cubicBezTo>
                  <a:pt x="180" y="-76"/>
                  <a:pt x="386" y="57"/>
                  <a:pt x="127" y="229"/>
                </a:cubicBezTo>
                <a:cubicBezTo>
                  <a:pt x="-132" y="57"/>
                  <a:pt x="74" y="-76"/>
                  <a:pt x="127" y="57"/>
                </a:cubicBezTo>
                <a:close/>
              </a:path>
            </a:pathLst>
          </a:custGeom>
          <a:solidFill>
            <a:srgbClr val="D94F2E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de-DE"/>
          </a:p>
        </p:txBody>
      </p:sp>
      <p:sp>
        <p:nvSpPr>
          <p:cNvPr id="3547" name="Rectangle 475">
            <a:extLst>
              <a:ext uri="{FF2B5EF4-FFF2-40B4-BE49-F238E27FC236}">
                <a16:creationId xmlns:a16="http://schemas.microsoft.com/office/drawing/2014/main" id="{C65A23AB-B1EB-E942-7D4F-649B3F84972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73413" y="5111750"/>
            <a:ext cx="479425" cy="50800"/>
          </a:xfrm>
          <a:prstGeom prst="rect">
            <a:avLst/>
          </a:prstGeom>
          <a:solidFill>
            <a:srgbClr val="1F1D1B">
              <a:alpha val="70000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de-DE"/>
          </a:p>
        </p:txBody>
      </p:sp>
      <p:sp>
        <p:nvSpPr>
          <p:cNvPr id="3548" name="Rectangle 476">
            <a:extLst>
              <a:ext uri="{FF2B5EF4-FFF2-40B4-BE49-F238E27FC236}">
                <a16:creationId xmlns:a16="http://schemas.microsoft.com/office/drawing/2014/main" id="{8CDBC21C-42A3-AEC8-077C-F196CC3BC5C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73413" y="5394325"/>
            <a:ext cx="776287" cy="163513"/>
          </a:xfrm>
          <a:prstGeom prst="rect">
            <a:avLst/>
          </a:prstGeom>
          <a:solidFill>
            <a:srgbClr val="1E2A55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de-DE"/>
          </a:p>
        </p:txBody>
      </p:sp>
      <p:sp>
        <p:nvSpPr>
          <p:cNvPr id="3549" name="Rectangle 477">
            <a:extLst>
              <a:ext uri="{FF2B5EF4-FFF2-40B4-BE49-F238E27FC236}">
                <a16:creationId xmlns:a16="http://schemas.microsoft.com/office/drawing/2014/main" id="{4EE40D6B-64A5-9686-1985-599E00927D6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89238" y="5741988"/>
            <a:ext cx="1965325" cy="6397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/>
          <a:lstStyle>
            <a:lvl1pPr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1pPr>
            <a:lvl2pPr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2pPr>
            <a:lvl3pPr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3pPr>
            <a:lvl4pPr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4pPr>
            <a:lvl5pPr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5pPr>
            <a:lvl6pPr marL="25146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6pPr>
            <a:lvl7pPr marL="29718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7pPr>
            <a:lvl8pPr marL="34290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8pPr>
            <a:lvl9pPr marL="38862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9pPr>
          </a:lstStyle>
          <a:p>
            <a:pPr hangingPunct="1">
              <a:lnSpc>
                <a:spcPct val="100000"/>
              </a:lnSpc>
              <a:spcAft>
                <a:spcPts val="213"/>
              </a:spcAft>
            </a:pPr>
            <a:r>
              <a:rPr lang="en-US" altLang="de-DE" sz="900">
                <a:solidFill>
                  <a:srgbClr val="3A3733"/>
                </a:solidFill>
                <a:latin typeface="Georgia" panose="02040502050405020303" pitchFamily="18" charset="0"/>
              </a:rPr>
              <a:t>Wer bist du in drei Zeilen? Emojis, Redaktion, geschwärzte Wahrheiten. Sprache als Maske.</a:t>
            </a:r>
          </a:p>
        </p:txBody>
      </p:sp>
      <p:sp>
        <p:nvSpPr>
          <p:cNvPr id="3550" name="Line 478">
            <a:extLst>
              <a:ext uri="{FF2B5EF4-FFF2-40B4-BE49-F238E27FC236}">
                <a16:creationId xmlns:a16="http://schemas.microsoft.com/office/drawing/2014/main" id="{63AD5714-3DD6-0F09-B1ED-38ACF3644D18}"/>
              </a:ext>
            </a:extLst>
          </p:cNvPr>
          <p:cNvSpPr>
            <a:spLocks noChangeShapeType="1"/>
          </p:cNvSpPr>
          <p:nvPr/>
        </p:nvSpPr>
        <p:spPr bwMode="auto">
          <a:xfrm>
            <a:off x="4937125" y="3336925"/>
            <a:ext cx="1965325" cy="1588"/>
          </a:xfrm>
          <a:prstGeom prst="line">
            <a:avLst/>
          </a:prstGeom>
          <a:noFill/>
          <a:ln w="9360" cap="flat">
            <a:solidFill>
              <a:srgbClr val="1F1D1B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de-DE"/>
          </a:p>
        </p:txBody>
      </p:sp>
      <p:sp>
        <p:nvSpPr>
          <p:cNvPr id="3551" name="Rectangle 479">
            <a:extLst>
              <a:ext uri="{FF2B5EF4-FFF2-40B4-BE49-F238E27FC236}">
                <a16:creationId xmlns:a16="http://schemas.microsoft.com/office/drawing/2014/main" id="{1F975985-7DCE-1E9D-081E-4B5901D6C36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92675" y="3409950"/>
            <a:ext cx="1143000" cy="822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/>
          <a:lstStyle>
            <a:lvl1pPr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1pPr>
            <a:lvl2pPr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2pPr>
            <a:lvl3pPr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3pPr>
            <a:lvl4pPr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4pPr>
            <a:lvl5pPr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5pPr>
            <a:lvl6pPr marL="25146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6pPr>
            <a:lvl7pPr marL="29718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7pPr>
            <a:lvl8pPr marL="34290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8pPr>
            <a:lvl9pPr marL="38862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9pPr>
          </a:lstStyle>
          <a:p>
            <a:pPr hangingPunct="1">
              <a:lnSpc>
                <a:spcPct val="100000"/>
              </a:lnSpc>
            </a:pPr>
            <a:r>
              <a:rPr lang="en-US" altLang="de-DE" sz="5400" b="1" i="1">
                <a:solidFill>
                  <a:srgbClr val="D4A017"/>
                </a:solidFill>
                <a:latin typeface="Playfair Display" panose="00000500000000000000" pitchFamily="2" charset="0"/>
                <a:cs typeface="Playfair Display" panose="00000500000000000000" pitchFamily="2" charset="0"/>
              </a:rPr>
              <a:t>03</a:t>
            </a:r>
          </a:p>
        </p:txBody>
      </p:sp>
      <p:sp>
        <p:nvSpPr>
          <p:cNvPr id="3552" name="Rectangle 480">
            <a:extLst>
              <a:ext uri="{FF2B5EF4-FFF2-40B4-BE49-F238E27FC236}">
                <a16:creationId xmlns:a16="http://schemas.microsoft.com/office/drawing/2014/main" id="{5B69D884-4EC8-424C-68DB-99FF7DF49A7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62650" y="3502025"/>
            <a:ext cx="941388" cy="1635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/>
          <a:lstStyle>
            <a:lvl1pPr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1pPr>
            <a:lvl2pPr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2pPr>
            <a:lvl3pPr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3pPr>
            <a:lvl4pPr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4pPr>
            <a:lvl5pPr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5pPr>
            <a:lvl6pPr marL="25146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6pPr>
            <a:lvl7pPr marL="29718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7pPr>
            <a:lvl8pPr marL="34290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8pPr>
            <a:lvl9pPr marL="38862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9pPr>
          </a:lstStyle>
          <a:p>
            <a:pPr hangingPunct="1">
              <a:lnSpc>
                <a:spcPct val="100000"/>
              </a:lnSpc>
            </a:pPr>
            <a:r>
              <a:rPr lang="en-US" altLang="de-DE" sz="700" b="1">
                <a:solidFill>
                  <a:srgbClr val="8A8377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DER FEED</a:t>
            </a:r>
          </a:p>
        </p:txBody>
      </p:sp>
      <p:sp>
        <p:nvSpPr>
          <p:cNvPr id="3553" name="Rectangle 481">
            <a:extLst>
              <a:ext uri="{FF2B5EF4-FFF2-40B4-BE49-F238E27FC236}">
                <a16:creationId xmlns:a16="http://schemas.microsoft.com/office/drawing/2014/main" id="{DB340C35-02D2-7492-D9A8-C3423FCA68C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24550" y="3667125"/>
            <a:ext cx="977900" cy="5032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/>
          <a:lstStyle>
            <a:lvl1pPr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1pPr>
            <a:lvl2pPr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2pPr>
            <a:lvl3pPr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3pPr>
            <a:lvl4pPr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4pPr>
            <a:lvl5pPr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5pPr>
            <a:lvl6pPr marL="25146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6pPr>
            <a:lvl7pPr marL="29718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7pPr>
            <a:lvl8pPr marL="34290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8pPr>
            <a:lvl9pPr marL="38862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9pPr>
          </a:lstStyle>
          <a:p>
            <a:pPr hangingPunct="1">
              <a:lnSpc>
                <a:spcPct val="100000"/>
              </a:lnSpc>
            </a:pPr>
            <a:r>
              <a:rPr lang="en-US" altLang="de-DE" sz="1200" b="1">
                <a:solidFill>
                  <a:srgbClr val="1F1D1B"/>
                </a:solidFill>
                <a:latin typeface="Playfair Display" panose="00000500000000000000" pitchFamily="2" charset="0"/>
                <a:cs typeface="Playfair Display" panose="00000500000000000000" pitchFamily="2" charset="0"/>
              </a:rPr>
              <a:t>Inhalte</a:t>
            </a:r>
          </a:p>
        </p:txBody>
      </p:sp>
      <p:sp>
        <p:nvSpPr>
          <p:cNvPr id="3554" name="Rectangle 482">
            <a:extLst>
              <a:ext uri="{FF2B5EF4-FFF2-40B4-BE49-F238E27FC236}">
                <a16:creationId xmlns:a16="http://schemas.microsoft.com/office/drawing/2014/main" id="{A572C2D9-766A-369A-D9A1-D5C95D10AD3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11763" y="4251325"/>
            <a:ext cx="1417637" cy="1417638"/>
          </a:xfrm>
          <a:prstGeom prst="rect">
            <a:avLst/>
          </a:prstGeom>
          <a:solidFill>
            <a:srgbClr val="F3ECDD"/>
          </a:solidFill>
          <a:ln w="15840" cap="flat">
            <a:solidFill>
              <a:srgbClr val="1F1D1B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de-DE"/>
          </a:p>
        </p:txBody>
      </p:sp>
      <p:sp>
        <p:nvSpPr>
          <p:cNvPr id="3555" name="Rectangle 483">
            <a:extLst>
              <a:ext uri="{FF2B5EF4-FFF2-40B4-BE49-F238E27FC236}">
                <a16:creationId xmlns:a16="http://schemas.microsoft.com/office/drawing/2014/main" id="{4B735E7E-81E9-695C-BAC1-A8B171DC3F4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76863" y="4416425"/>
            <a:ext cx="325437" cy="325438"/>
          </a:xfrm>
          <a:prstGeom prst="rect">
            <a:avLst/>
          </a:prstGeom>
          <a:solidFill>
            <a:srgbClr val="E8DFC8">
              <a:alpha val="59999"/>
            </a:srgbClr>
          </a:solidFill>
          <a:ln w="6480" cap="flat">
            <a:solidFill>
              <a:srgbClr val="1F1D1B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de-DE"/>
          </a:p>
        </p:txBody>
      </p:sp>
      <p:sp>
        <p:nvSpPr>
          <p:cNvPr id="3556" name="AutoShape 484">
            <a:extLst>
              <a:ext uri="{FF2B5EF4-FFF2-40B4-BE49-F238E27FC236}">
                <a16:creationId xmlns:a16="http://schemas.microsoft.com/office/drawing/2014/main" id="{7C92132C-CB0B-2D04-E281-F0A6CD1B336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51475" y="4491038"/>
            <a:ext cx="176213" cy="176212"/>
          </a:xfrm>
          <a:custGeom>
            <a:avLst/>
            <a:gdLst>
              <a:gd name="G0" fmla="*/ 492 1 2"/>
              <a:gd name="G1" fmla="*/ 1 48365 11520"/>
              <a:gd name="G2" fmla="*/ G1 32767 1"/>
              <a:gd name="G3" fmla="*/ G2 1 32767"/>
              <a:gd name="G4" fmla="cos G0 G3"/>
              <a:gd name="G5" fmla="*/ 492 1 2"/>
              <a:gd name="G6" fmla="*/ 1 48365 11520"/>
              <a:gd name="G7" fmla="*/ G6 32767 1"/>
              <a:gd name="G8" fmla="*/ G7 1 32767"/>
              <a:gd name="G9" fmla="sin G5 G8"/>
              <a:gd name="G10" fmla="*/ 492 1 2"/>
              <a:gd name="G11" fmla="+- G10 0 G4"/>
              <a:gd name="G12" fmla="+- G10 G4 0"/>
              <a:gd name="G13" fmla="+- G12 0 0"/>
              <a:gd name="G14" fmla="*/ 492 1 2"/>
              <a:gd name="G15" fmla="+- G14 0 G9"/>
              <a:gd name="G16" fmla="+- G14 G9 0"/>
              <a:gd name="G17" fmla="+- G16 0 0"/>
              <a:gd name="G18" fmla="+- 492 0 0"/>
              <a:gd name="G19" fmla="+- 492 0 0"/>
              <a:gd name="G20" fmla="+- 180 0 0"/>
              <a:gd name="G21" fmla="+- 90 0 0"/>
              <a:gd name="G22" fmla="+- 270 0 0"/>
              <a:gd name="G23" fmla="+- 90 0 0"/>
              <a:gd name="G24" fmla="+- 0 0 0"/>
              <a:gd name="G25" fmla="+- 90 0 0"/>
              <a:gd name="G26" fmla="+- 90 0 0"/>
              <a:gd name="G27" fmla="+- 90 0 0"/>
            </a:gdLst>
            <a:ahLst/>
            <a:cxnLst>
              <a:cxn ang="0">
                <a:pos x="r" y="vc"/>
              </a:cxn>
              <a:cxn ang="5400000">
                <a:pos x="hc" y="b"/>
              </a:cxn>
              <a:cxn ang="10800000">
                <a:pos x="l" y="vc"/>
              </a:cxn>
              <a:cxn ang="16200000">
                <a:pos x="hc" y="t"/>
              </a:cxn>
            </a:cxnLst>
            <a:rect l="0" t="0" r="0" b="0"/>
            <a:pathLst>
              <a:path>
                <a:moveTo>
                  <a:pt x="0" y="246"/>
                </a:moveTo>
                <a:lnTo>
                  <a:pt x="246" y="246"/>
                </a:lnTo>
                <a:lnTo>
                  <a:pt x="180" y="90"/>
                </a:lnTo>
                <a:lnTo>
                  <a:pt x="246" y="246"/>
                </a:lnTo>
                <a:lnTo>
                  <a:pt x="270" y="90"/>
                </a:lnTo>
                <a:close/>
              </a:path>
            </a:pathLst>
          </a:custGeom>
          <a:solidFill>
            <a:srgbClr val="D94F2E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de-DE"/>
          </a:p>
        </p:txBody>
      </p:sp>
      <p:sp>
        <p:nvSpPr>
          <p:cNvPr id="3557" name="Rectangle 485">
            <a:extLst>
              <a:ext uri="{FF2B5EF4-FFF2-40B4-BE49-F238E27FC236}">
                <a16:creationId xmlns:a16="http://schemas.microsoft.com/office/drawing/2014/main" id="{BABA2553-1D11-12C5-62B2-068C67606A1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57863" y="4416425"/>
            <a:ext cx="325437" cy="325438"/>
          </a:xfrm>
          <a:prstGeom prst="rect">
            <a:avLst/>
          </a:prstGeom>
          <a:solidFill>
            <a:srgbClr val="E8DFC8">
              <a:alpha val="59999"/>
            </a:srgbClr>
          </a:solidFill>
          <a:ln w="6480" cap="flat">
            <a:solidFill>
              <a:srgbClr val="1F1D1B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de-DE"/>
          </a:p>
        </p:txBody>
      </p:sp>
      <p:sp>
        <p:nvSpPr>
          <p:cNvPr id="3558" name="AutoShape 486">
            <a:extLst>
              <a:ext uri="{FF2B5EF4-FFF2-40B4-BE49-F238E27FC236}">
                <a16:creationId xmlns:a16="http://schemas.microsoft.com/office/drawing/2014/main" id="{7AD29001-AD3F-FD72-A45D-7C28AB52C9D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19775" y="4491038"/>
            <a:ext cx="201613" cy="176212"/>
          </a:xfrm>
          <a:custGeom>
            <a:avLst/>
            <a:gdLst>
              <a:gd name="G0" fmla="+- 0 0 50000"/>
              <a:gd name="G1" fmla="+- 32767 0 50000"/>
              <a:gd name="G2" fmla="?: G1 50000 32767"/>
              <a:gd name="G3" fmla="?: G0 0 G1"/>
              <a:gd name="G4" fmla="*/ 562 G3 1"/>
              <a:gd name="G5" fmla="*/ G4 1 32767"/>
              <a:gd name="G6" fmla="*/ 562 G3 1"/>
              <a:gd name="G7" fmla="*/ G6 1 32767"/>
              <a:gd name="G8" fmla="*/ 562 1 2"/>
              <a:gd name="G9" fmla="+- G5 G8 0"/>
              <a:gd name="G10" fmla="+- G9 0 0"/>
              <a:gd name="G11" fmla="*/ 492 1 2"/>
              <a:gd name="G12" fmla="+- 492 0 0"/>
              <a:gd name="G13" fmla="+- 562 0 0"/>
            </a:gdLst>
            <a:ahLst/>
            <a:cxnLst>
              <a:cxn ang="0">
                <a:pos x="r" y="vc"/>
              </a:cxn>
              <a:cxn ang="5400000">
                <a:pos x="hc" y="b"/>
              </a:cxn>
              <a:cxn ang="10800000">
                <a:pos x="l" y="vc"/>
              </a:cxn>
              <a:cxn ang="16200000">
                <a:pos x="hc" y="t"/>
              </a:cxn>
            </a:cxnLst>
            <a:rect l="0" t="0" r="0" b="0"/>
            <a:pathLst>
              <a:path>
                <a:moveTo>
                  <a:pt x="0" y="492"/>
                </a:moveTo>
                <a:lnTo>
                  <a:pt x="-296" y="0"/>
                </a:lnTo>
                <a:lnTo>
                  <a:pt x="562" y="492"/>
                </a:lnTo>
                <a:close/>
              </a:path>
            </a:pathLst>
          </a:custGeom>
          <a:solidFill>
            <a:srgbClr val="1E2A55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de-DE"/>
          </a:p>
        </p:txBody>
      </p:sp>
      <p:sp>
        <p:nvSpPr>
          <p:cNvPr id="3559" name="Rectangle 487">
            <a:extLst>
              <a:ext uri="{FF2B5EF4-FFF2-40B4-BE49-F238E27FC236}">
                <a16:creationId xmlns:a16="http://schemas.microsoft.com/office/drawing/2014/main" id="{553E5B2A-8EC6-ED32-5552-CD057CD753C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38863" y="4416425"/>
            <a:ext cx="325437" cy="325438"/>
          </a:xfrm>
          <a:prstGeom prst="rect">
            <a:avLst/>
          </a:prstGeom>
          <a:solidFill>
            <a:srgbClr val="E8DFC8">
              <a:alpha val="59999"/>
            </a:srgbClr>
          </a:solidFill>
          <a:ln w="6480" cap="flat">
            <a:solidFill>
              <a:srgbClr val="1F1D1B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de-DE"/>
          </a:p>
        </p:txBody>
      </p:sp>
      <p:sp>
        <p:nvSpPr>
          <p:cNvPr id="3560" name="Rectangle 488">
            <a:extLst>
              <a:ext uri="{FF2B5EF4-FFF2-40B4-BE49-F238E27FC236}">
                <a16:creationId xmlns:a16="http://schemas.microsoft.com/office/drawing/2014/main" id="{A93127DC-0F6E-7F32-F7FA-711423AF873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13475" y="4503738"/>
            <a:ext cx="176213" cy="150812"/>
          </a:xfrm>
          <a:prstGeom prst="rect">
            <a:avLst/>
          </a:prstGeom>
          <a:solidFill>
            <a:srgbClr val="D4A017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de-DE"/>
          </a:p>
        </p:txBody>
      </p:sp>
      <p:sp>
        <p:nvSpPr>
          <p:cNvPr id="3561" name="Rectangle 489">
            <a:extLst>
              <a:ext uri="{FF2B5EF4-FFF2-40B4-BE49-F238E27FC236}">
                <a16:creationId xmlns:a16="http://schemas.microsoft.com/office/drawing/2014/main" id="{5F60D2A5-9927-BE33-2345-5B90078C446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76863" y="4797425"/>
            <a:ext cx="325437" cy="325438"/>
          </a:xfrm>
          <a:prstGeom prst="rect">
            <a:avLst/>
          </a:prstGeom>
          <a:solidFill>
            <a:srgbClr val="E8DFC8">
              <a:alpha val="59999"/>
            </a:srgbClr>
          </a:solidFill>
          <a:ln w="6480" cap="flat">
            <a:solidFill>
              <a:srgbClr val="1F1D1B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de-DE"/>
          </a:p>
        </p:txBody>
      </p:sp>
      <p:sp>
        <p:nvSpPr>
          <p:cNvPr id="3562" name="AutoShape 490">
            <a:extLst>
              <a:ext uri="{FF2B5EF4-FFF2-40B4-BE49-F238E27FC236}">
                <a16:creationId xmlns:a16="http://schemas.microsoft.com/office/drawing/2014/main" id="{0217CF15-D0AE-6DD7-C934-29A5517DF7F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51475" y="4872038"/>
            <a:ext cx="176213" cy="176212"/>
          </a:xfrm>
          <a:custGeom>
            <a:avLst/>
            <a:gdLst>
              <a:gd name="G0" fmla="*/ 492 1 2"/>
              <a:gd name="G1" fmla="*/ 1 48365 11520"/>
              <a:gd name="G2" fmla="*/ G1 32767 1"/>
              <a:gd name="G3" fmla="*/ G2 1 32767"/>
              <a:gd name="G4" fmla="cos G0 G3"/>
              <a:gd name="G5" fmla="*/ 492 1 2"/>
              <a:gd name="G6" fmla="*/ 1 48365 11520"/>
              <a:gd name="G7" fmla="*/ G6 32767 1"/>
              <a:gd name="G8" fmla="*/ G7 1 32767"/>
              <a:gd name="G9" fmla="sin G5 G8"/>
              <a:gd name="G10" fmla="*/ 492 1 2"/>
              <a:gd name="G11" fmla="+- G10 0 G4"/>
              <a:gd name="G12" fmla="+- G10 G4 0"/>
              <a:gd name="G13" fmla="+- G12 0 0"/>
              <a:gd name="G14" fmla="*/ 492 1 2"/>
              <a:gd name="G15" fmla="+- G14 0 G9"/>
              <a:gd name="G16" fmla="+- G14 G9 0"/>
              <a:gd name="G17" fmla="+- G16 0 0"/>
              <a:gd name="G18" fmla="+- 492 0 0"/>
              <a:gd name="G19" fmla="+- 492 0 0"/>
              <a:gd name="G20" fmla="+- 180 0 0"/>
              <a:gd name="G21" fmla="+- 90 0 0"/>
              <a:gd name="G22" fmla="+- 270 0 0"/>
              <a:gd name="G23" fmla="+- 90 0 0"/>
              <a:gd name="G24" fmla="+- 0 0 0"/>
              <a:gd name="G25" fmla="+- 90 0 0"/>
              <a:gd name="G26" fmla="+- 90 0 0"/>
              <a:gd name="G27" fmla="+- 90 0 0"/>
            </a:gdLst>
            <a:ahLst/>
            <a:cxnLst>
              <a:cxn ang="0">
                <a:pos x="r" y="vc"/>
              </a:cxn>
              <a:cxn ang="5400000">
                <a:pos x="hc" y="b"/>
              </a:cxn>
              <a:cxn ang="10800000">
                <a:pos x="l" y="vc"/>
              </a:cxn>
              <a:cxn ang="16200000">
                <a:pos x="hc" y="t"/>
              </a:cxn>
            </a:cxnLst>
            <a:rect l="0" t="0" r="0" b="0"/>
            <a:pathLst>
              <a:path>
                <a:moveTo>
                  <a:pt x="0" y="246"/>
                </a:moveTo>
                <a:lnTo>
                  <a:pt x="246" y="246"/>
                </a:lnTo>
                <a:lnTo>
                  <a:pt x="180" y="90"/>
                </a:lnTo>
                <a:lnTo>
                  <a:pt x="246" y="246"/>
                </a:lnTo>
                <a:lnTo>
                  <a:pt x="270" y="90"/>
                </a:lnTo>
                <a:close/>
              </a:path>
            </a:pathLst>
          </a:custGeom>
          <a:solidFill>
            <a:srgbClr val="5C7A3A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de-DE"/>
          </a:p>
        </p:txBody>
      </p:sp>
      <p:sp>
        <p:nvSpPr>
          <p:cNvPr id="3563" name="Rectangle 491">
            <a:extLst>
              <a:ext uri="{FF2B5EF4-FFF2-40B4-BE49-F238E27FC236}">
                <a16:creationId xmlns:a16="http://schemas.microsoft.com/office/drawing/2014/main" id="{AD9AB18E-810E-D283-D458-48EE81C41E8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57863" y="4797425"/>
            <a:ext cx="325437" cy="325438"/>
          </a:xfrm>
          <a:prstGeom prst="rect">
            <a:avLst/>
          </a:prstGeom>
          <a:solidFill>
            <a:srgbClr val="E8DFC8">
              <a:alpha val="59999"/>
            </a:srgbClr>
          </a:solidFill>
          <a:ln w="6480" cap="flat">
            <a:solidFill>
              <a:srgbClr val="1F1D1B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de-DE"/>
          </a:p>
        </p:txBody>
      </p:sp>
      <p:sp>
        <p:nvSpPr>
          <p:cNvPr id="3564" name="AutoShape 492">
            <a:extLst>
              <a:ext uri="{FF2B5EF4-FFF2-40B4-BE49-F238E27FC236}">
                <a16:creationId xmlns:a16="http://schemas.microsoft.com/office/drawing/2014/main" id="{E55D6308-CA05-85DA-1D49-8EEE4382A06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19775" y="4846638"/>
            <a:ext cx="201613" cy="354012"/>
          </a:xfrm>
          <a:custGeom>
            <a:avLst/>
            <a:gdLst>
              <a:gd name="G0" fmla="*/ 562 1 2"/>
              <a:gd name="G1" fmla="*/ 1 48365 11520"/>
              <a:gd name="G2" fmla="*/ G1 32767 1"/>
              <a:gd name="G3" fmla="*/ G2 1 32767"/>
              <a:gd name="G4" fmla="cos G0 G3"/>
              <a:gd name="G5" fmla="*/ 984 1 2"/>
              <a:gd name="G6" fmla="*/ 1 48365 11520"/>
              <a:gd name="G7" fmla="*/ G6 32767 1"/>
              <a:gd name="G8" fmla="*/ G7 1 32767"/>
              <a:gd name="G9" fmla="sin G5 G8"/>
              <a:gd name="G10" fmla="*/ 562 1 2"/>
              <a:gd name="G11" fmla="+- G10 0 G4"/>
              <a:gd name="G12" fmla="+- G10 G4 0"/>
              <a:gd name="G13" fmla="+- G12 0 0"/>
              <a:gd name="G14" fmla="*/ 984 1 2"/>
              <a:gd name="G15" fmla="+- G14 0 G9"/>
              <a:gd name="G16" fmla="+- G14 G9 0"/>
              <a:gd name="G17" fmla="+- G16 0 0"/>
              <a:gd name="G18" fmla="+- 984 0 0"/>
              <a:gd name="G19" fmla="+- 562 0 0"/>
              <a:gd name="G20" fmla="+- 180 0 0"/>
              <a:gd name="G21" fmla="+- 90 0 0"/>
              <a:gd name="G22" fmla="+- 270 0 0"/>
              <a:gd name="G23" fmla="+- 90 0 0"/>
              <a:gd name="G24" fmla="+- 0 0 0"/>
              <a:gd name="G25" fmla="+- 90 0 0"/>
              <a:gd name="G26" fmla="+- 90 0 0"/>
              <a:gd name="G27" fmla="+- 90 0 0"/>
            </a:gdLst>
            <a:ahLst/>
            <a:cxnLst>
              <a:cxn ang="0">
                <a:pos x="r" y="vc"/>
              </a:cxn>
              <a:cxn ang="5400000">
                <a:pos x="hc" y="b"/>
              </a:cxn>
              <a:cxn ang="10800000">
                <a:pos x="l" y="vc"/>
              </a:cxn>
              <a:cxn ang="16200000">
                <a:pos x="hc" y="t"/>
              </a:cxn>
            </a:cxnLst>
            <a:rect l="0" t="0" r="0" b="0"/>
            <a:pathLst>
              <a:path>
                <a:moveTo>
                  <a:pt x="0" y="492"/>
                </a:moveTo>
                <a:lnTo>
                  <a:pt x="281" y="492"/>
                </a:lnTo>
                <a:lnTo>
                  <a:pt x="180" y="90"/>
                </a:lnTo>
                <a:lnTo>
                  <a:pt x="281" y="492"/>
                </a:lnTo>
                <a:lnTo>
                  <a:pt x="270" y="90"/>
                </a:lnTo>
                <a:close/>
              </a:path>
            </a:pathLst>
          </a:custGeom>
          <a:solidFill>
            <a:srgbClr val="D4A017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de-DE"/>
          </a:p>
        </p:txBody>
      </p:sp>
      <p:sp>
        <p:nvSpPr>
          <p:cNvPr id="3565" name="Rectangle 493">
            <a:extLst>
              <a:ext uri="{FF2B5EF4-FFF2-40B4-BE49-F238E27FC236}">
                <a16:creationId xmlns:a16="http://schemas.microsoft.com/office/drawing/2014/main" id="{36808CD7-4568-69F8-34EC-3C7C8136C5B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84850" y="4973638"/>
            <a:ext cx="271463" cy="125412"/>
          </a:xfrm>
          <a:prstGeom prst="rect">
            <a:avLst/>
          </a:prstGeom>
          <a:solidFill>
            <a:srgbClr val="E8DFC8">
              <a:alpha val="59999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de-DE"/>
          </a:p>
        </p:txBody>
      </p:sp>
      <p:sp>
        <p:nvSpPr>
          <p:cNvPr id="3566" name="Rectangle 494">
            <a:extLst>
              <a:ext uri="{FF2B5EF4-FFF2-40B4-BE49-F238E27FC236}">
                <a16:creationId xmlns:a16="http://schemas.microsoft.com/office/drawing/2014/main" id="{8004E00E-63BF-8B67-75C2-76B416841FA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57863" y="4797425"/>
            <a:ext cx="325437" cy="325438"/>
          </a:xfrm>
          <a:prstGeom prst="rect">
            <a:avLst/>
          </a:prstGeom>
          <a:noFill/>
          <a:ln w="6480" cap="flat">
            <a:solidFill>
              <a:srgbClr val="1F1D1B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de-DE"/>
          </a:p>
        </p:txBody>
      </p:sp>
      <p:sp>
        <p:nvSpPr>
          <p:cNvPr id="3567" name="Rectangle 495">
            <a:extLst>
              <a:ext uri="{FF2B5EF4-FFF2-40B4-BE49-F238E27FC236}">
                <a16:creationId xmlns:a16="http://schemas.microsoft.com/office/drawing/2014/main" id="{8E1CCBDD-7A53-F6CB-3D83-18F895363E7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38863" y="4797425"/>
            <a:ext cx="325437" cy="325438"/>
          </a:xfrm>
          <a:prstGeom prst="rect">
            <a:avLst/>
          </a:prstGeom>
          <a:solidFill>
            <a:srgbClr val="E8DFC8">
              <a:alpha val="59999"/>
            </a:srgbClr>
          </a:solidFill>
          <a:ln w="6480" cap="flat">
            <a:solidFill>
              <a:srgbClr val="1F1D1B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de-DE"/>
          </a:p>
        </p:txBody>
      </p:sp>
      <p:sp>
        <p:nvSpPr>
          <p:cNvPr id="3568" name="AutoShape 496">
            <a:extLst>
              <a:ext uri="{FF2B5EF4-FFF2-40B4-BE49-F238E27FC236}">
                <a16:creationId xmlns:a16="http://schemas.microsoft.com/office/drawing/2014/main" id="{00D35F86-D4C2-DE27-E8B1-2DB8444B223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00775" y="4872038"/>
            <a:ext cx="201613" cy="176212"/>
          </a:xfrm>
          <a:custGeom>
            <a:avLst/>
            <a:gdLst>
              <a:gd name="G0" fmla="+- 0 0 50000"/>
              <a:gd name="G1" fmla="+- 32767 0 50000"/>
              <a:gd name="G2" fmla="?: G1 50000 32767"/>
              <a:gd name="G3" fmla="?: G0 0 G1"/>
              <a:gd name="G4" fmla="*/ 562 G3 1"/>
              <a:gd name="G5" fmla="*/ G4 1 32767"/>
              <a:gd name="G6" fmla="*/ 562 G3 1"/>
              <a:gd name="G7" fmla="*/ G6 1 32767"/>
              <a:gd name="G8" fmla="*/ 562 1 2"/>
              <a:gd name="G9" fmla="+- G5 G8 0"/>
              <a:gd name="G10" fmla="+- G9 0 0"/>
              <a:gd name="G11" fmla="*/ 492 1 2"/>
              <a:gd name="G12" fmla="+- 492 0 0"/>
              <a:gd name="G13" fmla="+- 562 0 0"/>
            </a:gdLst>
            <a:ahLst/>
            <a:cxnLst>
              <a:cxn ang="0">
                <a:pos x="r" y="vc"/>
              </a:cxn>
              <a:cxn ang="5400000">
                <a:pos x="hc" y="b"/>
              </a:cxn>
              <a:cxn ang="10800000">
                <a:pos x="l" y="vc"/>
              </a:cxn>
              <a:cxn ang="16200000">
                <a:pos x="hc" y="t"/>
              </a:cxn>
            </a:cxnLst>
            <a:rect l="0" t="0" r="0" b="0"/>
            <a:pathLst>
              <a:path>
                <a:moveTo>
                  <a:pt x="0" y="492"/>
                </a:moveTo>
                <a:lnTo>
                  <a:pt x="-296" y="0"/>
                </a:lnTo>
                <a:lnTo>
                  <a:pt x="562" y="492"/>
                </a:lnTo>
                <a:close/>
              </a:path>
            </a:pathLst>
          </a:custGeom>
          <a:solidFill>
            <a:srgbClr val="6E2639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de-DE"/>
          </a:p>
        </p:txBody>
      </p:sp>
      <p:sp>
        <p:nvSpPr>
          <p:cNvPr id="3569" name="Rectangle 497">
            <a:extLst>
              <a:ext uri="{FF2B5EF4-FFF2-40B4-BE49-F238E27FC236}">
                <a16:creationId xmlns:a16="http://schemas.microsoft.com/office/drawing/2014/main" id="{39BE5391-247C-0AC9-32D7-C36293573FE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76863" y="5178425"/>
            <a:ext cx="325437" cy="325438"/>
          </a:xfrm>
          <a:prstGeom prst="rect">
            <a:avLst/>
          </a:prstGeom>
          <a:solidFill>
            <a:srgbClr val="E8DFC8">
              <a:alpha val="59999"/>
            </a:srgbClr>
          </a:solidFill>
          <a:ln w="6480" cap="flat">
            <a:solidFill>
              <a:srgbClr val="1F1D1B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de-DE"/>
          </a:p>
        </p:txBody>
      </p:sp>
      <p:sp>
        <p:nvSpPr>
          <p:cNvPr id="3570" name="Rectangle 498">
            <a:extLst>
              <a:ext uri="{FF2B5EF4-FFF2-40B4-BE49-F238E27FC236}">
                <a16:creationId xmlns:a16="http://schemas.microsoft.com/office/drawing/2014/main" id="{845D96F2-A9BB-AB59-5890-3F8C9827E02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51475" y="5265738"/>
            <a:ext cx="176213" cy="150812"/>
          </a:xfrm>
          <a:prstGeom prst="rect">
            <a:avLst/>
          </a:prstGeom>
          <a:solidFill>
            <a:srgbClr val="D4A017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de-DE"/>
          </a:p>
        </p:txBody>
      </p:sp>
      <p:sp>
        <p:nvSpPr>
          <p:cNvPr id="3571" name="Rectangle 499">
            <a:extLst>
              <a:ext uri="{FF2B5EF4-FFF2-40B4-BE49-F238E27FC236}">
                <a16:creationId xmlns:a16="http://schemas.microsoft.com/office/drawing/2014/main" id="{FD05325B-9990-A549-9378-4CDC9FD915A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57863" y="5178425"/>
            <a:ext cx="325437" cy="325438"/>
          </a:xfrm>
          <a:prstGeom prst="rect">
            <a:avLst/>
          </a:prstGeom>
          <a:solidFill>
            <a:srgbClr val="E8DFC8">
              <a:alpha val="59999"/>
            </a:srgbClr>
          </a:solidFill>
          <a:ln w="6480" cap="flat">
            <a:solidFill>
              <a:srgbClr val="1F1D1B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de-DE"/>
          </a:p>
        </p:txBody>
      </p:sp>
      <p:sp>
        <p:nvSpPr>
          <p:cNvPr id="3572" name="AutoShape 500">
            <a:extLst>
              <a:ext uri="{FF2B5EF4-FFF2-40B4-BE49-F238E27FC236}">
                <a16:creationId xmlns:a16="http://schemas.microsoft.com/office/drawing/2014/main" id="{75204B98-5554-5551-95E9-257F019D5A0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32475" y="5253038"/>
            <a:ext cx="176213" cy="176212"/>
          </a:xfrm>
          <a:custGeom>
            <a:avLst/>
            <a:gdLst>
              <a:gd name="G0" fmla="*/ 492 1 2"/>
              <a:gd name="G1" fmla="*/ 1 48365 11520"/>
              <a:gd name="G2" fmla="*/ G1 32767 1"/>
              <a:gd name="G3" fmla="*/ G2 1 32767"/>
              <a:gd name="G4" fmla="cos G0 G3"/>
              <a:gd name="G5" fmla="*/ 492 1 2"/>
              <a:gd name="G6" fmla="*/ 1 48365 11520"/>
              <a:gd name="G7" fmla="*/ G6 32767 1"/>
              <a:gd name="G8" fmla="*/ G7 1 32767"/>
              <a:gd name="G9" fmla="sin G5 G8"/>
              <a:gd name="G10" fmla="*/ 492 1 2"/>
              <a:gd name="G11" fmla="+- G10 0 G4"/>
              <a:gd name="G12" fmla="+- G10 G4 0"/>
              <a:gd name="G13" fmla="+- G12 0 0"/>
              <a:gd name="G14" fmla="*/ 492 1 2"/>
              <a:gd name="G15" fmla="+- G14 0 G9"/>
              <a:gd name="G16" fmla="+- G14 G9 0"/>
              <a:gd name="G17" fmla="+- G16 0 0"/>
              <a:gd name="G18" fmla="+- 492 0 0"/>
              <a:gd name="G19" fmla="+- 492 0 0"/>
              <a:gd name="G20" fmla="+- 180 0 0"/>
              <a:gd name="G21" fmla="+- 90 0 0"/>
              <a:gd name="G22" fmla="+- 270 0 0"/>
              <a:gd name="G23" fmla="+- 90 0 0"/>
              <a:gd name="G24" fmla="+- 0 0 0"/>
              <a:gd name="G25" fmla="+- 90 0 0"/>
              <a:gd name="G26" fmla="+- 90 0 0"/>
              <a:gd name="G27" fmla="+- 90 0 0"/>
            </a:gdLst>
            <a:ahLst/>
            <a:cxnLst>
              <a:cxn ang="0">
                <a:pos x="r" y="vc"/>
              </a:cxn>
              <a:cxn ang="5400000">
                <a:pos x="hc" y="b"/>
              </a:cxn>
              <a:cxn ang="10800000">
                <a:pos x="l" y="vc"/>
              </a:cxn>
              <a:cxn ang="16200000">
                <a:pos x="hc" y="t"/>
              </a:cxn>
            </a:cxnLst>
            <a:rect l="0" t="0" r="0" b="0"/>
            <a:pathLst>
              <a:path>
                <a:moveTo>
                  <a:pt x="0" y="246"/>
                </a:moveTo>
                <a:lnTo>
                  <a:pt x="246" y="246"/>
                </a:lnTo>
                <a:lnTo>
                  <a:pt x="180" y="90"/>
                </a:lnTo>
                <a:lnTo>
                  <a:pt x="246" y="246"/>
                </a:lnTo>
                <a:lnTo>
                  <a:pt x="270" y="90"/>
                </a:lnTo>
                <a:close/>
              </a:path>
            </a:pathLst>
          </a:custGeom>
          <a:solidFill>
            <a:srgbClr val="D94F2E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de-DE"/>
          </a:p>
        </p:txBody>
      </p:sp>
      <p:sp>
        <p:nvSpPr>
          <p:cNvPr id="3573" name="Rectangle 501">
            <a:extLst>
              <a:ext uri="{FF2B5EF4-FFF2-40B4-BE49-F238E27FC236}">
                <a16:creationId xmlns:a16="http://schemas.microsoft.com/office/drawing/2014/main" id="{2E1F43EE-B500-4F58-82D8-B3C35BCA2E3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38863" y="5178425"/>
            <a:ext cx="325437" cy="325438"/>
          </a:xfrm>
          <a:prstGeom prst="rect">
            <a:avLst/>
          </a:prstGeom>
          <a:solidFill>
            <a:srgbClr val="E8DFC8">
              <a:alpha val="59999"/>
            </a:srgbClr>
          </a:solidFill>
          <a:ln w="6480" cap="flat">
            <a:solidFill>
              <a:srgbClr val="1F1D1B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de-DE"/>
          </a:p>
        </p:txBody>
      </p:sp>
      <p:sp>
        <p:nvSpPr>
          <p:cNvPr id="3574" name="AutoShape 502">
            <a:extLst>
              <a:ext uri="{FF2B5EF4-FFF2-40B4-BE49-F238E27FC236}">
                <a16:creationId xmlns:a16="http://schemas.microsoft.com/office/drawing/2014/main" id="{91E1558F-FB5C-5389-3AD1-CEF4491BDE6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75375" y="5214938"/>
            <a:ext cx="252413" cy="252412"/>
          </a:xfrm>
          <a:custGeom>
            <a:avLst/>
            <a:gdLst>
              <a:gd name="G0" fmla="*/ 703 7 1"/>
              <a:gd name="G1" fmla="*/ G0 1 12"/>
              <a:gd name="G2" fmla="*/ 703 7 1"/>
              <a:gd name="G3" fmla="*/ G2 1 12"/>
              <a:gd name="G4" fmla="*/ 703 11 1"/>
              <a:gd name="G5" fmla="*/ G4 1 12"/>
              <a:gd name="G6" fmla="*/ 703 1 2"/>
              <a:gd name="G7" fmla="+- 703 0 0"/>
              <a:gd name="G8" fmla="*/ 703 1 2"/>
              <a:gd name="G9" fmla="+- 703 0 0"/>
              <a:gd name="G10" fmla="*/ 703 1 12"/>
            </a:gdLst>
            <a:ahLst/>
            <a:cxnLst>
              <a:cxn ang="0">
                <a:pos x="r" y="vc"/>
              </a:cxn>
              <a:cxn ang="5400000">
                <a:pos x="hc" y="b"/>
              </a:cxn>
              <a:cxn ang="10800000">
                <a:pos x="l" y="vc"/>
              </a:cxn>
              <a:cxn ang="16200000">
                <a:pos x="hc" y="t"/>
              </a:cxn>
            </a:cxnLst>
            <a:rect l="0" t="0" r="0" b="0"/>
            <a:pathLst>
              <a:path>
                <a:moveTo>
                  <a:pt x="0" y="703"/>
                </a:moveTo>
                <a:lnTo>
                  <a:pt x="0" y="0"/>
                </a:lnTo>
                <a:lnTo>
                  <a:pt x="703" y="703"/>
                </a:lnTo>
                <a:close/>
              </a:path>
            </a:pathLst>
          </a:custGeom>
          <a:solidFill>
            <a:srgbClr val="1E2A55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de-DE"/>
          </a:p>
        </p:txBody>
      </p:sp>
      <p:sp>
        <p:nvSpPr>
          <p:cNvPr id="3575" name="Rectangle 503">
            <a:extLst>
              <a:ext uri="{FF2B5EF4-FFF2-40B4-BE49-F238E27FC236}">
                <a16:creationId xmlns:a16="http://schemas.microsoft.com/office/drawing/2014/main" id="{DCA761C2-8A27-9EB4-92D0-E85D35B613D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37125" y="5741988"/>
            <a:ext cx="1965325" cy="6397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/>
          <a:lstStyle>
            <a:lvl1pPr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1pPr>
            <a:lvl2pPr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2pPr>
            <a:lvl3pPr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3pPr>
            <a:lvl4pPr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4pPr>
            <a:lvl5pPr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5pPr>
            <a:lvl6pPr marL="25146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6pPr>
            <a:lvl7pPr marL="29718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7pPr>
            <a:lvl8pPr marL="34290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8pPr>
            <a:lvl9pPr marL="38862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9pPr>
          </a:lstStyle>
          <a:p>
            <a:pPr hangingPunct="1">
              <a:lnSpc>
                <a:spcPct val="100000"/>
              </a:lnSpc>
              <a:spcAft>
                <a:spcPts val="213"/>
              </a:spcAft>
            </a:pPr>
            <a:r>
              <a:rPr lang="en-US" altLang="de-DE" sz="900">
                <a:solidFill>
                  <a:srgbClr val="3A3733"/>
                </a:solidFill>
                <a:latin typeface="Georgia" panose="02040502050405020303" pitchFamily="18" charset="0"/>
              </a:rPr>
              <a:t>Neun Kacheln, ein Muster. Formen, Farben, Rhythmus — ein kuratiertes Schaufenster.</a:t>
            </a:r>
          </a:p>
        </p:txBody>
      </p:sp>
      <p:sp>
        <p:nvSpPr>
          <p:cNvPr id="3576" name="Line 504">
            <a:extLst>
              <a:ext uri="{FF2B5EF4-FFF2-40B4-BE49-F238E27FC236}">
                <a16:creationId xmlns:a16="http://schemas.microsoft.com/office/drawing/2014/main" id="{BF5A918F-136D-1624-EC21-6081D4315727}"/>
              </a:ext>
            </a:extLst>
          </p:cNvPr>
          <p:cNvSpPr>
            <a:spLocks noChangeShapeType="1"/>
          </p:cNvSpPr>
          <p:nvPr/>
        </p:nvSpPr>
        <p:spPr bwMode="auto">
          <a:xfrm>
            <a:off x="639763" y="6218238"/>
            <a:ext cx="1965325" cy="1587"/>
          </a:xfrm>
          <a:prstGeom prst="line">
            <a:avLst/>
          </a:prstGeom>
          <a:noFill/>
          <a:ln w="9360" cap="flat">
            <a:solidFill>
              <a:srgbClr val="1F1D1B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de-DE"/>
          </a:p>
        </p:txBody>
      </p:sp>
      <p:sp>
        <p:nvSpPr>
          <p:cNvPr id="3577" name="Rectangle 505">
            <a:extLst>
              <a:ext uri="{FF2B5EF4-FFF2-40B4-BE49-F238E27FC236}">
                <a16:creationId xmlns:a16="http://schemas.microsoft.com/office/drawing/2014/main" id="{17A933B3-A3CC-412A-B726-E2B0FEDD46A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3725" y="6291263"/>
            <a:ext cx="1143000" cy="822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/>
          <a:lstStyle>
            <a:lvl1pPr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1pPr>
            <a:lvl2pPr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2pPr>
            <a:lvl3pPr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3pPr>
            <a:lvl4pPr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4pPr>
            <a:lvl5pPr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5pPr>
            <a:lvl6pPr marL="25146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6pPr>
            <a:lvl7pPr marL="29718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7pPr>
            <a:lvl8pPr marL="34290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8pPr>
            <a:lvl9pPr marL="38862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9pPr>
          </a:lstStyle>
          <a:p>
            <a:pPr hangingPunct="1">
              <a:lnSpc>
                <a:spcPct val="100000"/>
              </a:lnSpc>
            </a:pPr>
            <a:r>
              <a:rPr lang="en-US" altLang="de-DE" sz="5400" b="1" i="1">
                <a:solidFill>
                  <a:srgbClr val="5C7A3A"/>
                </a:solidFill>
                <a:latin typeface="Playfair Display" panose="00000500000000000000" pitchFamily="2" charset="0"/>
                <a:cs typeface="Playfair Display" panose="00000500000000000000" pitchFamily="2" charset="0"/>
              </a:rPr>
              <a:t>04</a:t>
            </a:r>
          </a:p>
        </p:txBody>
      </p:sp>
      <p:sp>
        <p:nvSpPr>
          <p:cNvPr id="3578" name="Rectangle 506">
            <a:extLst>
              <a:ext uri="{FF2B5EF4-FFF2-40B4-BE49-F238E27FC236}">
                <a16:creationId xmlns:a16="http://schemas.microsoft.com/office/drawing/2014/main" id="{63363860-B636-33A6-D961-D23145EAEEF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63700" y="6381750"/>
            <a:ext cx="941388" cy="1635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/>
          <a:lstStyle>
            <a:lvl1pPr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1pPr>
            <a:lvl2pPr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2pPr>
            <a:lvl3pPr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3pPr>
            <a:lvl4pPr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4pPr>
            <a:lvl5pPr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5pPr>
            <a:lvl6pPr marL="25146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6pPr>
            <a:lvl7pPr marL="29718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7pPr>
            <a:lvl8pPr marL="34290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8pPr>
            <a:lvl9pPr marL="38862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9pPr>
          </a:lstStyle>
          <a:p>
            <a:pPr hangingPunct="1">
              <a:lnSpc>
                <a:spcPct val="100000"/>
              </a:lnSpc>
            </a:pPr>
            <a:r>
              <a:rPr lang="en-US" altLang="de-DE" sz="700" b="1">
                <a:solidFill>
                  <a:srgbClr val="8A8377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DIE RESONANZ</a:t>
            </a:r>
          </a:p>
        </p:txBody>
      </p:sp>
      <p:sp>
        <p:nvSpPr>
          <p:cNvPr id="3579" name="Rectangle 507">
            <a:extLst>
              <a:ext uri="{FF2B5EF4-FFF2-40B4-BE49-F238E27FC236}">
                <a16:creationId xmlns:a16="http://schemas.microsoft.com/office/drawing/2014/main" id="{E5851AA8-DCE3-52D2-D9BF-C4B781973CB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27188" y="6546850"/>
            <a:ext cx="977900" cy="5032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/>
          <a:lstStyle>
            <a:lvl1pPr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1pPr>
            <a:lvl2pPr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2pPr>
            <a:lvl3pPr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3pPr>
            <a:lvl4pPr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4pPr>
            <a:lvl5pPr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5pPr>
            <a:lvl6pPr marL="25146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6pPr>
            <a:lvl7pPr marL="29718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7pPr>
            <a:lvl8pPr marL="34290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8pPr>
            <a:lvl9pPr marL="38862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9pPr>
          </a:lstStyle>
          <a:p>
            <a:pPr hangingPunct="1">
              <a:lnSpc>
                <a:spcPct val="100000"/>
              </a:lnSpc>
            </a:pPr>
            <a:r>
              <a:rPr lang="en-US" altLang="de-DE" sz="1200" b="1">
                <a:solidFill>
                  <a:srgbClr val="1F1D1B"/>
                </a:solidFill>
                <a:latin typeface="Playfair Display" panose="00000500000000000000" pitchFamily="2" charset="0"/>
                <a:cs typeface="Playfair Display" panose="00000500000000000000" pitchFamily="2" charset="0"/>
              </a:rPr>
              <a:t>Interaktion</a:t>
            </a:r>
          </a:p>
        </p:txBody>
      </p:sp>
      <p:sp>
        <p:nvSpPr>
          <p:cNvPr id="3580" name="Rectangle 508">
            <a:extLst>
              <a:ext uri="{FF2B5EF4-FFF2-40B4-BE49-F238E27FC236}">
                <a16:creationId xmlns:a16="http://schemas.microsoft.com/office/drawing/2014/main" id="{F39662FA-AE0C-E423-EEF4-B01733B77AD3}"/>
              </a:ext>
            </a:extLst>
          </p:cNvPr>
          <p:cNvSpPr>
            <a:spLocks noChangeArrowheads="1"/>
          </p:cNvSpPr>
          <p:nvPr/>
        </p:nvSpPr>
        <p:spPr bwMode="auto">
          <a:xfrm>
            <a:off x="914400" y="7132638"/>
            <a:ext cx="1417638" cy="1417637"/>
          </a:xfrm>
          <a:prstGeom prst="rect">
            <a:avLst/>
          </a:prstGeom>
          <a:solidFill>
            <a:srgbClr val="F3ECDD"/>
          </a:solidFill>
          <a:ln w="15840" cap="flat">
            <a:solidFill>
              <a:srgbClr val="1F1D1B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de-DE"/>
          </a:p>
        </p:txBody>
      </p:sp>
      <p:sp>
        <p:nvSpPr>
          <p:cNvPr id="3581" name="Line 509">
            <a:extLst>
              <a:ext uri="{FF2B5EF4-FFF2-40B4-BE49-F238E27FC236}">
                <a16:creationId xmlns:a16="http://schemas.microsoft.com/office/drawing/2014/main" id="{EE23DB57-3F8B-24F3-6D5E-98F8C8DA98CD}"/>
              </a:ext>
            </a:extLst>
          </p:cNvPr>
          <p:cNvSpPr>
            <a:spLocks noChangeShapeType="1"/>
          </p:cNvSpPr>
          <p:nvPr/>
        </p:nvSpPr>
        <p:spPr bwMode="auto">
          <a:xfrm>
            <a:off x="1943100" y="7840663"/>
            <a:ext cx="365125" cy="1587"/>
          </a:xfrm>
          <a:prstGeom prst="line">
            <a:avLst/>
          </a:prstGeom>
          <a:noFill/>
          <a:ln w="14040" cap="flat">
            <a:solidFill>
              <a:srgbClr val="5C7A3A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de-DE"/>
          </a:p>
        </p:txBody>
      </p:sp>
      <p:sp>
        <p:nvSpPr>
          <p:cNvPr id="3582" name="Line 510">
            <a:extLst>
              <a:ext uri="{FF2B5EF4-FFF2-40B4-BE49-F238E27FC236}">
                <a16:creationId xmlns:a16="http://schemas.microsoft.com/office/drawing/2014/main" id="{74F9C79D-EC1D-B043-F41E-B7E5E9D0B1A4}"/>
              </a:ext>
            </a:extLst>
          </p:cNvPr>
          <p:cNvSpPr>
            <a:spLocks noChangeShapeType="1"/>
          </p:cNvSpPr>
          <p:nvPr/>
        </p:nvSpPr>
        <p:spPr bwMode="auto">
          <a:xfrm>
            <a:off x="1900238" y="8001000"/>
            <a:ext cx="317500" cy="182563"/>
          </a:xfrm>
          <a:prstGeom prst="line">
            <a:avLst/>
          </a:prstGeom>
          <a:noFill/>
          <a:ln w="14040" cap="flat">
            <a:solidFill>
              <a:srgbClr val="5C7A3A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de-DE"/>
          </a:p>
        </p:txBody>
      </p:sp>
      <p:sp>
        <p:nvSpPr>
          <p:cNvPr id="3583" name="Line 511">
            <a:extLst>
              <a:ext uri="{FF2B5EF4-FFF2-40B4-BE49-F238E27FC236}">
                <a16:creationId xmlns:a16="http://schemas.microsoft.com/office/drawing/2014/main" id="{1FE161DA-1CAE-3A91-F59E-2A7F9C0F4F44}"/>
              </a:ext>
            </a:extLst>
          </p:cNvPr>
          <p:cNvSpPr>
            <a:spLocks noChangeShapeType="1"/>
          </p:cNvSpPr>
          <p:nvPr/>
        </p:nvSpPr>
        <p:spPr bwMode="auto">
          <a:xfrm>
            <a:off x="1782763" y="8118475"/>
            <a:ext cx="182562" cy="317500"/>
          </a:xfrm>
          <a:prstGeom prst="line">
            <a:avLst/>
          </a:prstGeom>
          <a:noFill/>
          <a:ln w="14040" cap="flat">
            <a:solidFill>
              <a:srgbClr val="5C7A3A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de-DE"/>
          </a:p>
        </p:txBody>
      </p:sp>
      <p:sp>
        <p:nvSpPr>
          <p:cNvPr id="3584" name="Line 512">
            <a:extLst>
              <a:ext uri="{FF2B5EF4-FFF2-40B4-BE49-F238E27FC236}">
                <a16:creationId xmlns:a16="http://schemas.microsoft.com/office/drawing/2014/main" id="{18D1F7AF-D399-AD08-77A9-B0E7AE20A06F}"/>
              </a:ext>
            </a:extLst>
          </p:cNvPr>
          <p:cNvSpPr>
            <a:spLocks noChangeShapeType="1"/>
          </p:cNvSpPr>
          <p:nvPr/>
        </p:nvSpPr>
        <p:spPr bwMode="auto">
          <a:xfrm>
            <a:off x="1622425" y="8161338"/>
            <a:ext cx="1588" cy="365125"/>
          </a:xfrm>
          <a:prstGeom prst="line">
            <a:avLst/>
          </a:prstGeom>
          <a:noFill/>
          <a:ln w="14040" cap="flat">
            <a:solidFill>
              <a:srgbClr val="5C7A3A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de-DE"/>
          </a:p>
        </p:txBody>
      </p:sp>
      <p:sp>
        <p:nvSpPr>
          <p:cNvPr id="3585" name="Line 513">
            <a:extLst>
              <a:ext uri="{FF2B5EF4-FFF2-40B4-BE49-F238E27FC236}">
                <a16:creationId xmlns:a16="http://schemas.microsoft.com/office/drawing/2014/main" id="{2E764C72-2FC3-6551-CD12-89A7FCB4BD22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282700" y="8118475"/>
            <a:ext cx="182563" cy="317500"/>
          </a:xfrm>
          <a:prstGeom prst="line">
            <a:avLst/>
          </a:prstGeom>
          <a:noFill/>
          <a:ln w="14040" cap="flat">
            <a:solidFill>
              <a:srgbClr val="5C7A3A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de-DE"/>
          </a:p>
        </p:txBody>
      </p:sp>
      <p:sp>
        <p:nvSpPr>
          <p:cNvPr id="3586" name="Line 514">
            <a:extLst>
              <a:ext uri="{FF2B5EF4-FFF2-40B4-BE49-F238E27FC236}">
                <a16:creationId xmlns:a16="http://schemas.microsoft.com/office/drawing/2014/main" id="{3199ACCF-6DE1-26B4-2AE2-23C21B6BA278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030288" y="8001000"/>
            <a:ext cx="317500" cy="182563"/>
          </a:xfrm>
          <a:prstGeom prst="line">
            <a:avLst/>
          </a:prstGeom>
          <a:noFill/>
          <a:ln w="14040" cap="flat">
            <a:solidFill>
              <a:srgbClr val="5C7A3A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de-DE"/>
          </a:p>
        </p:txBody>
      </p:sp>
      <p:sp>
        <p:nvSpPr>
          <p:cNvPr id="3587" name="Line 515">
            <a:extLst>
              <a:ext uri="{FF2B5EF4-FFF2-40B4-BE49-F238E27FC236}">
                <a16:creationId xmlns:a16="http://schemas.microsoft.com/office/drawing/2014/main" id="{1C0A2786-C6E4-6C14-586E-98916A97596B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939800" y="7840663"/>
            <a:ext cx="365125" cy="1587"/>
          </a:xfrm>
          <a:prstGeom prst="line">
            <a:avLst/>
          </a:prstGeom>
          <a:noFill/>
          <a:ln w="14040" cap="flat">
            <a:solidFill>
              <a:srgbClr val="5C7A3A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de-DE"/>
          </a:p>
        </p:txBody>
      </p:sp>
      <p:sp>
        <p:nvSpPr>
          <p:cNvPr id="3588" name="Line 516">
            <a:extLst>
              <a:ext uri="{FF2B5EF4-FFF2-40B4-BE49-F238E27FC236}">
                <a16:creationId xmlns:a16="http://schemas.microsoft.com/office/drawing/2014/main" id="{4991D304-556D-5D7A-DA33-F00857E919A8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1030288" y="7499350"/>
            <a:ext cx="317500" cy="182563"/>
          </a:xfrm>
          <a:prstGeom prst="line">
            <a:avLst/>
          </a:prstGeom>
          <a:noFill/>
          <a:ln w="14040" cap="flat">
            <a:solidFill>
              <a:srgbClr val="5C7A3A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de-DE"/>
          </a:p>
        </p:txBody>
      </p:sp>
      <p:sp>
        <p:nvSpPr>
          <p:cNvPr id="3589" name="Line 517">
            <a:extLst>
              <a:ext uri="{FF2B5EF4-FFF2-40B4-BE49-F238E27FC236}">
                <a16:creationId xmlns:a16="http://schemas.microsoft.com/office/drawing/2014/main" id="{7A8A58DF-6056-0E0B-3FF1-BFD32B0FDF9A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1282700" y="7246938"/>
            <a:ext cx="182563" cy="317500"/>
          </a:xfrm>
          <a:prstGeom prst="line">
            <a:avLst/>
          </a:prstGeom>
          <a:noFill/>
          <a:ln w="14040" cap="flat">
            <a:solidFill>
              <a:srgbClr val="5C7A3A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de-DE"/>
          </a:p>
        </p:txBody>
      </p:sp>
      <p:sp>
        <p:nvSpPr>
          <p:cNvPr id="3590" name="Line 518">
            <a:extLst>
              <a:ext uri="{FF2B5EF4-FFF2-40B4-BE49-F238E27FC236}">
                <a16:creationId xmlns:a16="http://schemas.microsoft.com/office/drawing/2014/main" id="{3C1CD124-008F-290A-F67B-67A6188643D5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622425" y="7156450"/>
            <a:ext cx="1588" cy="365125"/>
          </a:xfrm>
          <a:prstGeom prst="line">
            <a:avLst/>
          </a:prstGeom>
          <a:noFill/>
          <a:ln w="14040" cap="flat">
            <a:solidFill>
              <a:srgbClr val="5C7A3A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de-DE"/>
          </a:p>
        </p:txBody>
      </p:sp>
      <p:sp>
        <p:nvSpPr>
          <p:cNvPr id="3591" name="Line 519">
            <a:extLst>
              <a:ext uri="{FF2B5EF4-FFF2-40B4-BE49-F238E27FC236}">
                <a16:creationId xmlns:a16="http://schemas.microsoft.com/office/drawing/2014/main" id="{2D167BA4-744F-8E70-630D-C5CF0EC780F5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782763" y="7246938"/>
            <a:ext cx="182562" cy="317500"/>
          </a:xfrm>
          <a:prstGeom prst="line">
            <a:avLst/>
          </a:prstGeom>
          <a:noFill/>
          <a:ln w="14040" cap="flat">
            <a:solidFill>
              <a:srgbClr val="5C7A3A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de-DE"/>
          </a:p>
        </p:txBody>
      </p:sp>
      <p:sp>
        <p:nvSpPr>
          <p:cNvPr id="3592" name="Line 520">
            <a:extLst>
              <a:ext uri="{FF2B5EF4-FFF2-40B4-BE49-F238E27FC236}">
                <a16:creationId xmlns:a16="http://schemas.microsoft.com/office/drawing/2014/main" id="{CE86682D-CBB6-20A0-58C9-0A7453BD8106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900238" y="7499350"/>
            <a:ext cx="317500" cy="182563"/>
          </a:xfrm>
          <a:prstGeom prst="line">
            <a:avLst/>
          </a:prstGeom>
          <a:noFill/>
          <a:ln w="14040" cap="flat">
            <a:solidFill>
              <a:srgbClr val="5C7A3A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de-DE"/>
          </a:p>
        </p:txBody>
      </p:sp>
      <p:sp>
        <p:nvSpPr>
          <p:cNvPr id="3593" name="AutoShape 521">
            <a:extLst>
              <a:ext uri="{FF2B5EF4-FFF2-40B4-BE49-F238E27FC236}">
                <a16:creationId xmlns:a16="http://schemas.microsoft.com/office/drawing/2014/main" id="{44DB61F5-F8DC-135E-6ED1-AB1C7DC58E6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49375" y="7567613"/>
            <a:ext cx="547688" cy="503237"/>
          </a:xfrm>
          <a:custGeom>
            <a:avLst/>
            <a:gdLst>
              <a:gd name="G0" fmla="*/ 1524 49 1"/>
              <a:gd name="G1" fmla="*/ G0 1 48"/>
              <a:gd name="G2" fmla="*/ 1524 10 1"/>
              <a:gd name="G3" fmla="*/ G2 1 48"/>
              <a:gd name="G4" fmla="*/ 1524 1 2"/>
              <a:gd name="G5" fmla="+- G4 0 G1"/>
              <a:gd name="G6" fmla="+- G4 0 G3"/>
              <a:gd name="G7" fmla="+- G4 G3 0"/>
              <a:gd name="G8" fmla="+- G7 0 0"/>
              <a:gd name="G9" fmla="+- G4 G1 0"/>
              <a:gd name="G10" fmla="+- G9 0 0"/>
              <a:gd name="G11" fmla="*/ 1397 1 3"/>
              <a:gd name="G12" fmla="+- 0 0 G11"/>
              <a:gd name="G13" fmla="*/ 1524 1 6"/>
              <a:gd name="G14" fmla="*/ 1524 5 1"/>
              <a:gd name="G15" fmla="*/ G14 1 6"/>
              <a:gd name="G16" fmla="*/ 1397 2 1"/>
              <a:gd name="G17" fmla="*/ G16 1 3"/>
              <a:gd name="G18" fmla="*/ 1397 1 4"/>
              <a:gd name="G19" fmla="+- 1397 0 0"/>
            </a:gdLst>
            <a:ahLst/>
            <a:cxnLst>
              <a:cxn ang="0">
                <a:pos x="r" y="vc"/>
              </a:cxn>
              <a:cxn ang="5400000">
                <a:pos x="hc" y="b"/>
              </a:cxn>
              <a:cxn ang="10800000">
                <a:pos x="l" y="vc"/>
              </a:cxn>
              <a:cxn ang="16200000">
                <a:pos x="hc" y="t"/>
              </a:cxn>
            </a:cxnLst>
            <a:rect l="0" t="0" r="0" b="0"/>
            <a:pathLst>
              <a:path>
                <a:moveTo>
                  <a:pt x="762" y="349"/>
                </a:moveTo>
                <a:cubicBezTo>
                  <a:pt x="1080" y="-466"/>
                  <a:pt x="2318" y="349"/>
                  <a:pt x="762" y="1397"/>
                </a:cubicBezTo>
                <a:cubicBezTo>
                  <a:pt x="-794" y="349"/>
                  <a:pt x="444" y="-466"/>
                  <a:pt x="762" y="349"/>
                </a:cubicBezTo>
                <a:close/>
              </a:path>
            </a:pathLst>
          </a:custGeom>
          <a:solidFill>
            <a:srgbClr val="5C7A3A"/>
          </a:solidFill>
          <a:ln w="12600" cap="flat">
            <a:solidFill>
              <a:srgbClr val="1F1D1B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de-DE"/>
          </a:p>
        </p:txBody>
      </p:sp>
      <p:sp>
        <p:nvSpPr>
          <p:cNvPr id="3594" name="AutoShape 522">
            <a:extLst>
              <a:ext uri="{FF2B5EF4-FFF2-40B4-BE49-F238E27FC236}">
                <a16:creationId xmlns:a16="http://schemas.microsoft.com/office/drawing/2014/main" id="{7F60EB45-4CFE-DEF1-5CC5-4AA5ACC968F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9500" y="7334250"/>
            <a:ext cx="503238" cy="274638"/>
          </a:xfrm>
          <a:custGeom>
            <a:avLst/>
            <a:gdLst>
              <a:gd name="G0" fmla="+- 0 0 26667"/>
              <a:gd name="G1" fmla="+- 32767 0 26667"/>
              <a:gd name="G2" fmla="?: G1 26667 32767"/>
              <a:gd name="G3" fmla="?: G0 0 G1"/>
              <a:gd name="G4" fmla="min 1397 762"/>
              <a:gd name="G5" fmla="*/ G4 G3 1"/>
              <a:gd name="G6" fmla="*/ G5 1 32767"/>
              <a:gd name="G7" fmla="+- 1397 0 G6"/>
              <a:gd name="G8" fmla="+- 762 0 G6"/>
              <a:gd name="G9" fmla="*/ G6 29289 1"/>
              <a:gd name="G10" fmla="*/ G9 1 32767"/>
              <a:gd name="G11" fmla="+- 1397 0 G10"/>
              <a:gd name="G12" fmla="+- 762 0 G10"/>
              <a:gd name="G13" fmla="*/ 1397 1 2"/>
              <a:gd name="G14" fmla="*/ 762 1 2"/>
              <a:gd name="G15" fmla="+- 762 0 0"/>
              <a:gd name="G16" fmla="+- 1397 0 0"/>
              <a:gd name="G17" fmla="+- 180 0 0"/>
              <a:gd name="G18" fmla="+- 90 0 0"/>
              <a:gd name="G19" fmla="+- 270 0 0"/>
              <a:gd name="G20" fmla="+- 90 0 0"/>
              <a:gd name="G21" fmla="+- 0 0 0"/>
              <a:gd name="G22" fmla="+- 90 0 0"/>
              <a:gd name="G23" fmla="+- 90 0 0"/>
              <a:gd name="G24" fmla="+- 90 0 0"/>
            </a:gdLst>
            <a:ahLst/>
            <a:cxnLst>
              <a:cxn ang="0">
                <a:pos x="r" y="vc"/>
              </a:cxn>
              <a:cxn ang="5400000">
                <a:pos x="hc" y="b"/>
              </a:cxn>
              <a:cxn ang="10800000">
                <a:pos x="l" y="vc"/>
              </a:cxn>
              <a:cxn ang="16200000">
                <a:pos x="hc" y="t"/>
              </a:cxn>
            </a:cxnLst>
            <a:rect l="0" t="0" r="0" b="0"/>
            <a:pathLst>
              <a:path>
                <a:moveTo>
                  <a:pt x="0" y="142"/>
                </a:moveTo>
                <a:lnTo>
                  <a:pt x="142" y="142"/>
                </a:lnTo>
                <a:lnTo>
                  <a:pt x="180" y="90"/>
                </a:lnTo>
                <a:lnTo>
                  <a:pt x="1255" y="0"/>
                </a:lnTo>
                <a:lnTo>
                  <a:pt x="142" y="142"/>
                </a:lnTo>
                <a:lnTo>
                  <a:pt x="270" y="90"/>
                </a:lnTo>
                <a:lnTo>
                  <a:pt x="1397" y="620"/>
                </a:lnTo>
                <a:lnTo>
                  <a:pt x="142" y="142"/>
                </a:lnTo>
                <a:close/>
              </a:path>
            </a:pathLst>
          </a:custGeom>
          <a:solidFill>
            <a:srgbClr val="F3ECDD"/>
          </a:solidFill>
          <a:ln w="11520" cap="flat">
            <a:solidFill>
              <a:srgbClr val="1F1D1B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de-DE"/>
          </a:p>
        </p:txBody>
      </p:sp>
      <p:sp>
        <p:nvSpPr>
          <p:cNvPr id="3595" name="AutoShape 523">
            <a:extLst>
              <a:ext uri="{FF2B5EF4-FFF2-40B4-BE49-F238E27FC236}">
                <a16:creationId xmlns:a16="http://schemas.microsoft.com/office/drawing/2014/main" id="{383F4EA0-5342-AE60-ED4E-6CE78ED568F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69988" y="7589838"/>
            <a:ext cx="73025" cy="73025"/>
          </a:xfrm>
          <a:custGeom>
            <a:avLst/>
            <a:gdLst>
              <a:gd name="G0" fmla="*/ 203 1 2"/>
              <a:gd name="G1" fmla="*/ 1 48365 11520"/>
              <a:gd name="G2" fmla="*/ G1 32767 1"/>
              <a:gd name="G3" fmla="*/ G2 1 32767"/>
              <a:gd name="G4" fmla="cos G0 G3"/>
              <a:gd name="G5" fmla="*/ 203 1 2"/>
              <a:gd name="G6" fmla="*/ 1 48365 11520"/>
              <a:gd name="G7" fmla="*/ G6 32767 1"/>
              <a:gd name="G8" fmla="*/ G7 1 32767"/>
              <a:gd name="G9" fmla="sin G5 G8"/>
              <a:gd name="G10" fmla="*/ 203 1 2"/>
              <a:gd name="G11" fmla="+- G10 0 G4"/>
              <a:gd name="G12" fmla="+- G10 G4 0"/>
              <a:gd name="G13" fmla="+- G12 0 0"/>
              <a:gd name="G14" fmla="*/ 203 1 2"/>
              <a:gd name="G15" fmla="+- G14 0 G9"/>
              <a:gd name="G16" fmla="+- G14 G9 0"/>
              <a:gd name="G17" fmla="+- G16 0 0"/>
              <a:gd name="G18" fmla="+- 203 0 0"/>
              <a:gd name="G19" fmla="+- 203 0 0"/>
              <a:gd name="G20" fmla="+- 180 0 0"/>
              <a:gd name="G21" fmla="+- 90 0 0"/>
              <a:gd name="G22" fmla="+- 270 0 0"/>
              <a:gd name="G23" fmla="+- 90 0 0"/>
              <a:gd name="G24" fmla="+- 0 0 0"/>
              <a:gd name="G25" fmla="+- 90 0 0"/>
              <a:gd name="G26" fmla="+- 90 0 0"/>
              <a:gd name="G27" fmla="+- 90 0 0"/>
            </a:gdLst>
            <a:ahLst/>
            <a:cxnLst>
              <a:cxn ang="0">
                <a:pos x="r" y="vc"/>
              </a:cxn>
              <a:cxn ang="5400000">
                <a:pos x="hc" y="b"/>
              </a:cxn>
              <a:cxn ang="10800000">
                <a:pos x="l" y="vc"/>
              </a:cxn>
              <a:cxn ang="16200000">
                <a:pos x="hc" y="t"/>
              </a:cxn>
            </a:cxnLst>
            <a:rect l="0" t="0" r="0" b="0"/>
            <a:pathLst>
              <a:path>
                <a:moveTo>
                  <a:pt x="0" y="102"/>
                </a:moveTo>
                <a:lnTo>
                  <a:pt x="102" y="102"/>
                </a:lnTo>
                <a:lnTo>
                  <a:pt x="180" y="90"/>
                </a:lnTo>
                <a:lnTo>
                  <a:pt x="102" y="102"/>
                </a:lnTo>
                <a:lnTo>
                  <a:pt x="270" y="90"/>
                </a:lnTo>
                <a:close/>
              </a:path>
            </a:pathLst>
          </a:custGeom>
          <a:solidFill>
            <a:srgbClr val="F3ECDD"/>
          </a:solidFill>
          <a:ln w="11520" cap="flat">
            <a:solidFill>
              <a:srgbClr val="1F1D1B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de-DE"/>
          </a:p>
        </p:txBody>
      </p:sp>
      <p:sp>
        <p:nvSpPr>
          <p:cNvPr id="3596" name="AutoShape 524">
            <a:extLst>
              <a:ext uri="{FF2B5EF4-FFF2-40B4-BE49-F238E27FC236}">
                <a16:creationId xmlns:a16="http://schemas.microsoft.com/office/drawing/2014/main" id="{CC794B5B-BAC0-F1C8-6922-F3943C5F919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46238" y="7451725"/>
            <a:ext cx="503237" cy="255588"/>
          </a:xfrm>
          <a:custGeom>
            <a:avLst/>
            <a:gdLst>
              <a:gd name="G0" fmla="+- 0 0 28571"/>
              <a:gd name="G1" fmla="+- 32767 0 28571"/>
              <a:gd name="G2" fmla="?: G1 28571 32767"/>
              <a:gd name="G3" fmla="?: G0 0 G1"/>
              <a:gd name="G4" fmla="min 1397 711"/>
              <a:gd name="G5" fmla="*/ G4 G3 1"/>
              <a:gd name="G6" fmla="*/ G5 1 32767"/>
              <a:gd name="G7" fmla="+- 1397 0 G6"/>
              <a:gd name="G8" fmla="+- 711 0 G6"/>
              <a:gd name="G9" fmla="*/ G6 29289 1"/>
              <a:gd name="G10" fmla="*/ G9 1 32767"/>
              <a:gd name="G11" fmla="+- 1397 0 G10"/>
              <a:gd name="G12" fmla="+- 711 0 G10"/>
              <a:gd name="G13" fmla="*/ 1397 1 2"/>
              <a:gd name="G14" fmla="*/ 711 1 2"/>
              <a:gd name="G15" fmla="+- 711 0 0"/>
              <a:gd name="G16" fmla="+- 1397 0 0"/>
              <a:gd name="G17" fmla="+- 180 0 0"/>
              <a:gd name="G18" fmla="+- 90 0 0"/>
              <a:gd name="G19" fmla="+- 270 0 0"/>
              <a:gd name="G20" fmla="+- 90 0 0"/>
              <a:gd name="G21" fmla="+- 0 0 0"/>
              <a:gd name="G22" fmla="+- 90 0 0"/>
              <a:gd name="G23" fmla="+- 90 0 0"/>
              <a:gd name="G24" fmla="+- 90 0 0"/>
            </a:gdLst>
            <a:ahLst/>
            <a:cxnLst>
              <a:cxn ang="0">
                <a:pos x="r" y="vc"/>
              </a:cxn>
              <a:cxn ang="5400000">
                <a:pos x="hc" y="b"/>
              </a:cxn>
              <a:cxn ang="10800000">
                <a:pos x="l" y="vc"/>
              </a:cxn>
              <a:cxn ang="16200000">
                <a:pos x="hc" y="t"/>
              </a:cxn>
            </a:cxnLst>
            <a:rect l="0" t="0" r="0" b="0"/>
            <a:pathLst>
              <a:path>
                <a:moveTo>
                  <a:pt x="0" y="91"/>
                </a:moveTo>
                <a:lnTo>
                  <a:pt x="91" y="91"/>
                </a:lnTo>
                <a:lnTo>
                  <a:pt x="180" y="90"/>
                </a:lnTo>
                <a:lnTo>
                  <a:pt x="1306" y="0"/>
                </a:lnTo>
                <a:lnTo>
                  <a:pt x="91" y="91"/>
                </a:lnTo>
                <a:lnTo>
                  <a:pt x="270" y="90"/>
                </a:lnTo>
                <a:lnTo>
                  <a:pt x="1397" y="620"/>
                </a:lnTo>
                <a:lnTo>
                  <a:pt x="91" y="91"/>
                </a:lnTo>
                <a:close/>
              </a:path>
            </a:pathLst>
          </a:custGeom>
          <a:solidFill>
            <a:srgbClr val="5C7A3A"/>
          </a:solidFill>
          <a:ln w="11520" cap="flat">
            <a:solidFill>
              <a:srgbClr val="1F1D1B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de-DE"/>
          </a:p>
        </p:txBody>
      </p:sp>
      <p:sp>
        <p:nvSpPr>
          <p:cNvPr id="3597" name="Line 525">
            <a:extLst>
              <a:ext uri="{FF2B5EF4-FFF2-40B4-BE49-F238E27FC236}">
                <a16:creationId xmlns:a16="http://schemas.microsoft.com/office/drawing/2014/main" id="{708FC478-68BF-972C-932B-80770C098140}"/>
              </a:ext>
            </a:extLst>
          </p:cNvPr>
          <p:cNvSpPr>
            <a:spLocks noChangeShapeType="1"/>
          </p:cNvSpPr>
          <p:nvPr/>
        </p:nvSpPr>
        <p:spPr bwMode="auto">
          <a:xfrm>
            <a:off x="1096963" y="8256588"/>
            <a:ext cx="1050925" cy="1587"/>
          </a:xfrm>
          <a:prstGeom prst="line">
            <a:avLst/>
          </a:prstGeom>
          <a:noFill/>
          <a:ln w="12600" cap="flat">
            <a:solidFill>
              <a:srgbClr val="1F1D1B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de-DE"/>
          </a:p>
        </p:txBody>
      </p:sp>
      <p:sp>
        <p:nvSpPr>
          <p:cNvPr id="3598" name="Line 526">
            <a:extLst>
              <a:ext uri="{FF2B5EF4-FFF2-40B4-BE49-F238E27FC236}">
                <a16:creationId xmlns:a16="http://schemas.microsoft.com/office/drawing/2014/main" id="{D2C71581-965D-B750-FF56-235C0BD64EB6}"/>
              </a:ext>
            </a:extLst>
          </p:cNvPr>
          <p:cNvSpPr>
            <a:spLocks noChangeShapeType="1"/>
          </p:cNvSpPr>
          <p:nvPr/>
        </p:nvSpPr>
        <p:spPr bwMode="auto">
          <a:xfrm>
            <a:off x="1096963" y="8220075"/>
            <a:ext cx="1587" cy="73025"/>
          </a:xfrm>
          <a:prstGeom prst="line">
            <a:avLst/>
          </a:prstGeom>
          <a:noFill/>
          <a:ln w="11520" cap="flat">
            <a:solidFill>
              <a:srgbClr val="1F1D1B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de-DE"/>
          </a:p>
        </p:txBody>
      </p:sp>
      <p:sp>
        <p:nvSpPr>
          <p:cNvPr id="3599" name="Line 527">
            <a:extLst>
              <a:ext uri="{FF2B5EF4-FFF2-40B4-BE49-F238E27FC236}">
                <a16:creationId xmlns:a16="http://schemas.microsoft.com/office/drawing/2014/main" id="{0574BC42-2D98-C77E-8716-CDEDFBD330FA}"/>
              </a:ext>
            </a:extLst>
          </p:cNvPr>
          <p:cNvSpPr>
            <a:spLocks noChangeShapeType="1"/>
          </p:cNvSpPr>
          <p:nvPr/>
        </p:nvSpPr>
        <p:spPr bwMode="auto">
          <a:xfrm>
            <a:off x="1360488" y="8220075"/>
            <a:ext cx="1587" cy="73025"/>
          </a:xfrm>
          <a:prstGeom prst="line">
            <a:avLst/>
          </a:prstGeom>
          <a:noFill/>
          <a:ln w="11520" cap="flat">
            <a:solidFill>
              <a:srgbClr val="1F1D1B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de-DE"/>
          </a:p>
        </p:txBody>
      </p:sp>
      <p:sp>
        <p:nvSpPr>
          <p:cNvPr id="3600" name="AutoShape 528">
            <a:extLst>
              <a:ext uri="{FF2B5EF4-FFF2-40B4-BE49-F238E27FC236}">
                <a16:creationId xmlns:a16="http://schemas.microsoft.com/office/drawing/2014/main" id="{5626D0F1-8827-B739-A4FA-ED376B41544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19213" y="8129588"/>
            <a:ext cx="82550" cy="82550"/>
          </a:xfrm>
          <a:custGeom>
            <a:avLst/>
            <a:gdLst>
              <a:gd name="G0" fmla="*/ 229 1 2"/>
              <a:gd name="G1" fmla="*/ 1 48365 11520"/>
              <a:gd name="G2" fmla="*/ G1 32767 1"/>
              <a:gd name="G3" fmla="*/ G2 1 32767"/>
              <a:gd name="G4" fmla="cos G0 G3"/>
              <a:gd name="G5" fmla="*/ 229 1 2"/>
              <a:gd name="G6" fmla="*/ 1 48365 11520"/>
              <a:gd name="G7" fmla="*/ G6 32767 1"/>
              <a:gd name="G8" fmla="*/ G7 1 32767"/>
              <a:gd name="G9" fmla="sin G5 G8"/>
              <a:gd name="G10" fmla="*/ 229 1 2"/>
              <a:gd name="G11" fmla="+- G10 0 G4"/>
              <a:gd name="G12" fmla="+- G10 G4 0"/>
              <a:gd name="G13" fmla="+- G12 0 0"/>
              <a:gd name="G14" fmla="*/ 229 1 2"/>
              <a:gd name="G15" fmla="+- G14 0 G9"/>
              <a:gd name="G16" fmla="+- G14 G9 0"/>
              <a:gd name="G17" fmla="+- G16 0 0"/>
              <a:gd name="G18" fmla="+- 229 0 0"/>
              <a:gd name="G19" fmla="+- 229 0 0"/>
              <a:gd name="G20" fmla="+- 180 0 0"/>
              <a:gd name="G21" fmla="+- 90 0 0"/>
              <a:gd name="G22" fmla="+- 270 0 0"/>
              <a:gd name="G23" fmla="+- 90 0 0"/>
              <a:gd name="G24" fmla="+- 0 0 0"/>
              <a:gd name="G25" fmla="+- 90 0 0"/>
              <a:gd name="G26" fmla="+- 90 0 0"/>
              <a:gd name="G27" fmla="+- 90 0 0"/>
            </a:gdLst>
            <a:ahLst/>
            <a:cxnLst>
              <a:cxn ang="0">
                <a:pos x="r" y="vc"/>
              </a:cxn>
              <a:cxn ang="5400000">
                <a:pos x="hc" y="b"/>
              </a:cxn>
              <a:cxn ang="10800000">
                <a:pos x="l" y="vc"/>
              </a:cxn>
              <a:cxn ang="16200000">
                <a:pos x="hc" y="t"/>
              </a:cxn>
            </a:cxnLst>
            <a:rect l="0" t="0" r="0" b="0"/>
            <a:pathLst>
              <a:path>
                <a:moveTo>
                  <a:pt x="0" y="115"/>
                </a:moveTo>
                <a:lnTo>
                  <a:pt x="115" y="115"/>
                </a:lnTo>
                <a:lnTo>
                  <a:pt x="180" y="90"/>
                </a:lnTo>
                <a:lnTo>
                  <a:pt x="115" y="115"/>
                </a:lnTo>
                <a:lnTo>
                  <a:pt x="270" y="90"/>
                </a:lnTo>
                <a:close/>
              </a:path>
            </a:pathLst>
          </a:custGeom>
          <a:solidFill>
            <a:srgbClr val="5C7A3A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de-DE"/>
          </a:p>
        </p:txBody>
      </p:sp>
      <p:sp>
        <p:nvSpPr>
          <p:cNvPr id="3601" name="Line 529">
            <a:extLst>
              <a:ext uri="{FF2B5EF4-FFF2-40B4-BE49-F238E27FC236}">
                <a16:creationId xmlns:a16="http://schemas.microsoft.com/office/drawing/2014/main" id="{CD2388DE-55AA-696F-EA85-BDA1C1E5522A}"/>
              </a:ext>
            </a:extLst>
          </p:cNvPr>
          <p:cNvSpPr>
            <a:spLocks noChangeShapeType="1"/>
          </p:cNvSpPr>
          <p:nvPr/>
        </p:nvSpPr>
        <p:spPr bwMode="auto">
          <a:xfrm>
            <a:off x="1622425" y="8220075"/>
            <a:ext cx="1588" cy="73025"/>
          </a:xfrm>
          <a:prstGeom prst="line">
            <a:avLst/>
          </a:prstGeom>
          <a:noFill/>
          <a:ln w="11520" cap="flat">
            <a:solidFill>
              <a:srgbClr val="1F1D1B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de-DE"/>
          </a:p>
        </p:txBody>
      </p:sp>
      <p:sp>
        <p:nvSpPr>
          <p:cNvPr id="3602" name="Line 530">
            <a:extLst>
              <a:ext uri="{FF2B5EF4-FFF2-40B4-BE49-F238E27FC236}">
                <a16:creationId xmlns:a16="http://schemas.microsoft.com/office/drawing/2014/main" id="{DEFB9583-352F-DA41-BCC2-5C226921BA61}"/>
              </a:ext>
            </a:extLst>
          </p:cNvPr>
          <p:cNvSpPr>
            <a:spLocks noChangeShapeType="1"/>
          </p:cNvSpPr>
          <p:nvPr/>
        </p:nvSpPr>
        <p:spPr bwMode="auto">
          <a:xfrm>
            <a:off x="1885950" y="8220075"/>
            <a:ext cx="1588" cy="73025"/>
          </a:xfrm>
          <a:prstGeom prst="line">
            <a:avLst/>
          </a:prstGeom>
          <a:noFill/>
          <a:ln w="11520" cap="flat">
            <a:solidFill>
              <a:srgbClr val="1F1D1B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de-DE"/>
          </a:p>
        </p:txBody>
      </p:sp>
      <p:sp>
        <p:nvSpPr>
          <p:cNvPr id="3603" name="AutoShape 531">
            <a:extLst>
              <a:ext uri="{FF2B5EF4-FFF2-40B4-BE49-F238E27FC236}">
                <a16:creationId xmlns:a16="http://schemas.microsoft.com/office/drawing/2014/main" id="{AE6895C7-BAD7-B188-C438-FC5CAA09B44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44675" y="8129588"/>
            <a:ext cx="82550" cy="82550"/>
          </a:xfrm>
          <a:custGeom>
            <a:avLst/>
            <a:gdLst>
              <a:gd name="G0" fmla="*/ 229 1 2"/>
              <a:gd name="G1" fmla="*/ 1 48365 11520"/>
              <a:gd name="G2" fmla="*/ G1 32767 1"/>
              <a:gd name="G3" fmla="*/ G2 1 32767"/>
              <a:gd name="G4" fmla="cos G0 G3"/>
              <a:gd name="G5" fmla="*/ 229 1 2"/>
              <a:gd name="G6" fmla="*/ 1 48365 11520"/>
              <a:gd name="G7" fmla="*/ G6 32767 1"/>
              <a:gd name="G8" fmla="*/ G7 1 32767"/>
              <a:gd name="G9" fmla="sin G5 G8"/>
              <a:gd name="G10" fmla="*/ 229 1 2"/>
              <a:gd name="G11" fmla="+- G10 0 G4"/>
              <a:gd name="G12" fmla="+- G10 G4 0"/>
              <a:gd name="G13" fmla="+- G12 0 0"/>
              <a:gd name="G14" fmla="*/ 229 1 2"/>
              <a:gd name="G15" fmla="+- G14 0 G9"/>
              <a:gd name="G16" fmla="+- G14 G9 0"/>
              <a:gd name="G17" fmla="+- G16 0 0"/>
              <a:gd name="G18" fmla="+- 229 0 0"/>
              <a:gd name="G19" fmla="+- 229 0 0"/>
              <a:gd name="G20" fmla="+- 180 0 0"/>
              <a:gd name="G21" fmla="+- 90 0 0"/>
              <a:gd name="G22" fmla="+- 270 0 0"/>
              <a:gd name="G23" fmla="+- 90 0 0"/>
              <a:gd name="G24" fmla="+- 0 0 0"/>
              <a:gd name="G25" fmla="+- 90 0 0"/>
              <a:gd name="G26" fmla="+- 90 0 0"/>
              <a:gd name="G27" fmla="+- 90 0 0"/>
            </a:gdLst>
            <a:ahLst/>
            <a:cxnLst>
              <a:cxn ang="0">
                <a:pos x="r" y="vc"/>
              </a:cxn>
              <a:cxn ang="5400000">
                <a:pos x="hc" y="b"/>
              </a:cxn>
              <a:cxn ang="10800000">
                <a:pos x="l" y="vc"/>
              </a:cxn>
              <a:cxn ang="16200000">
                <a:pos x="hc" y="t"/>
              </a:cxn>
            </a:cxnLst>
            <a:rect l="0" t="0" r="0" b="0"/>
            <a:pathLst>
              <a:path>
                <a:moveTo>
                  <a:pt x="0" y="115"/>
                </a:moveTo>
                <a:lnTo>
                  <a:pt x="115" y="115"/>
                </a:lnTo>
                <a:lnTo>
                  <a:pt x="180" y="90"/>
                </a:lnTo>
                <a:lnTo>
                  <a:pt x="115" y="115"/>
                </a:lnTo>
                <a:lnTo>
                  <a:pt x="270" y="90"/>
                </a:lnTo>
                <a:close/>
              </a:path>
            </a:pathLst>
          </a:custGeom>
          <a:solidFill>
            <a:srgbClr val="5C7A3A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de-DE"/>
          </a:p>
        </p:txBody>
      </p:sp>
      <p:sp>
        <p:nvSpPr>
          <p:cNvPr id="3604" name="Line 532">
            <a:extLst>
              <a:ext uri="{FF2B5EF4-FFF2-40B4-BE49-F238E27FC236}">
                <a16:creationId xmlns:a16="http://schemas.microsoft.com/office/drawing/2014/main" id="{D7326680-7E3E-C26D-77C8-E9B5F0BF95CC}"/>
              </a:ext>
            </a:extLst>
          </p:cNvPr>
          <p:cNvSpPr>
            <a:spLocks noChangeShapeType="1"/>
          </p:cNvSpPr>
          <p:nvPr/>
        </p:nvSpPr>
        <p:spPr bwMode="auto">
          <a:xfrm>
            <a:off x="2149475" y="8220075"/>
            <a:ext cx="1588" cy="73025"/>
          </a:xfrm>
          <a:prstGeom prst="line">
            <a:avLst/>
          </a:prstGeom>
          <a:noFill/>
          <a:ln w="11520" cap="flat">
            <a:solidFill>
              <a:srgbClr val="1F1D1B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de-DE"/>
          </a:p>
        </p:txBody>
      </p:sp>
      <p:sp>
        <p:nvSpPr>
          <p:cNvPr id="3605" name="Rectangle 533">
            <a:extLst>
              <a:ext uri="{FF2B5EF4-FFF2-40B4-BE49-F238E27FC236}">
                <a16:creationId xmlns:a16="http://schemas.microsoft.com/office/drawing/2014/main" id="{9DB587B9-B0BB-E057-C411-B722D00D12B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9763" y="8623300"/>
            <a:ext cx="1965325" cy="6397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/>
          <a:lstStyle>
            <a:lvl1pPr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1pPr>
            <a:lvl2pPr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2pPr>
            <a:lvl3pPr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3pPr>
            <a:lvl4pPr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4pPr>
            <a:lvl5pPr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5pPr>
            <a:lvl6pPr marL="25146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6pPr>
            <a:lvl7pPr marL="29718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7pPr>
            <a:lvl8pPr marL="34290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8pPr>
            <a:lvl9pPr marL="38862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9pPr>
          </a:lstStyle>
          <a:p>
            <a:pPr hangingPunct="1">
              <a:lnSpc>
                <a:spcPct val="100000"/>
              </a:lnSpc>
              <a:spcAft>
                <a:spcPts val="213"/>
              </a:spcAft>
            </a:pPr>
            <a:r>
              <a:rPr lang="en-US" altLang="de-DE" sz="900">
                <a:solidFill>
                  <a:srgbClr val="3A3733"/>
                </a:solidFill>
                <a:latin typeface="Georgia" panose="02040502050405020303" pitchFamily="18" charset="0"/>
              </a:rPr>
              <a:t>Likes, Kommentare, Zeitachsen der Zuneigung. Das Echo im digitalen Raum.</a:t>
            </a:r>
          </a:p>
        </p:txBody>
      </p:sp>
      <p:sp>
        <p:nvSpPr>
          <p:cNvPr id="3606" name="Line 534">
            <a:extLst>
              <a:ext uri="{FF2B5EF4-FFF2-40B4-BE49-F238E27FC236}">
                <a16:creationId xmlns:a16="http://schemas.microsoft.com/office/drawing/2014/main" id="{A4212794-DF8F-8D4F-A4CD-C4DF84CAE57D}"/>
              </a:ext>
            </a:extLst>
          </p:cNvPr>
          <p:cNvSpPr>
            <a:spLocks noChangeShapeType="1"/>
          </p:cNvSpPr>
          <p:nvPr/>
        </p:nvSpPr>
        <p:spPr bwMode="auto">
          <a:xfrm>
            <a:off x="2789238" y="6218238"/>
            <a:ext cx="1965325" cy="1587"/>
          </a:xfrm>
          <a:prstGeom prst="line">
            <a:avLst/>
          </a:prstGeom>
          <a:noFill/>
          <a:ln w="9360" cap="flat">
            <a:solidFill>
              <a:srgbClr val="1F1D1B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de-DE"/>
          </a:p>
        </p:txBody>
      </p:sp>
      <p:sp>
        <p:nvSpPr>
          <p:cNvPr id="3607" name="Rectangle 535">
            <a:extLst>
              <a:ext uri="{FF2B5EF4-FFF2-40B4-BE49-F238E27FC236}">
                <a16:creationId xmlns:a16="http://schemas.microsoft.com/office/drawing/2014/main" id="{BF0F60B5-9AB7-2056-B116-E9F3F999C39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43200" y="6291263"/>
            <a:ext cx="1143000" cy="822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/>
          <a:lstStyle>
            <a:lvl1pPr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1pPr>
            <a:lvl2pPr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2pPr>
            <a:lvl3pPr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3pPr>
            <a:lvl4pPr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4pPr>
            <a:lvl5pPr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5pPr>
            <a:lvl6pPr marL="25146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6pPr>
            <a:lvl7pPr marL="29718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7pPr>
            <a:lvl8pPr marL="34290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8pPr>
            <a:lvl9pPr marL="38862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9pPr>
          </a:lstStyle>
          <a:p>
            <a:pPr hangingPunct="1">
              <a:lnSpc>
                <a:spcPct val="100000"/>
              </a:lnSpc>
            </a:pPr>
            <a:r>
              <a:rPr lang="en-US" altLang="de-DE" sz="5400" b="1" i="1">
                <a:solidFill>
                  <a:srgbClr val="6E2639"/>
                </a:solidFill>
                <a:latin typeface="Playfair Display" panose="00000500000000000000" pitchFamily="2" charset="0"/>
                <a:cs typeface="Playfair Display" panose="00000500000000000000" pitchFamily="2" charset="0"/>
              </a:rPr>
              <a:t>05</a:t>
            </a:r>
          </a:p>
        </p:txBody>
      </p:sp>
      <p:sp>
        <p:nvSpPr>
          <p:cNvPr id="3608" name="Rectangle 536">
            <a:extLst>
              <a:ext uri="{FF2B5EF4-FFF2-40B4-BE49-F238E27FC236}">
                <a16:creationId xmlns:a16="http://schemas.microsoft.com/office/drawing/2014/main" id="{2D0549ED-6F2D-F958-5A8A-D965B093158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13175" y="6381750"/>
            <a:ext cx="941388" cy="1635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/>
          <a:lstStyle>
            <a:lvl1pPr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1pPr>
            <a:lvl2pPr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2pPr>
            <a:lvl3pPr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3pPr>
            <a:lvl4pPr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4pPr>
            <a:lvl5pPr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5pPr>
            <a:lvl6pPr marL="25146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6pPr>
            <a:lvl7pPr marL="29718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7pPr>
            <a:lvl8pPr marL="34290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8pPr>
            <a:lvl9pPr marL="38862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9pPr>
          </a:lstStyle>
          <a:p>
            <a:pPr hangingPunct="1">
              <a:lnSpc>
                <a:spcPct val="100000"/>
              </a:lnSpc>
            </a:pPr>
            <a:r>
              <a:rPr lang="en-US" altLang="de-DE" sz="700" b="1">
                <a:solidFill>
                  <a:srgbClr val="8A8377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DIE KNOTEN</a:t>
            </a:r>
          </a:p>
        </p:txBody>
      </p:sp>
      <p:sp>
        <p:nvSpPr>
          <p:cNvPr id="3609" name="Rectangle 537">
            <a:extLst>
              <a:ext uri="{FF2B5EF4-FFF2-40B4-BE49-F238E27FC236}">
                <a16:creationId xmlns:a16="http://schemas.microsoft.com/office/drawing/2014/main" id="{B8FD20DC-8B95-35D5-F385-1EC112BEC3E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76663" y="6546850"/>
            <a:ext cx="977900" cy="5032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/>
          <a:lstStyle>
            <a:lvl1pPr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1pPr>
            <a:lvl2pPr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2pPr>
            <a:lvl3pPr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3pPr>
            <a:lvl4pPr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4pPr>
            <a:lvl5pPr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5pPr>
            <a:lvl6pPr marL="25146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6pPr>
            <a:lvl7pPr marL="29718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7pPr>
            <a:lvl8pPr marL="34290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8pPr>
            <a:lvl9pPr marL="38862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9pPr>
          </a:lstStyle>
          <a:p>
            <a:pPr hangingPunct="1">
              <a:lnSpc>
                <a:spcPct val="100000"/>
              </a:lnSpc>
            </a:pPr>
            <a:r>
              <a:rPr lang="en-US" altLang="de-DE" sz="1200" b="1">
                <a:solidFill>
                  <a:srgbClr val="1F1D1B"/>
                </a:solidFill>
                <a:latin typeface="Playfair Display" panose="00000500000000000000" pitchFamily="2" charset="0"/>
                <a:cs typeface="Playfair Display" panose="00000500000000000000" pitchFamily="2" charset="0"/>
              </a:rPr>
              <a:t>Netzwerk</a:t>
            </a:r>
          </a:p>
        </p:txBody>
      </p:sp>
      <p:sp>
        <p:nvSpPr>
          <p:cNvPr id="3610" name="Rectangle 538">
            <a:extLst>
              <a:ext uri="{FF2B5EF4-FFF2-40B4-BE49-F238E27FC236}">
                <a16:creationId xmlns:a16="http://schemas.microsoft.com/office/drawing/2014/main" id="{55502FE9-AAF2-CA5E-34CC-F390DFF0073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63875" y="7132638"/>
            <a:ext cx="1417638" cy="1417637"/>
          </a:xfrm>
          <a:prstGeom prst="rect">
            <a:avLst/>
          </a:prstGeom>
          <a:solidFill>
            <a:srgbClr val="F3ECDD"/>
          </a:solidFill>
          <a:ln w="15840" cap="flat">
            <a:solidFill>
              <a:srgbClr val="1F1D1B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de-DE"/>
          </a:p>
        </p:txBody>
      </p:sp>
      <p:sp>
        <p:nvSpPr>
          <p:cNvPr id="3611" name="Line 539">
            <a:extLst>
              <a:ext uri="{FF2B5EF4-FFF2-40B4-BE49-F238E27FC236}">
                <a16:creationId xmlns:a16="http://schemas.microsoft.com/office/drawing/2014/main" id="{2F6FCDC3-831E-132C-0226-1A604FD02F01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771900" y="7202488"/>
            <a:ext cx="1588" cy="639762"/>
          </a:xfrm>
          <a:prstGeom prst="line">
            <a:avLst/>
          </a:prstGeom>
          <a:noFill/>
          <a:ln w="10080" cap="flat">
            <a:solidFill>
              <a:srgbClr val="1F1D1B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de-DE"/>
          </a:p>
        </p:txBody>
      </p:sp>
      <p:sp>
        <p:nvSpPr>
          <p:cNvPr id="3612" name="Line 540">
            <a:extLst>
              <a:ext uri="{FF2B5EF4-FFF2-40B4-BE49-F238E27FC236}">
                <a16:creationId xmlns:a16="http://schemas.microsoft.com/office/drawing/2014/main" id="{14C346BA-0AF5-DD25-8AA7-6BEDA9FA7CBD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771900" y="7629525"/>
            <a:ext cx="652463" cy="212725"/>
          </a:xfrm>
          <a:prstGeom prst="line">
            <a:avLst/>
          </a:prstGeom>
          <a:noFill/>
          <a:ln w="10080" cap="flat">
            <a:solidFill>
              <a:srgbClr val="1F1D1B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de-DE"/>
          </a:p>
        </p:txBody>
      </p:sp>
      <p:sp>
        <p:nvSpPr>
          <p:cNvPr id="3613" name="Line 541">
            <a:extLst>
              <a:ext uri="{FF2B5EF4-FFF2-40B4-BE49-F238E27FC236}">
                <a16:creationId xmlns:a16="http://schemas.microsoft.com/office/drawing/2014/main" id="{52E7502B-ABD3-14E0-4F96-AD8B15E358C1}"/>
              </a:ext>
            </a:extLst>
          </p:cNvPr>
          <p:cNvSpPr>
            <a:spLocks noChangeShapeType="1"/>
          </p:cNvSpPr>
          <p:nvPr/>
        </p:nvSpPr>
        <p:spPr bwMode="auto">
          <a:xfrm>
            <a:off x="3771900" y="7840663"/>
            <a:ext cx="376238" cy="517525"/>
          </a:xfrm>
          <a:prstGeom prst="line">
            <a:avLst/>
          </a:prstGeom>
          <a:noFill/>
          <a:ln w="10080" cap="flat">
            <a:solidFill>
              <a:srgbClr val="1F1D1B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de-DE"/>
          </a:p>
        </p:txBody>
      </p:sp>
      <p:sp>
        <p:nvSpPr>
          <p:cNvPr id="3614" name="Line 542">
            <a:extLst>
              <a:ext uri="{FF2B5EF4-FFF2-40B4-BE49-F238E27FC236}">
                <a16:creationId xmlns:a16="http://schemas.microsoft.com/office/drawing/2014/main" id="{3AD1E910-849C-5C2F-240F-920ABD475FAC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354388" y="7840663"/>
            <a:ext cx="419100" cy="577850"/>
          </a:xfrm>
          <a:prstGeom prst="line">
            <a:avLst/>
          </a:prstGeom>
          <a:noFill/>
          <a:ln w="10080" cap="flat">
            <a:solidFill>
              <a:srgbClr val="1F1D1B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de-DE"/>
          </a:p>
        </p:txBody>
      </p:sp>
      <p:sp>
        <p:nvSpPr>
          <p:cNvPr id="3615" name="Line 543">
            <a:extLst>
              <a:ext uri="{FF2B5EF4-FFF2-40B4-BE49-F238E27FC236}">
                <a16:creationId xmlns:a16="http://schemas.microsoft.com/office/drawing/2014/main" id="{5350FD03-5D08-7192-2CE8-D8595FA1B886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3148013" y="7639050"/>
            <a:ext cx="625475" cy="203200"/>
          </a:xfrm>
          <a:prstGeom prst="line">
            <a:avLst/>
          </a:prstGeom>
          <a:noFill/>
          <a:ln w="10080" cap="flat">
            <a:solidFill>
              <a:srgbClr val="1F1D1B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de-DE"/>
          </a:p>
        </p:txBody>
      </p:sp>
      <p:sp>
        <p:nvSpPr>
          <p:cNvPr id="3616" name="Line 544">
            <a:extLst>
              <a:ext uri="{FF2B5EF4-FFF2-40B4-BE49-F238E27FC236}">
                <a16:creationId xmlns:a16="http://schemas.microsoft.com/office/drawing/2014/main" id="{7854320A-6ACC-DA3D-281A-135D55260207}"/>
              </a:ext>
            </a:extLst>
          </p:cNvPr>
          <p:cNvSpPr>
            <a:spLocks noChangeShapeType="1"/>
          </p:cNvSpPr>
          <p:nvPr/>
        </p:nvSpPr>
        <p:spPr bwMode="auto">
          <a:xfrm>
            <a:off x="3771900" y="7840663"/>
            <a:ext cx="357188" cy="206375"/>
          </a:xfrm>
          <a:prstGeom prst="line">
            <a:avLst/>
          </a:prstGeom>
          <a:noFill/>
          <a:ln w="10080" cap="flat">
            <a:solidFill>
              <a:srgbClr val="1F1D1B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de-DE"/>
          </a:p>
        </p:txBody>
      </p:sp>
      <p:sp>
        <p:nvSpPr>
          <p:cNvPr id="3617" name="Line 545">
            <a:extLst>
              <a:ext uri="{FF2B5EF4-FFF2-40B4-BE49-F238E27FC236}">
                <a16:creationId xmlns:a16="http://schemas.microsoft.com/office/drawing/2014/main" id="{EF18E848-0788-D781-4676-0867D7926D45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3378200" y="7613650"/>
            <a:ext cx="395288" cy="228600"/>
          </a:xfrm>
          <a:prstGeom prst="line">
            <a:avLst/>
          </a:prstGeom>
          <a:noFill/>
          <a:ln w="10080" cap="flat">
            <a:solidFill>
              <a:srgbClr val="1F1D1B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de-DE"/>
          </a:p>
        </p:txBody>
      </p:sp>
      <p:sp>
        <p:nvSpPr>
          <p:cNvPr id="3618" name="Line 546">
            <a:extLst>
              <a:ext uri="{FF2B5EF4-FFF2-40B4-BE49-F238E27FC236}">
                <a16:creationId xmlns:a16="http://schemas.microsoft.com/office/drawing/2014/main" id="{CE349CC7-B940-A9BD-D533-34794702077E}"/>
              </a:ext>
            </a:extLst>
          </p:cNvPr>
          <p:cNvSpPr>
            <a:spLocks noChangeShapeType="1"/>
          </p:cNvSpPr>
          <p:nvPr/>
        </p:nvSpPr>
        <p:spPr bwMode="auto">
          <a:xfrm>
            <a:off x="3771900" y="7200900"/>
            <a:ext cx="652463" cy="428625"/>
          </a:xfrm>
          <a:prstGeom prst="line">
            <a:avLst/>
          </a:prstGeom>
          <a:noFill/>
          <a:ln w="6480" cap="flat">
            <a:solidFill>
              <a:srgbClr val="1F1D1B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de-DE"/>
          </a:p>
        </p:txBody>
      </p:sp>
      <p:sp>
        <p:nvSpPr>
          <p:cNvPr id="3619" name="Line 547">
            <a:extLst>
              <a:ext uri="{FF2B5EF4-FFF2-40B4-BE49-F238E27FC236}">
                <a16:creationId xmlns:a16="http://schemas.microsoft.com/office/drawing/2014/main" id="{97BD0622-7FFE-0FE6-9776-E7535CA34CDC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130675" y="7629525"/>
            <a:ext cx="295275" cy="417513"/>
          </a:xfrm>
          <a:prstGeom prst="line">
            <a:avLst/>
          </a:prstGeom>
          <a:noFill/>
          <a:ln w="6480" cap="flat">
            <a:solidFill>
              <a:srgbClr val="1F1D1B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de-DE"/>
          </a:p>
        </p:txBody>
      </p:sp>
      <p:sp>
        <p:nvSpPr>
          <p:cNvPr id="3620" name="Line 548">
            <a:extLst>
              <a:ext uri="{FF2B5EF4-FFF2-40B4-BE49-F238E27FC236}">
                <a16:creationId xmlns:a16="http://schemas.microsoft.com/office/drawing/2014/main" id="{521FE74A-28ED-5BE4-8809-377E99E395AB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354388" y="8358188"/>
            <a:ext cx="795337" cy="58737"/>
          </a:xfrm>
          <a:prstGeom prst="line">
            <a:avLst/>
          </a:prstGeom>
          <a:noFill/>
          <a:ln w="6480" cap="flat">
            <a:solidFill>
              <a:srgbClr val="1F1D1B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de-DE"/>
          </a:p>
        </p:txBody>
      </p:sp>
      <p:sp>
        <p:nvSpPr>
          <p:cNvPr id="3621" name="Line 549">
            <a:extLst>
              <a:ext uri="{FF2B5EF4-FFF2-40B4-BE49-F238E27FC236}">
                <a16:creationId xmlns:a16="http://schemas.microsoft.com/office/drawing/2014/main" id="{853825B7-4653-01B6-99DC-F23E53B76097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352800" y="7613650"/>
            <a:ext cx="23813" cy="806450"/>
          </a:xfrm>
          <a:prstGeom prst="line">
            <a:avLst/>
          </a:prstGeom>
          <a:noFill/>
          <a:ln w="6480" cap="flat">
            <a:solidFill>
              <a:srgbClr val="1F1D1B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de-DE"/>
          </a:p>
        </p:txBody>
      </p:sp>
      <p:sp>
        <p:nvSpPr>
          <p:cNvPr id="3622" name="Line 550">
            <a:extLst>
              <a:ext uri="{FF2B5EF4-FFF2-40B4-BE49-F238E27FC236}">
                <a16:creationId xmlns:a16="http://schemas.microsoft.com/office/drawing/2014/main" id="{47600578-20ED-FA51-56A3-183CC0327481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146425" y="7202488"/>
            <a:ext cx="625475" cy="436562"/>
          </a:xfrm>
          <a:prstGeom prst="line">
            <a:avLst/>
          </a:prstGeom>
          <a:noFill/>
          <a:ln w="6480" cap="flat">
            <a:solidFill>
              <a:srgbClr val="1F1D1B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de-DE"/>
          </a:p>
        </p:txBody>
      </p:sp>
      <p:sp>
        <p:nvSpPr>
          <p:cNvPr id="3623" name="AutoShape 551">
            <a:extLst>
              <a:ext uri="{FF2B5EF4-FFF2-40B4-BE49-F238E27FC236}">
                <a16:creationId xmlns:a16="http://schemas.microsoft.com/office/drawing/2014/main" id="{0C41B533-BE89-514F-036C-81FD636EFC1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08400" y="7137400"/>
            <a:ext cx="128588" cy="128588"/>
          </a:xfrm>
          <a:custGeom>
            <a:avLst/>
            <a:gdLst>
              <a:gd name="G0" fmla="*/ 356 1 2"/>
              <a:gd name="G1" fmla="*/ 1 48365 11520"/>
              <a:gd name="G2" fmla="*/ G1 32767 1"/>
              <a:gd name="G3" fmla="*/ G2 1 32767"/>
              <a:gd name="G4" fmla="cos G0 G3"/>
              <a:gd name="G5" fmla="*/ 356 1 2"/>
              <a:gd name="G6" fmla="*/ 1 48365 11520"/>
              <a:gd name="G7" fmla="*/ G6 32767 1"/>
              <a:gd name="G8" fmla="*/ G7 1 32767"/>
              <a:gd name="G9" fmla="sin G5 G8"/>
              <a:gd name="G10" fmla="*/ 356 1 2"/>
              <a:gd name="G11" fmla="+- G10 0 G4"/>
              <a:gd name="G12" fmla="+- G10 G4 0"/>
              <a:gd name="G13" fmla="+- G12 0 0"/>
              <a:gd name="G14" fmla="*/ 356 1 2"/>
              <a:gd name="G15" fmla="+- G14 0 G9"/>
              <a:gd name="G16" fmla="+- G14 G9 0"/>
              <a:gd name="G17" fmla="+- G16 0 0"/>
              <a:gd name="G18" fmla="+- 356 0 0"/>
              <a:gd name="G19" fmla="+- 356 0 0"/>
              <a:gd name="G20" fmla="+- 180 0 0"/>
              <a:gd name="G21" fmla="+- 90 0 0"/>
              <a:gd name="G22" fmla="+- 270 0 0"/>
              <a:gd name="G23" fmla="+- 90 0 0"/>
              <a:gd name="G24" fmla="+- 0 0 0"/>
              <a:gd name="G25" fmla="+- 90 0 0"/>
              <a:gd name="G26" fmla="+- 90 0 0"/>
              <a:gd name="G27" fmla="+- 90 0 0"/>
            </a:gdLst>
            <a:ahLst/>
            <a:cxnLst>
              <a:cxn ang="0">
                <a:pos x="r" y="vc"/>
              </a:cxn>
              <a:cxn ang="5400000">
                <a:pos x="hc" y="b"/>
              </a:cxn>
              <a:cxn ang="10800000">
                <a:pos x="l" y="vc"/>
              </a:cxn>
              <a:cxn ang="16200000">
                <a:pos x="hc" y="t"/>
              </a:cxn>
            </a:cxnLst>
            <a:rect l="0" t="0" r="0" b="0"/>
            <a:pathLst>
              <a:path>
                <a:moveTo>
                  <a:pt x="0" y="178"/>
                </a:moveTo>
                <a:lnTo>
                  <a:pt x="178" y="178"/>
                </a:lnTo>
                <a:lnTo>
                  <a:pt x="180" y="90"/>
                </a:lnTo>
                <a:lnTo>
                  <a:pt x="178" y="178"/>
                </a:lnTo>
                <a:lnTo>
                  <a:pt x="270" y="90"/>
                </a:lnTo>
                <a:close/>
              </a:path>
            </a:pathLst>
          </a:custGeom>
          <a:solidFill>
            <a:srgbClr val="F3ECDD"/>
          </a:solidFill>
          <a:ln w="12600" cap="flat">
            <a:solidFill>
              <a:srgbClr val="1F1D1B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de-DE"/>
          </a:p>
        </p:txBody>
      </p:sp>
      <p:sp>
        <p:nvSpPr>
          <p:cNvPr id="3624" name="AutoShape 552">
            <a:extLst>
              <a:ext uri="{FF2B5EF4-FFF2-40B4-BE49-F238E27FC236}">
                <a16:creationId xmlns:a16="http://schemas.microsoft.com/office/drawing/2014/main" id="{85E90AAD-E109-FF96-20BE-B4001103750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59275" y="7564438"/>
            <a:ext cx="128588" cy="128587"/>
          </a:xfrm>
          <a:custGeom>
            <a:avLst/>
            <a:gdLst>
              <a:gd name="G0" fmla="*/ 356 1 2"/>
              <a:gd name="G1" fmla="*/ 1 48365 11520"/>
              <a:gd name="G2" fmla="*/ G1 32767 1"/>
              <a:gd name="G3" fmla="*/ G2 1 32767"/>
              <a:gd name="G4" fmla="cos G0 G3"/>
              <a:gd name="G5" fmla="*/ 356 1 2"/>
              <a:gd name="G6" fmla="*/ 1 48365 11520"/>
              <a:gd name="G7" fmla="*/ G6 32767 1"/>
              <a:gd name="G8" fmla="*/ G7 1 32767"/>
              <a:gd name="G9" fmla="sin G5 G8"/>
              <a:gd name="G10" fmla="*/ 356 1 2"/>
              <a:gd name="G11" fmla="+- G10 0 G4"/>
              <a:gd name="G12" fmla="+- G10 G4 0"/>
              <a:gd name="G13" fmla="+- G12 0 0"/>
              <a:gd name="G14" fmla="*/ 356 1 2"/>
              <a:gd name="G15" fmla="+- G14 0 G9"/>
              <a:gd name="G16" fmla="+- G14 G9 0"/>
              <a:gd name="G17" fmla="+- G16 0 0"/>
              <a:gd name="G18" fmla="+- 356 0 0"/>
              <a:gd name="G19" fmla="+- 356 0 0"/>
              <a:gd name="G20" fmla="+- 180 0 0"/>
              <a:gd name="G21" fmla="+- 90 0 0"/>
              <a:gd name="G22" fmla="+- 270 0 0"/>
              <a:gd name="G23" fmla="+- 90 0 0"/>
              <a:gd name="G24" fmla="+- 0 0 0"/>
              <a:gd name="G25" fmla="+- 90 0 0"/>
              <a:gd name="G26" fmla="+- 90 0 0"/>
              <a:gd name="G27" fmla="+- 90 0 0"/>
            </a:gdLst>
            <a:ahLst/>
            <a:cxnLst>
              <a:cxn ang="0">
                <a:pos x="r" y="vc"/>
              </a:cxn>
              <a:cxn ang="5400000">
                <a:pos x="hc" y="b"/>
              </a:cxn>
              <a:cxn ang="10800000">
                <a:pos x="l" y="vc"/>
              </a:cxn>
              <a:cxn ang="16200000">
                <a:pos x="hc" y="t"/>
              </a:cxn>
            </a:cxnLst>
            <a:rect l="0" t="0" r="0" b="0"/>
            <a:pathLst>
              <a:path>
                <a:moveTo>
                  <a:pt x="0" y="178"/>
                </a:moveTo>
                <a:lnTo>
                  <a:pt x="178" y="178"/>
                </a:lnTo>
                <a:lnTo>
                  <a:pt x="180" y="90"/>
                </a:lnTo>
                <a:lnTo>
                  <a:pt x="178" y="178"/>
                </a:lnTo>
                <a:lnTo>
                  <a:pt x="270" y="90"/>
                </a:lnTo>
                <a:close/>
              </a:path>
            </a:pathLst>
          </a:custGeom>
          <a:solidFill>
            <a:srgbClr val="F3ECDD"/>
          </a:solidFill>
          <a:ln w="12600" cap="flat">
            <a:solidFill>
              <a:srgbClr val="1F1D1B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de-DE"/>
          </a:p>
        </p:txBody>
      </p:sp>
      <p:sp>
        <p:nvSpPr>
          <p:cNvPr id="3625" name="AutoShape 553">
            <a:extLst>
              <a:ext uri="{FF2B5EF4-FFF2-40B4-BE49-F238E27FC236}">
                <a16:creationId xmlns:a16="http://schemas.microsoft.com/office/drawing/2014/main" id="{5B5E86C0-72B4-6121-6679-0A47DC9DE1F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84638" y="8294688"/>
            <a:ext cx="128587" cy="128587"/>
          </a:xfrm>
          <a:custGeom>
            <a:avLst/>
            <a:gdLst>
              <a:gd name="G0" fmla="*/ 356 1 2"/>
              <a:gd name="G1" fmla="*/ 1 48365 11520"/>
              <a:gd name="G2" fmla="*/ G1 32767 1"/>
              <a:gd name="G3" fmla="*/ G2 1 32767"/>
              <a:gd name="G4" fmla="cos G0 G3"/>
              <a:gd name="G5" fmla="*/ 356 1 2"/>
              <a:gd name="G6" fmla="*/ 1 48365 11520"/>
              <a:gd name="G7" fmla="*/ G6 32767 1"/>
              <a:gd name="G8" fmla="*/ G7 1 32767"/>
              <a:gd name="G9" fmla="sin G5 G8"/>
              <a:gd name="G10" fmla="*/ 356 1 2"/>
              <a:gd name="G11" fmla="+- G10 0 G4"/>
              <a:gd name="G12" fmla="+- G10 G4 0"/>
              <a:gd name="G13" fmla="+- G12 0 0"/>
              <a:gd name="G14" fmla="*/ 356 1 2"/>
              <a:gd name="G15" fmla="+- G14 0 G9"/>
              <a:gd name="G16" fmla="+- G14 G9 0"/>
              <a:gd name="G17" fmla="+- G16 0 0"/>
              <a:gd name="G18" fmla="+- 356 0 0"/>
              <a:gd name="G19" fmla="+- 356 0 0"/>
              <a:gd name="G20" fmla="+- 180 0 0"/>
              <a:gd name="G21" fmla="+- 90 0 0"/>
              <a:gd name="G22" fmla="+- 270 0 0"/>
              <a:gd name="G23" fmla="+- 90 0 0"/>
              <a:gd name="G24" fmla="+- 0 0 0"/>
              <a:gd name="G25" fmla="+- 90 0 0"/>
              <a:gd name="G26" fmla="+- 90 0 0"/>
              <a:gd name="G27" fmla="+- 90 0 0"/>
            </a:gdLst>
            <a:ahLst/>
            <a:cxnLst>
              <a:cxn ang="0">
                <a:pos x="r" y="vc"/>
              </a:cxn>
              <a:cxn ang="5400000">
                <a:pos x="hc" y="b"/>
              </a:cxn>
              <a:cxn ang="10800000">
                <a:pos x="l" y="vc"/>
              </a:cxn>
              <a:cxn ang="16200000">
                <a:pos x="hc" y="t"/>
              </a:cxn>
            </a:cxnLst>
            <a:rect l="0" t="0" r="0" b="0"/>
            <a:pathLst>
              <a:path>
                <a:moveTo>
                  <a:pt x="0" y="178"/>
                </a:moveTo>
                <a:lnTo>
                  <a:pt x="178" y="178"/>
                </a:lnTo>
                <a:lnTo>
                  <a:pt x="180" y="90"/>
                </a:lnTo>
                <a:lnTo>
                  <a:pt x="178" y="178"/>
                </a:lnTo>
                <a:lnTo>
                  <a:pt x="270" y="90"/>
                </a:lnTo>
                <a:close/>
              </a:path>
            </a:pathLst>
          </a:custGeom>
          <a:solidFill>
            <a:srgbClr val="F3ECDD"/>
          </a:solidFill>
          <a:ln w="12600" cap="flat">
            <a:solidFill>
              <a:srgbClr val="1F1D1B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de-DE"/>
          </a:p>
        </p:txBody>
      </p:sp>
      <p:sp>
        <p:nvSpPr>
          <p:cNvPr id="3626" name="AutoShape 554">
            <a:extLst>
              <a:ext uri="{FF2B5EF4-FFF2-40B4-BE49-F238E27FC236}">
                <a16:creationId xmlns:a16="http://schemas.microsoft.com/office/drawing/2014/main" id="{761F38F8-46BE-4871-14EC-464F93DC900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89300" y="8353425"/>
            <a:ext cx="128588" cy="128588"/>
          </a:xfrm>
          <a:custGeom>
            <a:avLst/>
            <a:gdLst>
              <a:gd name="G0" fmla="*/ 356 1 2"/>
              <a:gd name="G1" fmla="*/ 1 48365 11520"/>
              <a:gd name="G2" fmla="*/ G1 32767 1"/>
              <a:gd name="G3" fmla="*/ G2 1 32767"/>
              <a:gd name="G4" fmla="cos G0 G3"/>
              <a:gd name="G5" fmla="*/ 356 1 2"/>
              <a:gd name="G6" fmla="*/ 1 48365 11520"/>
              <a:gd name="G7" fmla="*/ G6 32767 1"/>
              <a:gd name="G8" fmla="*/ G7 1 32767"/>
              <a:gd name="G9" fmla="sin G5 G8"/>
              <a:gd name="G10" fmla="*/ 356 1 2"/>
              <a:gd name="G11" fmla="+- G10 0 G4"/>
              <a:gd name="G12" fmla="+- G10 G4 0"/>
              <a:gd name="G13" fmla="+- G12 0 0"/>
              <a:gd name="G14" fmla="*/ 356 1 2"/>
              <a:gd name="G15" fmla="+- G14 0 G9"/>
              <a:gd name="G16" fmla="+- G14 G9 0"/>
              <a:gd name="G17" fmla="+- G16 0 0"/>
              <a:gd name="G18" fmla="+- 356 0 0"/>
              <a:gd name="G19" fmla="+- 356 0 0"/>
              <a:gd name="G20" fmla="+- 180 0 0"/>
              <a:gd name="G21" fmla="+- 90 0 0"/>
              <a:gd name="G22" fmla="+- 270 0 0"/>
              <a:gd name="G23" fmla="+- 90 0 0"/>
              <a:gd name="G24" fmla="+- 0 0 0"/>
              <a:gd name="G25" fmla="+- 90 0 0"/>
              <a:gd name="G26" fmla="+- 90 0 0"/>
              <a:gd name="G27" fmla="+- 90 0 0"/>
            </a:gdLst>
            <a:ahLst/>
            <a:cxnLst>
              <a:cxn ang="0">
                <a:pos x="r" y="vc"/>
              </a:cxn>
              <a:cxn ang="5400000">
                <a:pos x="hc" y="b"/>
              </a:cxn>
              <a:cxn ang="10800000">
                <a:pos x="l" y="vc"/>
              </a:cxn>
              <a:cxn ang="16200000">
                <a:pos x="hc" y="t"/>
              </a:cxn>
            </a:cxnLst>
            <a:rect l="0" t="0" r="0" b="0"/>
            <a:pathLst>
              <a:path>
                <a:moveTo>
                  <a:pt x="0" y="178"/>
                </a:moveTo>
                <a:lnTo>
                  <a:pt x="178" y="178"/>
                </a:lnTo>
                <a:lnTo>
                  <a:pt x="180" y="90"/>
                </a:lnTo>
                <a:lnTo>
                  <a:pt x="178" y="178"/>
                </a:lnTo>
                <a:lnTo>
                  <a:pt x="270" y="90"/>
                </a:lnTo>
                <a:close/>
              </a:path>
            </a:pathLst>
          </a:custGeom>
          <a:solidFill>
            <a:srgbClr val="F3ECDD"/>
          </a:solidFill>
          <a:ln w="12600" cap="flat">
            <a:solidFill>
              <a:srgbClr val="1F1D1B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de-DE"/>
          </a:p>
        </p:txBody>
      </p:sp>
      <p:sp>
        <p:nvSpPr>
          <p:cNvPr id="3627" name="AutoShape 555">
            <a:extLst>
              <a:ext uri="{FF2B5EF4-FFF2-40B4-BE49-F238E27FC236}">
                <a16:creationId xmlns:a16="http://schemas.microsoft.com/office/drawing/2014/main" id="{DBF3C525-137C-62E5-0583-ACE701FEDCC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81338" y="7573963"/>
            <a:ext cx="128587" cy="128587"/>
          </a:xfrm>
          <a:custGeom>
            <a:avLst/>
            <a:gdLst>
              <a:gd name="G0" fmla="*/ 356 1 2"/>
              <a:gd name="G1" fmla="*/ 1 48365 11520"/>
              <a:gd name="G2" fmla="*/ G1 32767 1"/>
              <a:gd name="G3" fmla="*/ G2 1 32767"/>
              <a:gd name="G4" fmla="cos G0 G3"/>
              <a:gd name="G5" fmla="*/ 356 1 2"/>
              <a:gd name="G6" fmla="*/ 1 48365 11520"/>
              <a:gd name="G7" fmla="*/ G6 32767 1"/>
              <a:gd name="G8" fmla="*/ G7 1 32767"/>
              <a:gd name="G9" fmla="sin G5 G8"/>
              <a:gd name="G10" fmla="*/ 356 1 2"/>
              <a:gd name="G11" fmla="+- G10 0 G4"/>
              <a:gd name="G12" fmla="+- G10 G4 0"/>
              <a:gd name="G13" fmla="+- G12 0 0"/>
              <a:gd name="G14" fmla="*/ 356 1 2"/>
              <a:gd name="G15" fmla="+- G14 0 G9"/>
              <a:gd name="G16" fmla="+- G14 G9 0"/>
              <a:gd name="G17" fmla="+- G16 0 0"/>
              <a:gd name="G18" fmla="+- 356 0 0"/>
              <a:gd name="G19" fmla="+- 356 0 0"/>
              <a:gd name="G20" fmla="+- 180 0 0"/>
              <a:gd name="G21" fmla="+- 90 0 0"/>
              <a:gd name="G22" fmla="+- 270 0 0"/>
              <a:gd name="G23" fmla="+- 90 0 0"/>
              <a:gd name="G24" fmla="+- 0 0 0"/>
              <a:gd name="G25" fmla="+- 90 0 0"/>
              <a:gd name="G26" fmla="+- 90 0 0"/>
              <a:gd name="G27" fmla="+- 90 0 0"/>
            </a:gdLst>
            <a:ahLst/>
            <a:cxnLst>
              <a:cxn ang="0">
                <a:pos x="r" y="vc"/>
              </a:cxn>
              <a:cxn ang="5400000">
                <a:pos x="hc" y="b"/>
              </a:cxn>
              <a:cxn ang="10800000">
                <a:pos x="l" y="vc"/>
              </a:cxn>
              <a:cxn ang="16200000">
                <a:pos x="hc" y="t"/>
              </a:cxn>
            </a:cxnLst>
            <a:rect l="0" t="0" r="0" b="0"/>
            <a:pathLst>
              <a:path>
                <a:moveTo>
                  <a:pt x="0" y="178"/>
                </a:moveTo>
                <a:lnTo>
                  <a:pt x="178" y="178"/>
                </a:lnTo>
                <a:lnTo>
                  <a:pt x="180" y="90"/>
                </a:lnTo>
                <a:lnTo>
                  <a:pt x="178" y="178"/>
                </a:lnTo>
                <a:lnTo>
                  <a:pt x="270" y="90"/>
                </a:lnTo>
                <a:close/>
              </a:path>
            </a:pathLst>
          </a:custGeom>
          <a:solidFill>
            <a:srgbClr val="F3ECDD"/>
          </a:solidFill>
          <a:ln w="12600" cap="flat">
            <a:solidFill>
              <a:srgbClr val="1F1D1B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de-DE"/>
          </a:p>
        </p:txBody>
      </p:sp>
      <p:sp>
        <p:nvSpPr>
          <p:cNvPr id="3628" name="AutoShape 556">
            <a:extLst>
              <a:ext uri="{FF2B5EF4-FFF2-40B4-BE49-F238E27FC236}">
                <a16:creationId xmlns:a16="http://schemas.microsoft.com/office/drawing/2014/main" id="{254D71CA-C3D8-EAA2-BE9A-26E2BAC76E4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64000" y="7981950"/>
            <a:ext cx="128588" cy="128588"/>
          </a:xfrm>
          <a:custGeom>
            <a:avLst/>
            <a:gdLst>
              <a:gd name="G0" fmla="*/ 356 1 2"/>
              <a:gd name="G1" fmla="*/ 1 48365 11520"/>
              <a:gd name="G2" fmla="*/ G1 32767 1"/>
              <a:gd name="G3" fmla="*/ G2 1 32767"/>
              <a:gd name="G4" fmla="cos G0 G3"/>
              <a:gd name="G5" fmla="*/ 356 1 2"/>
              <a:gd name="G6" fmla="*/ 1 48365 11520"/>
              <a:gd name="G7" fmla="*/ G6 32767 1"/>
              <a:gd name="G8" fmla="*/ G7 1 32767"/>
              <a:gd name="G9" fmla="sin G5 G8"/>
              <a:gd name="G10" fmla="*/ 356 1 2"/>
              <a:gd name="G11" fmla="+- G10 0 G4"/>
              <a:gd name="G12" fmla="+- G10 G4 0"/>
              <a:gd name="G13" fmla="+- G12 0 0"/>
              <a:gd name="G14" fmla="*/ 356 1 2"/>
              <a:gd name="G15" fmla="+- G14 0 G9"/>
              <a:gd name="G16" fmla="+- G14 G9 0"/>
              <a:gd name="G17" fmla="+- G16 0 0"/>
              <a:gd name="G18" fmla="+- 356 0 0"/>
              <a:gd name="G19" fmla="+- 356 0 0"/>
              <a:gd name="G20" fmla="+- 180 0 0"/>
              <a:gd name="G21" fmla="+- 90 0 0"/>
              <a:gd name="G22" fmla="+- 270 0 0"/>
              <a:gd name="G23" fmla="+- 90 0 0"/>
              <a:gd name="G24" fmla="+- 0 0 0"/>
              <a:gd name="G25" fmla="+- 90 0 0"/>
              <a:gd name="G26" fmla="+- 90 0 0"/>
              <a:gd name="G27" fmla="+- 90 0 0"/>
            </a:gdLst>
            <a:ahLst/>
            <a:cxnLst>
              <a:cxn ang="0">
                <a:pos x="r" y="vc"/>
              </a:cxn>
              <a:cxn ang="5400000">
                <a:pos x="hc" y="b"/>
              </a:cxn>
              <a:cxn ang="10800000">
                <a:pos x="l" y="vc"/>
              </a:cxn>
              <a:cxn ang="16200000">
                <a:pos x="hc" y="t"/>
              </a:cxn>
            </a:cxnLst>
            <a:rect l="0" t="0" r="0" b="0"/>
            <a:pathLst>
              <a:path>
                <a:moveTo>
                  <a:pt x="0" y="178"/>
                </a:moveTo>
                <a:lnTo>
                  <a:pt x="178" y="178"/>
                </a:lnTo>
                <a:lnTo>
                  <a:pt x="180" y="90"/>
                </a:lnTo>
                <a:lnTo>
                  <a:pt x="178" y="178"/>
                </a:lnTo>
                <a:lnTo>
                  <a:pt x="270" y="90"/>
                </a:lnTo>
                <a:close/>
              </a:path>
            </a:pathLst>
          </a:custGeom>
          <a:solidFill>
            <a:srgbClr val="F3ECDD"/>
          </a:solidFill>
          <a:ln w="12600" cap="flat">
            <a:solidFill>
              <a:srgbClr val="1F1D1B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de-DE"/>
          </a:p>
        </p:txBody>
      </p:sp>
      <p:sp>
        <p:nvSpPr>
          <p:cNvPr id="3629" name="AutoShape 557">
            <a:extLst>
              <a:ext uri="{FF2B5EF4-FFF2-40B4-BE49-F238E27FC236}">
                <a16:creationId xmlns:a16="http://schemas.microsoft.com/office/drawing/2014/main" id="{6AA2192B-2B92-C9EF-1161-BA6C1897564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11525" y="7548563"/>
            <a:ext cx="128588" cy="128587"/>
          </a:xfrm>
          <a:custGeom>
            <a:avLst/>
            <a:gdLst>
              <a:gd name="G0" fmla="*/ 356 1 2"/>
              <a:gd name="G1" fmla="*/ 1 48365 11520"/>
              <a:gd name="G2" fmla="*/ G1 32767 1"/>
              <a:gd name="G3" fmla="*/ G2 1 32767"/>
              <a:gd name="G4" fmla="cos G0 G3"/>
              <a:gd name="G5" fmla="*/ 356 1 2"/>
              <a:gd name="G6" fmla="*/ 1 48365 11520"/>
              <a:gd name="G7" fmla="*/ G6 32767 1"/>
              <a:gd name="G8" fmla="*/ G7 1 32767"/>
              <a:gd name="G9" fmla="sin G5 G8"/>
              <a:gd name="G10" fmla="*/ 356 1 2"/>
              <a:gd name="G11" fmla="+- G10 0 G4"/>
              <a:gd name="G12" fmla="+- G10 G4 0"/>
              <a:gd name="G13" fmla="+- G12 0 0"/>
              <a:gd name="G14" fmla="*/ 356 1 2"/>
              <a:gd name="G15" fmla="+- G14 0 G9"/>
              <a:gd name="G16" fmla="+- G14 G9 0"/>
              <a:gd name="G17" fmla="+- G16 0 0"/>
              <a:gd name="G18" fmla="+- 356 0 0"/>
              <a:gd name="G19" fmla="+- 356 0 0"/>
              <a:gd name="G20" fmla="+- 180 0 0"/>
              <a:gd name="G21" fmla="+- 90 0 0"/>
              <a:gd name="G22" fmla="+- 270 0 0"/>
              <a:gd name="G23" fmla="+- 90 0 0"/>
              <a:gd name="G24" fmla="+- 0 0 0"/>
              <a:gd name="G25" fmla="+- 90 0 0"/>
              <a:gd name="G26" fmla="+- 90 0 0"/>
              <a:gd name="G27" fmla="+- 90 0 0"/>
            </a:gdLst>
            <a:ahLst/>
            <a:cxnLst>
              <a:cxn ang="0">
                <a:pos x="r" y="vc"/>
              </a:cxn>
              <a:cxn ang="5400000">
                <a:pos x="hc" y="b"/>
              </a:cxn>
              <a:cxn ang="10800000">
                <a:pos x="l" y="vc"/>
              </a:cxn>
              <a:cxn ang="16200000">
                <a:pos x="hc" y="t"/>
              </a:cxn>
            </a:cxnLst>
            <a:rect l="0" t="0" r="0" b="0"/>
            <a:pathLst>
              <a:path>
                <a:moveTo>
                  <a:pt x="0" y="178"/>
                </a:moveTo>
                <a:lnTo>
                  <a:pt x="178" y="178"/>
                </a:lnTo>
                <a:lnTo>
                  <a:pt x="180" y="90"/>
                </a:lnTo>
                <a:lnTo>
                  <a:pt x="178" y="178"/>
                </a:lnTo>
                <a:lnTo>
                  <a:pt x="270" y="90"/>
                </a:lnTo>
                <a:close/>
              </a:path>
            </a:pathLst>
          </a:custGeom>
          <a:solidFill>
            <a:srgbClr val="F3ECDD"/>
          </a:solidFill>
          <a:ln w="12600" cap="flat">
            <a:solidFill>
              <a:srgbClr val="1F1D1B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de-DE"/>
          </a:p>
        </p:txBody>
      </p:sp>
      <p:sp>
        <p:nvSpPr>
          <p:cNvPr id="3630" name="AutoShape 558">
            <a:extLst>
              <a:ext uri="{FF2B5EF4-FFF2-40B4-BE49-F238E27FC236}">
                <a16:creationId xmlns:a16="http://schemas.microsoft.com/office/drawing/2014/main" id="{474653F4-EB2C-8A54-AFC1-4940CF325B0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43313" y="7713663"/>
            <a:ext cx="255587" cy="255587"/>
          </a:xfrm>
          <a:custGeom>
            <a:avLst/>
            <a:gdLst>
              <a:gd name="G0" fmla="*/ 711 1 2"/>
              <a:gd name="G1" fmla="*/ 1 48365 11520"/>
              <a:gd name="G2" fmla="*/ G1 32767 1"/>
              <a:gd name="G3" fmla="*/ G2 1 32767"/>
              <a:gd name="G4" fmla="cos G0 G3"/>
              <a:gd name="G5" fmla="*/ 711 1 2"/>
              <a:gd name="G6" fmla="*/ 1 48365 11520"/>
              <a:gd name="G7" fmla="*/ G6 32767 1"/>
              <a:gd name="G8" fmla="*/ G7 1 32767"/>
              <a:gd name="G9" fmla="sin G5 G8"/>
              <a:gd name="G10" fmla="*/ 711 1 2"/>
              <a:gd name="G11" fmla="+- G10 0 G4"/>
              <a:gd name="G12" fmla="+- G10 G4 0"/>
              <a:gd name="G13" fmla="+- G12 0 0"/>
              <a:gd name="G14" fmla="*/ 711 1 2"/>
              <a:gd name="G15" fmla="+- G14 0 G9"/>
              <a:gd name="G16" fmla="+- G14 G9 0"/>
              <a:gd name="G17" fmla="+- G16 0 0"/>
              <a:gd name="G18" fmla="+- 711 0 0"/>
              <a:gd name="G19" fmla="+- 711 0 0"/>
              <a:gd name="G20" fmla="+- 180 0 0"/>
              <a:gd name="G21" fmla="+- 90 0 0"/>
              <a:gd name="G22" fmla="+- 270 0 0"/>
              <a:gd name="G23" fmla="+- 90 0 0"/>
              <a:gd name="G24" fmla="+- 0 0 0"/>
              <a:gd name="G25" fmla="+- 90 0 0"/>
              <a:gd name="G26" fmla="+- 90 0 0"/>
              <a:gd name="G27" fmla="+- 90 0 0"/>
            </a:gdLst>
            <a:ahLst/>
            <a:cxnLst>
              <a:cxn ang="0">
                <a:pos x="r" y="vc"/>
              </a:cxn>
              <a:cxn ang="5400000">
                <a:pos x="hc" y="b"/>
              </a:cxn>
              <a:cxn ang="10800000">
                <a:pos x="l" y="vc"/>
              </a:cxn>
              <a:cxn ang="16200000">
                <a:pos x="hc" y="t"/>
              </a:cxn>
            </a:cxnLst>
            <a:rect l="0" t="0" r="0" b="0"/>
            <a:pathLst>
              <a:path>
                <a:moveTo>
                  <a:pt x="0" y="356"/>
                </a:moveTo>
                <a:lnTo>
                  <a:pt x="356" y="356"/>
                </a:lnTo>
                <a:lnTo>
                  <a:pt x="180" y="90"/>
                </a:lnTo>
                <a:lnTo>
                  <a:pt x="356" y="356"/>
                </a:lnTo>
                <a:lnTo>
                  <a:pt x="270" y="90"/>
                </a:lnTo>
                <a:close/>
              </a:path>
            </a:pathLst>
          </a:custGeom>
          <a:solidFill>
            <a:srgbClr val="6E2639"/>
          </a:solidFill>
          <a:ln w="15120" cap="flat">
            <a:solidFill>
              <a:srgbClr val="1F1D1B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de-DE"/>
          </a:p>
        </p:txBody>
      </p:sp>
      <p:sp>
        <p:nvSpPr>
          <p:cNvPr id="3631" name="Rectangle 559">
            <a:extLst>
              <a:ext uri="{FF2B5EF4-FFF2-40B4-BE49-F238E27FC236}">
                <a16:creationId xmlns:a16="http://schemas.microsoft.com/office/drawing/2014/main" id="{6AAB4DD8-993F-BF1C-E99E-F51EBBA07E6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43300" y="7758113"/>
            <a:ext cx="457200" cy="1635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 anchor="ctr"/>
          <a:lstStyle>
            <a:lvl1pPr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1pPr>
            <a:lvl2pPr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2pPr>
            <a:lvl3pPr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3pPr>
            <a:lvl4pPr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4pPr>
            <a:lvl5pPr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5pPr>
            <a:lvl6pPr marL="25146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6pPr>
            <a:lvl7pPr marL="29718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7pPr>
            <a:lvl8pPr marL="34290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8pPr>
            <a:lvl9pPr marL="38862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9pPr>
          </a:lstStyle>
          <a:p>
            <a:pPr algn="ctr" hangingPunct="1">
              <a:lnSpc>
                <a:spcPct val="100000"/>
              </a:lnSpc>
            </a:pPr>
            <a:r>
              <a:rPr lang="en-US" altLang="de-DE" sz="700" b="1">
                <a:solidFill>
                  <a:srgbClr val="F3ECDD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ICH</a:t>
            </a:r>
          </a:p>
        </p:txBody>
      </p:sp>
      <p:sp>
        <p:nvSpPr>
          <p:cNvPr id="3632" name="Rectangle 560">
            <a:extLst>
              <a:ext uri="{FF2B5EF4-FFF2-40B4-BE49-F238E27FC236}">
                <a16:creationId xmlns:a16="http://schemas.microsoft.com/office/drawing/2014/main" id="{E299106D-139D-DD3E-B2F4-C95B0DE64BD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89238" y="8623300"/>
            <a:ext cx="1965325" cy="6397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/>
          <a:lstStyle>
            <a:lvl1pPr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1pPr>
            <a:lvl2pPr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2pPr>
            <a:lvl3pPr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3pPr>
            <a:lvl4pPr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4pPr>
            <a:lvl5pPr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5pPr>
            <a:lvl6pPr marL="25146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6pPr>
            <a:lvl7pPr marL="29718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7pPr>
            <a:lvl8pPr marL="34290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8pPr>
            <a:lvl9pPr marL="38862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9pPr>
          </a:lstStyle>
          <a:p>
            <a:pPr hangingPunct="1">
              <a:lnSpc>
                <a:spcPct val="100000"/>
              </a:lnSpc>
              <a:spcAft>
                <a:spcPts val="213"/>
              </a:spcAft>
            </a:pPr>
            <a:r>
              <a:rPr lang="en-US" altLang="de-DE" sz="900">
                <a:solidFill>
                  <a:srgbClr val="3A3733"/>
                </a:solidFill>
                <a:latin typeface="Georgia" panose="02040502050405020303" pitchFamily="18" charset="0"/>
              </a:rPr>
              <a:t>Ein Ich im Zentrum, Verbindungen am Rand. Das Selbst als Graph.</a:t>
            </a:r>
          </a:p>
        </p:txBody>
      </p:sp>
      <p:sp>
        <p:nvSpPr>
          <p:cNvPr id="3633" name="Line 561">
            <a:extLst>
              <a:ext uri="{FF2B5EF4-FFF2-40B4-BE49-F238E27FC236}">
                <a16:creationId xmlns:a16="http://schemas.microsoft.com/office/drawing/2014/main" id="{FF9263B7-7507-ED99-1EE6-8B4E5489ECAB}"/>
              </a:ext>
            </a:extLst>
          </p:cNvPr>
          <p:cNvSpPr>
            <a:spLocks noChangeShapeType="1"/>
          </p:cNvSpPr>
          <p:nvPr/>
        </p:nvSpPr>
        <p:spPr bwMode="auto">
          <a:xfrm>
            <a:off x="4937125" y="6218238"/>
            <a:ext cx="1965325" cy="1587"/>
          </a:xfrm>
          <a:prstGeom prst="line">
            <a:avLst/>
          </a:prstGeom>
          <a:noFill/>
          <a:ln w="9360" cap="flat">
            <a:solidFill>
              <a:srgbClr val="1F1D1B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de-DE"/>
          </a:p>
        </p:txBody>
      </p:sp>
      <p:sp>
        <p:nvSpPr>
          <p:cNvPr id="3634" name="Rectangle 562">
            <a:extLst>
              <a:ext uri="{FF2B5EF4-FFF2-40B4-BE49-F238E27FC236}">
                <a16:creationId xmlns:a16="http://schemas.microsoft.com/office/drawing/2014/main" id="{2EC54EB1-2F33-FFD7-111E-E74C3A2CE43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37125" y="6400800"/>
            <a:ext cx="1965325" cy="182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 anchor="ctr"/>
          <a:lstStyle>
            <a:lvl1pPr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1pPr>
            <a:lvl2pPr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2pPr>
            <a:lvl3pPr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3pPr>
            <a:lvl4pPr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4pPr>
            <a:lvl5pPr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5pPr>
            <a:lvl6pPr marL="25146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6pPr>
            <a:lvl7pPr marL="29718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7pPr>
            <a:lvl8pPr marL="34290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8pPr>
            <a:lvl9pPr marL="38862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9pPr>
          </a:lstStyle>
          <a:p>
            <a:pPr hangingPunct="1">
              <a:lnSpc>
                <a:spcPct val="100000"/>
              </a:lnSpc>
            </a:pPr>
            <a:r>
              <a:rPr lang="en-US" altLang="de-DE" sz="800" b="1">
                <a:solidFill>
                  <a:srgbClr val="8A8377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NOTIZ DER REDAKTION</a:t>
            </a:r>
          </a:p>
        </p:txBody>
      </p:sp>
      <p:sp>
        <p:nvSpPr>
          <p:cNvPr id="3635" name="Rectangle 563">
            <a:extLst>
              <a:ext uri="{FF2B5EF4-FFF2-40B4-BE49-F238E27FC236}">
                <a16:creationId xmlns:a16="http://schemas.microsoft.com/office/drawing/2014/main" id="{DA964E0D-D77A-3D1D-960E-4D9F8C48DA9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37125" y="6656388"/>
            <a:ext cx="1965325" cy="14620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/>
          <a:lstStyle>
            <a:lvl1pPr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1pPr>
            <a:lvl2pPr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2pPr>
            <a:lvl3pPr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3pPr>
            <a:lvl4pPr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4pPr>
            <a:lvl5pPr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5pPr>
            <a:lvl6pPr marL="25146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6pPr>
            <a:lvl7pPr marL="29718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7pPr>
            <a:lvl8pPr marL="34290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8pPr>
            <a:lvl9pPr marL="38862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9pPr>
          </a:lstStyle>
          <a:p>
            <a:pPr hangingPunct="1">
              <a:lnSpc>
                <a:spcPct val="100000"/>
              </a:lnSpc>
            </a:pPr>
            <a:r>
              <a:rPr lang="en-US" altLang="de-DE" sz="1500">
                <a:solidFill>
                  <a:srgbClr val="1F1D1B"/>
                </a:solidFill>
                <a:latin typeface="Playfair Display" panose="00000500000000000000" pitchFamily="2" charset="0"/>
                <a:cs typeface="Playfair Display" panose="00000500000000000000" pitchFamily="2" charset="0"/>
              </a:rPr>
              <a:t>„Identität ist kein </a:t>
            </a:r>
            <a:r>
              <a:rPr lang="en-US" altLang="de-DE" sz="1500" i="1">
                <a:solidFill>
                  <a:srgbClr val="D94F2E"/>
                </a:solidFill>
                <a:latin typeface="Playfair Display" panose="00000500000000000000" pitchFamily="2" charset="0"/>
                <a:cs typeface="Playfair Display" panose="00000500000000000000" pitchFamily="2" charset="0"/>
              </a:rPr>
              <a:t>Profil</a:t>
            </a:r>
            <a:r>
              <a:rPr lang="en-US" altLang="de-DE" sz="1500">
                <a:solidFill>
                  <a:srgbClr val="1F1D1B"/>
                </a:solidFill>
                <a:latin typeface="Playfair Display" panose="00000500000000000000" pitchFamily="2" charset="0"/>
                <a:cs typeface="Playfair Display" panose="00000500000000000000" pitchFamily="2" charset="0"/>
              </a:rPr>
              <a:t>, sondern ein </a:t>
            </a:r>
            <a:r>
              <a:rPr lang="en-US" altLang="de-DE" sz="1500" i="1">
                <a:solidFill>
                  <a:srgbClr val="D4A017"/>
                </a:solidFill>
                <a:latin typeface="Playfair Display" panose="00000500000000000000" pitchFamily="2" charset="0"/>
                <a:cs typeface="Playfair Display" panose="00000500000000000000" pitchFamily="2" charset="0"/>
              </a:rPr>
              <a:t>Muster</a:t>
            </a:r>
            <a:r>
              <a:rPr lang="en-US" altLang="de-DE" sz="1500">
                <a:solidFill>
                  <a:srgbClr val="1F1D1B"/>
                </a:solidFill>
                <a:latin typeface="Playfair Display" panose="00000500000000000000" pitchFamily="2" charset="0"/>
                <a:cs typeface="Playfair Display" panose="00000500000000000000" pitchFamily="2" charset="0"/>
              </a:rPr>
              <a:t> aus Gesten.“</a:t>
            </a:r>
          </a:p>
        </p:txBody>
      </p:sp>
      <p:sp>
        <p:nvSpPr>
          <p:cNvPr id="3636" name="Rectangle 564">
            <a:extLst>
              <a:ext uri="{FF2B5EF4-FFF2-40B4-BE49-F238E27FC236}">
                <a16:creationId xmlns:a16="http://schemas.microsoft.com/office/drawing/2014/main" id="{88669773-C3EA-7C89-D0C1-0DBB2B018D6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37125" y="8137525"/>
            <a:ext cx="1965325" cy="182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 anchor="ctr"/>
          <a:lstStyle>
            <a:lvl1pPr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1pPr>
            <a:lvl2pPr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2pPr>
            <a:lvl3pPr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3pPr>
            <a:lvl4pPr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4pPr>
            <a:lvl5pPr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5pPr>
            <a:lvl6pPr marL="25146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6pPr>
            <a:lvl7pPr marL="29718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7pPr>
            <a:lvl8pPr marL="34290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8pPr>
            <a:lvl9pPr marL="38862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9pPr>
          </a:lstStyle>
          <a:p>
            <a:pPr hangingPunct="1">
              <a:lnSpc>
                <a:spcPct val="100000"/>
              </a:lnSpc>
            </a:pPr>
            <a:r>
              <a:rPr lang="en-US" altLang="de-DE" sz="800" b="1">
                <a:solidFill>
                  <a:srgbClr val="8A8377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— AUS DEM VORWORT</a:t>
            </a:r>
          </a:p>
        </p:txBody>
      </p:sp>
      <p:sp>
        <p:nvSpPr>
          <p:cNvPr id="3637" name="Rectangle 565">
            <a:extLst>
              <a:ext uri="{FF2B5EF4-FFF2-40B4-BE49-F238E27FC236}">
                <a16:creationId xmlns:a16="http://schemas.microsoft.com/office/drawing/2014/main" id="{B6188963-08D0-B4EE-C174-524F6203BD4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37125" y="8458200"/>
            <a:ext cx="1965325" cy="274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 anchor="ctr"/>
          <a:lstStyle>
            <a:lvl1pPr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1pPr>
            <a:lvl2pPr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2pPr>
            <a:lvl3pPr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3pPr>
            <a:lvl4pPr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4pPr>
            <a:lvl5pPr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5pPr>
            <a:lvl6pPr marL="25146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6pPr>
            <a:lvl7pPr marL="29718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7pPr>
            <a:lvl8pPr marL="34290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8pPr>
            <a:lvl9pPr marL="38862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9pPr>
          </a:lstStyle>
          <a:p>
            <a:pPr hangingPunct="1">
              <a:lnSpc>
                <a:spcPct val="100000"/>
              </a:lnSpc>
            </a:pPr>
            <a:r>
              <a:rPr lang="en-US" altLang="de-DE" sz="1400">
                <a:solidFill>
                  <a:srgbClr val="3A3733"/>
                </a:solidFill>
                <a:latin typeface="Georgia" panose="02040502050405020303" pitchFamily="18" charset="0"/>
              </a:rPr>
              <a:t>*    *    *</a:t>
            </a:r>
          </a:p>
        </p:txBody>
      </p:sp>
      <p:sp>
        <p:nvSpPr>
          <p:cNvPr id="3638" name="Rectangle 566">
            <a:extLst>
              <a:ext uri="{FF2B5EF4-FFF2-40B4-BE49-F238E27FC236}">
                <a16:creationId xmlns:a16="http://schemas.microsoft.com/office/drawing/2014/main" id="{907828FB-306A-1B02-7A79-DD474E597A6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0675" y="9007475"/>
            <a:ext cx="6904038" cy="712788"/>
          </a:xfrm>
          <a:prstGeom prst="rect">
            <a:avLst/>
          </a:prstGeom>
          <a:solidFill>
            <a:srgbClr val="1F1D1B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de-DE"/>
          </a:p>
        </p:txBody>
      </p:sp>
      <p:sp>
        <p:nvSpPr>
          <p:cNvPr id="3639" name="Rectangle 567">
            <a:extLst>
              <a:ext uri="{FF2B5EF4-FFF2-40B4-BE49-F238E27FC236}">
                <a16:creationId xmlns:a16="http://schemas.microsoft.com/office/drawing/2014/main" id="{CED2DFF7-42B5-51F6-FF89-31804EF2C98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3238" y="9207500"/>
            <a:ext cx="311150" cy="311150"/>
          </a:xfrm>
          <a:prstGeom prst="rect">
            <a:avLst/>
          </a:prstGeom>
          <a:solidFill>
            <a:srgbClr val="D94F2E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de-DE"/>
          </a:p>
        </p:txBody>
      </p:sp>
      <p:sp>
        <p:nvSpPr>
          <p:cNvPr id="3640" name="Rectangle 568">
            <a:extLst>
              <a:ext uri="{FF2B5EF4-FFF2-40B4-BE49-F238E27FC236}">
                <a16:creationId xmlns:a16="http://schemas.microsoft.com/office/drawing/2014/main" id="{52E707AA-9CA3-0D8D-B535-A29CC209AE6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3238" y="9144000"/>
            <a:ext cx="311150" cy="438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 anchor="ctr"/>
          <a:lstStyle>
            <a:lvl1pPr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1pPr>
            <a:lvl2pPr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2pPr>
            <a:lvl3pPr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3pPr>
            <a:lvl4pPr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4pPr>
            <a:lvl5pPr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5pPr>
            <a:lvl6pPr marL="25146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6pPr>
            <a:lvl7pPr marL="29718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7pPr>
            <a:lvl8pPr marL="34290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8pPr>
            <a:lvl9pPr marL="38862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9pPr>
          </a:lstStyle>
          <a:p>
            <a:pPr algn="ctr" hangingPunct="1">
              <a:lnSpc>
                <a:spcPct val="100000"/>
              </a:lnSpc>
            </a:pPr>
            <a:r>
              <a:rPr lang="en-US" altLang="de-DE" sz="2200" b="1" i="1">
                <a:solidFill>
                  <a:srgbClr val="F3ECDD"/>
                </a:solidFill>
                <a:latin typeface="Playfair Display" panose="00000500000000000000" pitchFamily="2" charset="0"/>
                <a:cs typeface="Playfair Display" panose="00000500000000000000" pitchFamily="2" charset="0"/>
              </a:rPr>
              <a:t>!</a:t>
            </a:r>
          </a:p>
        </p:txBody>
      </p:sp>
      <p:sp>
        <p:nvSpPr>
          <p:cNvPr id="3641" name="Rectangle 569">
            <a:extLst>
              <a:ext uri="{FF2B5EF4-FFF2-40B4-BE49-F238E27FC236}">
                <a16:creationId xmlns:a16="http://schemas.microsoft.com/office/drawing/2014/main" id="{270AA5C5-69AE-BD14-BA11-A1EFC33DC0EB}"/>
              </a:ext>
            </a:extLst>
          </p:cNvPr>
          <p:cNvSpPr>
            <a:spLocks noChangeArrowheads="1"/>
          </p:cNvSpPr>
          <p:nvPr/>
        </p:nvSpPr>
        <p:spPr bwMode="auto">
          <a:xfrm>
            <a:off x="960438" y="9061450"/>
            <a:ext cx="6400800" cy="620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 anchor="ctr"/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1pPr>
            <a:lvl2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2pPr>
            <a:lvl3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3pPr>
            <a:lvl4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4pPr>
            <a:lvl5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5pPr>
            <a:lvl6pPr marL="25146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6pPr>
            <a:lvl7pPr marL="29718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7pPr>
            <a:lvl8pPr marL="34290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8pPr>
            <a:lvl9pPr marL="38862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9pPr>
          </a:lstStyle>
          <a:p>
            <a:pPr hangingPunct="1">
              <a:lnSpc>
                <a:spcPct val="100000"/>
              </a:lnSpc>
            </a:pPr>
            <a:r>
              <a:rPr lang="en-US" altLang="de-DE" sz="900" b="1">
                <a:solidFill>
                  <a:srgbClr val="8A8377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KERNBOTSCHAFT  ·  </a:t>
            </a:r>
            <a:r>
              <a:rPr lang="en-US" altLang="de-DE" sz="1400" b="1">
                <a:solidFill>
                  <a:srgbClr val="F3ECDD"/>
                </a:solidFill>
                <a:latin typeface="Playfair Display" panose="00000500000000000000" pitchFamily="2" charset="0"/>
                <a:cs typeface="Playfair Display" panose="00000500000000000000" pitchFamily="2" charset="0"/>
              </a:rPr>
              <a:t>Deine digitale Identität ist kein Bild — sie ist </a:t>
            </a:r>
            <a:r>
              <a:rPr lang="en-US" altLang="de-DE" sz="1400" b="1" i="1">
                <a:solidFill>
                  <a:srgbClr val="D94F2E"/>
                </a:solidFill>
                <a:latin typeface="Playfair Display" panose="00000500000000000000" pitchFamily="2" charset="0"/>
                <a:cs typeface="Playfair Display" panose="00000500000000000000" pitchFamily="2" charset="0"/>
              </a:rPr>
              <a:t>ein Gewebe</a:t>
            </a:r>
            <a:r>
              <a:rPr lang="en-US" altLang="de-DE" sz="1400" b="1">
                <a:solidFill>
                  <a:srgbClr val="F3ECDD"/>
                </a:solidFill>
                <a:latin typeface="Playfair Display" panose="00000500000000000000" pitchFamily="2" charset="0"/>
                <a:cs typeface="Playfair Display" panose="00000500000000000000" pitchFamily="2" charset="0"/>
              </a:rPr>
              <a:t> aus fünf Fäden.</a:t>
            </a:r>
          </a:p>
        </p:txBody>
      </p:sp>
      <p:sp>
        <p:nvSpPr>
          <p:cNvPr id="3642" name="Rectangle 570">
            <a:extLst>
              <a:ext uri="{FF2B5EF4-FFF2-40B4-BE49-F238E27FC236}">
                <a16:creationId xmlns:a16="http://schemas.microsoft.com/office/drawing/2014/main" id="{0AC6C053-9777-F9F3-3CC4-90F731B0AA7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9763" y="9802813"/>
            <a:ext cx="4114800" cy="1825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 anchor="ctr"/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1pPr>
            <a:lvl2pPr>
              <a:tabLst>
                <a:tab pos="0" algn="l"/>
                <a:tab pos="914400" algn="l"/>
                <a:tab pos="1828800" algn="l"/>
                <a:tab pos="2743200" algn="l"/>
                <a:tab pos="36576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2pPr>
            <a:lvl3pPr>
              <a:tabLst>
                <a:tab pos="0" algn="l"/>
                <a:tab pos="914400" algn="l"/>
                <a:tab pos="1828800" algn="l"/>
                <a:tab pos="2743200" algn="l"/>
                <a:tab pos="36576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3pPr>
            <a:lvl4pPr>
              <a:tabLst>
                <a:tab pos="0" algn="l"/>
                <a:tab pos="914400" algn="l"/>
                <a:tab pos="1828800" algn="l"/>
                <a:tab pos="2743200" algn="l"/>
                <a:tab pos="36576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4pPr>
            <a:lvl5pPr>
              <a:tabLst>
                <a:tab pos="0" algn="l"/>
                <a:tab pos="914400" algn="l"/>
                <a:tab pos="1828800" algn="l"/>
                <a:tab pos="2743200" algn="l"/>
                <a:tab pos="36576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5pPr>
            <a:lvl6pPr marL="25146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6pPr>
            <a:lvl7pPr marL="29718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7pPr>
            <a:lvl8pPr marL="34290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8pPr>
            <a:lvl9pPr marL="38862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9pPr>
          </a:lstStyle>
          <a:p>
            <a:pPr hangingPunct="1">
              <a:lnSpc>
                <a:spcPct val="100000"/>
              </a:lnSpc>
            </a:pPr>
            <a:r>
              <a:rPr lang="en-US" altLang="de-DE" sz="700" b="1">
                <a:solidFill>
                  <a:srgbClr val="8A8377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MYTH.TO.METAL  ·  EDITORIAL SERIES  ·  MMXXVI</a:t>
            </a:r>
          </a:p>
        </p:txBody>
      </p:sp>
      <p:sp>
        <p:nvSpPr>
          <p:cNvPr id="3643" name="Rectangle 571">
            <a:extLst>
              <a:ext uri="{FF2B5EF4-FFF2-40B4-BE49-F238E27FC236}">
                <a16:creationId xmlns:a16="http://schemas.microsoft.com/office/drawing/2014/main" id="{7661178F-6F18-4632-6B21-DB7CC55289D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57600" y="9802813"/>
            <a:ext cx="3246438" cy="1825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 anchor="ctr"/>
          <a:lstStyle>
            <a:lvl1pPr>
              <a:tabLst>
                <a:tab pos="0" algn="l"/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1pPr>
            <a:lvl2pPr>
              <a:tabLst>
                <a:tab pos="0" algn="l"/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2pPr>
            <a:lvl3pPr>
              <a:tabLst>
                <a:tab pos="0" algn="l"/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3pPr>
            <a:lvl4pPr>
              <a:tabLst>
                <a:tab pos="0" algn="l"/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4pPr>
            <a:lvl5pPr>
              <a:tabLst>
                <a:tab pos="0" algn="l"/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5pPr>
            <a:lvl6pPr marL="25146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6pPr>
            <a:lvl7pPr marL="29718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7pPr>
            <a:lvl8pPr marL="34290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8pPr>
            <a:lvl9pPr marL="38862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9pPr>
          </a:lstStyle>
          <a:p>
            <a:pPr algn="r" hangingPunct="1">
              <a:lnSpc>
                <a:spcPct val="100000"/>
              </a:lnSpc>
            </a:pPr>
            <a:r>
              <a:rPr lang="en-US" altLang="de-DE" sz="700" b="1">
                <a:solidFill>
                  <a:srgbClr val="8A8377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PAGE 01 / 01</a:t>
            </a:r>
          </a:p>
        </p:txBody>
      </p:sp>
    </p:spTree>
  </p:cSld>
  <p:clrMapOvr>
    <a:masterClrMapping/>
  </p:clrMapOvr>
  <p:transition spd="slow"/>
  <p:timing>
    <p:tnLst>
      <p:par>
        <p:cTn id="1" dur="indefinite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">
  <a:themeElements>
    <a:clrScheme name="Office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Microsoft YaHei"/>
        <a:cs typeface=""/>
      </a:majorFont>
      <a:minorFont>
        <a:latin typeface="Calibri"/>
        <a:ea typeface="Microsoft YaHei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00B8FF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0">
          <a:lnSpc>
            <a:spcPct val="93000"/>
          </a:lnSpc>
          <a:spcBef>
            <a:spcPts val="13"/>
          </a:spcBef>
          <a:spcAft>
            <a:spcPts val="13"/>
          </a:spcAft>
          <a:buClr>
            <a:srgbClr val="000000"/>
          </a:buClr>
          <a:buSzPct val="100000"/>
          <a:buFont typeface="Times New Roman" panose="02020603050405020304" pitchFamily="18" charset="0"/>
          <a:buNone/>
          <a:tabLst/>
          <a:defRPr kumimoji="0" lang="en-GB" altLang="de-DE" sz="1800" b="0" i="0" u="none" strike="noStrike" cap="none" normalizeH="0" baseline="0" smtClean="0">
            <a:ln>
              <a:noFill/>
            </a:ln>
            <a:effectLst/>
            <a:latin typeface="Arial" panose="020B0604020202020204" pitchFamily="34" charset="0"/>
            <a:ea typeface="Microsoft YaHei" panose="020B0503020204020204" pitchFamily="34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00B8FF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0">
          <a:lnSpc>
            <a:spcPct val="93000"/>
          </a:lnSpc>
          <a:spcBef>
            <a:spcPts val="13"/>
          </a:spcBef>
          <a:spcAft>
            <a:spcPts val="13"/>
          </a:spcAft>
          <a:buClr>
            <a:srgbClr val="000000"/>
          </a:buClr>
          <a:buSzPct val="100000"/>
          <a:buFont typeface="Times New Roman" panose="02020603050405020304" pitchFamily="18" charset="0"/>
          <a:buNone/>
          <a:tabLst/>
          <a:defRPr kumimoji="0" lang="en-GB" altLang="de-DE" sz="1800" b="0" i="0" u="none" strike="noStrike" cap="none" normalizeH="0" baseline="0" smtClean="0">
            <a:ln>
              <a:noFill/>
            </a:ln>
            <a:effectLst/>
            <a:latin typeface="Arial" panose="020B0604020202020204" pitchFamily="34" charset="0"/>
            <a:ea typeface="Microsoft YaHei" panose="020B0503020204020204" pitchFamily="34" charset="-122"/>
          </a:defRPr>
        </a:defPPr>
      </a:lstStyle>
    </a:lnDef>
  </a:objectDefaults>
  <a:extraClrSchemeLst>
    <a:extraClrScheme>
      <a:clrScheme name="Office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ffice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193</Words>
  <Application>Microsoft Office PowerPoint</Application>
  <PresentationFormat>Benutzerdefiniert</PresentationFormat>
  <Paragraphs>37</Paragraphs>
  <Slides>1</Slides>
  <Notes>1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10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</vt:i4>
      </vt:variant>
    </vt:vector>
  </HeadingPairs>
  <TitlesOfParts>
    <vt:vector size="12" baseType="lpstr">
      <vt:lpstr>Times New Roman</vt:lpstr>
      <vt:lpstr>Calibri</vt:lpstr>
      <vt:lpstr>Microsoft YaHei</vt:lpstr>
      <vt:lpstr>Arial</vt:lpstr>
      <vt:lpstr>Segoe UI</vt:lpstr>
      <vt:lpstr>Courier New</vt:lpstr>
      <vt:lpstr>Playfair Display</vt:lpstr>
      <vt:lpstr>Georgia</vt:lpstr>
      <vt:lpstr>+mn-lt</vt:lpstr>
      <vt:lpstr>+mn-ea</vt:lpstr>
      <vt:lpstr>Office</vt:lpstr>
      <vt:lpstr>PowerPoint-Präsentation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Michael Kohl</cp:lastModifiedBy>
  <cp:revision>1</cp:revision>
  <dcterms:modified xsi:type="dcterms:W3CDTF">2026-04-24T15:43:20Z</dcterms:modified>
</cp:coreProperties>
</file>