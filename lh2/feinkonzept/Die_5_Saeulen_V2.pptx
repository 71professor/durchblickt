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24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04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C7424-1954-D90E-6429-E77D7CF9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D6EE6-C77F-5D8F-614E-312AEE169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19A8C-B67D-130E-7B33-E1ACEB1E1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0C47E-4BD8-149F-13BF-DCEB602C8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38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565FB4E-AF2A-9F3A-D8AA-628B107650F7}"/>
              </a:ext>
            </a:extLst>
          </p:cNvPr>
          <p:cNvGrpSpPr/>
          <p:nvPr/>
        </p:nvGrpSpPr>
        <p:grpSpPr>
          <a:xfrm>
            <a:off x="790132" y="1494388"/>
            <a:ext cx="6066985" cy="8146627"/>
            <a:chOff x="126187" y="126187"/>
            <a:chExt cx="7520026" cy="9840773"/>
          </a:xfrm>
        </p:grpSpPr>
        <p:sp>
          <p:nvSpPr>
            <p:cNvPr id="2" name="Shape 0"/>
            <p:cNvSpPr/>
            <p:nvPr/>
          </p:nvSpPr>
          <p:spPr>
            <a:xfrm>
              <a:off x="192024" y="274320"/>
              <a:ext cx="164592" cy="0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" name="Shape 1"/>
            <p:cNvSpPr/>
            <p:nvPr/>
          </p:nvSpPr>
          <p:spPr>
            <a:xfrm>
              <a:off x="274320" y="192024"/>
              <a:ext cx="0" cy="164592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Shape 2"/>
            <p:cNvSpPr/>
            <p:nvPr/>
          </p:nvSpPr>
          <p:spPr>
            <a:xfrm>
              <a:off x="7415784" y="274320"/>
              <a:ext cx="164592" cy="0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" name="Shape 3"/>
            <p:cNvSpPr/>
            <p:nvPr/>
          </p:nvSpPr>
          <p:spPr>
            <a:xfrm>
              <a:off x="7498080" y="192024"/>
              <a:ext cx="0" cy="164592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Shape 4"/>
            <p:cNvSpPr/>
            <p:nvPr/>
          </p:nvSpPr>
          <p:spPr>
            <a:xfrm>
              <a:off x="192024" y="9784080"/>
              <a:ext cx="164592" cy="0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" y="9701784"/>
              <a:ext cx="0" cy="164592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Shape 8"/>
            <p:cNvSpPr/>
            <p:nvPr/>
          </p:nvSpPr>
          <p:spPr>
            <a:xfrm>
              <a:off x="3803904" y="192024"/>
              <a:ext cx="164592" cy="164592"/>
            </a:xfrm>
            <a:prstGeom prst="ellipse">
              <a:avLst/>
            </a:prstGeom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Shape 9"/>
            <p:cNvSpPr/>
            <p:nvPr/>
          </p:nvSpPr>
          <p:spPr>
            <a:xfrm>
              <a:off x="3738067" y="274320"/>
              <a:ext cx="296266" cy="0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Shape 10"/>
            <p:cNvSpPr/>
            <p:nvPr/>
          </p:nvSpPr>
          <p:spPr>
            <a:xfrm>
              <a:off x="3886200" y="126187"/>
              <a:ext cx="0" cy="296266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Shape 11"/>
            <p:cNvSpPr/>
            <p:nvPr/>
          </p:nvSpPr>
          <p:spPr>
            <a:xfrm>
              <a:off x="3803904" y="9701784"/>
              <a:ext cx="164592" cy="164592"/>
            </a:xfrm>
            <a:prstGeom prst="ellipse">
              <a:avLst/>
            </a:prstGeom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Shape 12"/>
            <p:cNvSpPr/>
            <p:nvPr/>
          </p:nvSpPr>
          <p:spPr>
            <a:xfrm>
              <a:off x="3738067" y="9784080"/>
              <a:ext cx="296266" cy="0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Shape 13"/>
            <p:cNvSpPr/>
            <p:nvPr/>
          </p:nvSpPr>
          <p:spPr>
            <a:xfrm>
              <a:off x="3886200" y="9635947"/>
              <a:ext cx="0" cy="296266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Shape 14"/>
            <p:cNvSpPr/>
            <p:nvPr/>
          </p:nvSpPr>
          <p:spPr>
            <a:xfrm>
              <a:off x="192024" y="4946904"/>
              <a:ext cx="164592" cy="164592"/>
            </a:xfrm>
            <a:prstGeom prst="ellipse">
              <a:avLst/>
            </a:prstGeom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Shape 15"/>
            <p:cNvSpPr/>
            <p:nvPr/>
          </p:nvSpPr>
          <p:spPr>
            <a:xfrm>
              <a:off x="126187" y="5029200"/>
              <a:ext cx="296266" cy="0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Shape 16"/>
            <p:cNvSpPr/>
            <p:nvPr/>
          </p:nvSpPr>
          <p:spPr>
            <a:xfrm>
              <a:off x="274320" y="4881067"/>
              <a:ext cx="0" cy="296266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Shape 17"/>
            <p:cNvSpPr/>
            <p:nvPr/>
          </p:nvSpPr>
          <p:spPr>
            <a:xfrm>
              <a:off x="7415784" y="4946904"/>
              <a:ext cx="164592" cy="164592"/>
            </a:xfrm>
            <a:prstGeom prst="ellipse">
              <a:avLst/>
            </a:prstGeom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Shape 18"/>
            <p:cNvSpPr/>
            <p:nvPr/>
          </p:nvSpPr>
          <p:spPr>
            <a:xfrm>
              <a:off x="7349947" y="5029200"/>
              <a:ext cx="296266" cy="0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Shape 19"/>
            <p:cNvSpPr/>
            <p:nvPr/>
          </p:nvSpPr>
          <p:spPr>
            <a:xfrm>
              <a:off x="7498080" y="4881067"/>
              <a:ext cx="0" cy="296266"/>
            </a:xfrm>
            <a:prstGeom prst="line">
              <a:avLst/>
            </a:prstGeom>
            <a:noFill/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 20"/>
            <p:cNvSpPr/>
            <p:nvPr/>
          </p:nvSpPr>
          <p:spPr>
            <a:xfrm>
              <a:off x="457200" y="502920"/>
              <a:ext cx="512064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en-US" sz="4400" b="1" dirty="0">
                  <a:solidFill>
                    <a:srgbClr val="1A1A1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Die 5 Bausteine</a:t>
              </a:r>
              <a:endParaRPr lang="en-US" sz="4400" dirty="0"/>
            </a:p>
            <a:p>
              <a:pPr marL="0" indent="0">
                <a:lnSpc>
                  <a:spcPct val="95000"/>
                </a:lnSpc>
                <a:buNone/>
              </a:pPr>
              <a:r>
                <a:rPr lang="en-US" sz="4400" b="1" dirty="0">
                  <a:solidFill>
                    <a:srgbClr val="1A1A1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der </a:t>
              </a:r>
              <a:r>
                <a:rPr lang="en-US" sz="4400" b="1" i="1" dirty="0">
                  <a:solidFill>
                    <a:srgbClr val="D8442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digitalen</a:t>
              </a:r>
              <a:endParaRPr lang="en-US" sz="4400" dirty="0"/>
            </a:p>
            <a:p>
              <a:pPr marL="0" indent="0">
                <a:lnSpc>
                  <a:spcPct val="95000"/>
                </a:lnSpc>
                <a:buNone/>
              </a:pPr>
              <a:r>
                <a:rPr lang="en-US" sz="4400" b="1" dirty="0">
                  <a:solidFill>
                    <a:srgbClr val="1A1A1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Identität</a:t>
              </a:r>
              <a:endParaRPr lang="en-US" sz="4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486400" y="1417320"/>
              <a:ext cx="20116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900" b="1" kern="0" spc="1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WER DU BIST.</a:t>
              </a:r>
              <a:endParaRPr lang="en-US" sz="90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900" b="1" kern="0" spc="1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WAS DU TEILST.</a:t>
              </a:r>
              <a:endParaRPr lang="en-US" sz="90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900" b="1" kern="0" spc="1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WIE DU VERBUNDEN BIST.</a:t>
              </a:r>
              <a:endParaRPr lang="en-US" sz="900" dirty="0"/>
            </a:p>
            <a:p>
              <a:pPr marL="0" indent="0">
                <a:lnSpc>
                  <a:spcPct val="135000"/>
                </a:lnSpc>
                <a:buNone/>
              </a:pPr>
              <a:r>
                <a:rPr lang="en-US" sz="900" b="1" u="sng" kern="0" spc="100" dirty="0">
                  <a:solidFill>
                    <a:srgbClr val="D8442A"/>
                  </a:solidFill>
                  <a:uFill>
                    <a:solidFill>
                      <a:srgbClr val="D8442A"/>
                    </a:solidFill>
                  </a:u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DEINE DIGITALE IDENTITÄT.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11480" y="2697480"/>
              <a:ext cx="13258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4400" b="1" i="1" dirty="0">
                  <a:solidFill>
                    <a:srgbClr val="D8442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4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11480" y="3291840"/>
              <a:ext cx="502920" cy="0"/>
            </a:xfrm>
            <a:prstGeom prst="line">
              <a:avLst/>
            </a:prstGeom>
            <a:noFill/>
            <a:ln w="1905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Text 24"/>
            <p:cNvSpPr/>
            <p:nvPr/>
          </p:nvSpPr>
          <p:spPr>
            <a:xfrm>
              <a:off x="411480" y="3410712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kern="0" spc="12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DEIN PROFILBILD</a:t>
              </a:r>
              <a:endParaRPr lang="en-US" sz="7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11480" y="3657600"/>
              <a:ext cx="1325880" cy="1417320"/>
            </a:xfrm>
            <a:prstGeom prst="rect">
              <a:avLst/>
            </a:prstGeom>
            <a:solidFill>
              <a:srgbClr val="F2EDE0"/>
            </a:solidFill>
            <a:ln w="9525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Shape 26"/>
            <p:cNvSpPr/>
            <p:nvPr/>
          </p:nvSpPr>
          <p:spPr>
            <a:xfrm>
              <a:off x="548640" y="3794760"/>
              <a:ext cx="137160" cy="0"/>
            </a:xfrm>
            <a:prstGeom prst="line">
              <a:avLst/>
            </a:prstGeom>
            <a:noFill/>
            <a:ln w="254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Shape 27"/>
            <p:cNvSpPr/>
            <p:nvPr/>
          </p:nvSpPr>
          <p:spPr>
            <a:xfrm>
              <a:off x="548640" y="3794760"/>
              <a:ext cx="0" cy="137160"/>
            </a:xfrm>
            <a:prstGeom prst="line">
              <a:avLst/>
            </a:prstGeom>
            <a:noFill/>
            <a:ln w="254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Shape 28"/>
            <p:cNvSpPr/>
            <p:nvPr/>
          </p:nvSpPr>
          <p:spPr>
            <a:xfrm>
              <a:off x="1463040" y="3794760"/>
              <a:ext cx="137160" cy="0"/>
            </a:xfrm>
            <a:prstGeom prst="line">
              <a:avLst/>
            </a:prstGeom>
            <a:noFill/>
            <a:ln w="254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Shape 29"/>
            <p:cNvSpPr/>
            <p:nvPr/>
          </p:nvSpPr>
          <p:spPr>
            <a:xfrm>
              <a:off x="1600200" y="3794760"/>
              <a:ext cx="0" cy="137160"/>
            </a:xfrm>
            <a:prstGeom prst="line">
              <a:avLst/>
            </a:prstGeom>
            <a:noFill/>
            <a:ln w="254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Shape 30"/>
            <p:cNvSpPr/>
            <p:nvPr/>
          </p:nvSpPr>
          <p:spPr>
            <a:xfrm>
              <a:off x="548640" y="4937760"/>
              <a:ext cx="137160" cy="0"/>
            </a:xfrm>
            <a:prstGeom prst="line">
              <a:avLst/>
            </a:prstGeom>
            <a:noFill/>
            <a:ln w="254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Shape 31"/>
            <p:cNvSpPr/>
            <p:nvPr/>
          </p:nvSpPr>
          <p:spPr>
            <a:xfrm>
              <a:off x="548640" y="4800600"/>
              <a:ext cx="0" cy="137160"/>
            </a:xfrm>
            <a:prstGeom prst="line">
              <a:avLst/>
            </a:prstGeom>
            <a:noFill/>
            <a:ln w="254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Shape 32"/>
            <p:cNvSpPr/>
            <p:nvPr/>
          </p:nvSpPr>
          <p:spPr>
            <a:xfrm>
              <a:off x="1463040" y="4937760"/>
              <a:ext cx="137160" cy="0"/>
            </a:xfrm>
            <a:prstGeom prst="line">
              <a:avLst/>
            </a:prstGeom>
            <a:noFill/>
            <a:ln w="254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Shape 33"/>
            <p:cNvSpPr/>
            <p:nvPr/>
          </p:nvSpPr>
          <p:spPr>
            <a:xfrm>
              <a:off x="1600200" y="4800600"/>
              <a:ext cx="0" cy="137160"/>
            </a:xfrm>
            <a:prstGeom prst="line">
              <a:avLst/>
            </a:prstGeom>
            <a:noFill/>
            <a:ln w="254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Shape 34"/>
            <p:cNvSpPr/>
            <p:nvPr/>
          </p:nvSpPr>
          <p:spPr>
            <a:xfrm>
              <a:off x="914400" y="3840480"/>
              <a:ext cx="0" cy="1051560"/>
            </a:xfrm>
            <a:prstGeom prst="line">
              <a:avLst/>
            </a:prstGeom>
            <a:noFill/>
            <a:ln w="5080">
              <a:solidFill>
                <a:srgbClr val="D8442A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Shape 35"/>
            <p:cNvSpPr/>
            <p:nvPr/>
          </p:nvSpPr>
          <p:spPr>
            <a:xfrm>
              <a:off x="594360" y="4191000"/>
              <a:ext cx="960120" cy="0"/>
            </a:xfrm>
            <a:prstGeom prst="line">
              <a:avLst/>
            </a:prstGeom>
            <a:noFill/>
            <a:ln w="5080">
              <a:solidFill>
                <a:srgbClr val="D8442A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Shape 36"/>
            <p:cNvSpPr/>
            <p:nvPr/>
          </p:nvSpPr>
          <p:spPr>
            <a:xfrm>
              <a:off x="1234440" y="3840480"/>
              <a:ext cx="0" cy="1051560"/>
            </a:xfrm>
            <a:prstGeom prst="line">
              <a:avLst/>
            </a:prstGeom>
            <a:noFill/>
            <a:ln w="5080">
              <a:solidFill>
                <a:srgbClr val="D8442A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Shape 37"/>
            <p:cNvSpPr/>
            <p:nvPr/>
          </p:nvSpPr>
          <p:spPr>
            <a:xfrm>
              <a:off x="594360" y="4541520"/>
              <a:ext cx="960120" cy="0"/>
            </a:xfrm>
            <a:prstGeom prst="line">
              <a:avLst/>
            </a:prstGeom>
            <a:noFill/>
            <a:ln w="5080">
              <a:solidFill>
                <a:srgbClr val="D8442A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Shape 38"/>
            <p:cNvSpPr/>
            <p:nvPr/>
          </p:nvSpPr>
          <p:spPr>
            <a:xfrm>
              <a:off x="868680" y="4046220"/>
              <a:ext cx="411480" cy="411480"/>
            </a:xfrm>
            <a:prstGeom prst="ellipse">
              <a:avLst/>
            </a:prstGeom>
            <a:solidFill>
              <a:srgbClr val="D8442A"/>
            </a:solidFill>
            <a:ln w="127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Shape 39"/>
            <p:cNvSpPr/>
            <p:nvPr/>
          </p:nvSpPr>
          <p:spPr>
            <a:xfrm>
              <a:off x="627507" y="4457700"/>
              <a:ext cx="893826" cy="480060"/>
            </a:xfrm>
            <a:prstGeom prst="roundRect">
              <a:avLst>
                <a:gd name="adj" fmla="val 47619"/>
              </a:avLst>
            </a:prstGeom>
            <a:solidFill>
              <a:srgbClr val="D8442A"/>
            </a:solidFill>
            <a:ln w="127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Text 40"/>
            <p:cNvSpPr/>
            <p:nvPr/>
          </p:nvSpPr>
          <p:spPr>
            <a:xfrm>
              <a:off x="411480" y="5212080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D8442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WAS ES IST</a:t>
              </a:r>
              <a:endParaRPr lang="en-US" sz="75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11480" y="5413248"/>
              <a:ext cx="13258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Das erste, was andere von dir sehen. Es prägt den ersten Eindruck.</a:t>
              </a:r>
              <a:endParaRPr lang="en-US" sz="8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11480" y="6281928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Text 43"/>
            <p:cNvSpPr/>
            <p:nvPr/>
          </p:nvSpPr>
          <p:spPr>
            <a:xfrm>
              <a:off x="411480" y="6373368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D8442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BEISPIELE</a:t>
              </a:r>
              <a:endParaRPr lang="en-US" sz="75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411480" y="6574536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Foto, Illustration, Logo, Avatar</a:t>
              </a:r>
              <a:endParaRPr lang="en-US" sz="8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411480" y="7077456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Text 46"/>
            <p:cNvSpPr/>
            <p:nvPr/>
          </p:nvSpPr>
          <p:spPr>
            <a:xfrm>
              <a:off x="411480" y="7168896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D8442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FRAGE AN DICH</a:t>
              </a:r>
              <a:endParaRPr lang="en-US" sz="75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411480" y="7370064"/>
              <a:ext cx="1325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Was soll dein Bild über dich aussagen?</a:t>
              </a:r>
              <a:endParaRPr lang="en-US" sz="85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828800" y="2697480"/>
              <a:ext cx="13258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4400" b="1" i="1" dirty="0">
                  <a:solidFill>
                    <a:srgbClr val="1F2A4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44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1828800" y="3291840"/>
              <a:ext cx="502920" cy="0"/>
            </a:xfrm>
            <a:prstGeom prst="line">
              <a:avLst/>
            </a:prstGeom>
            <a:noFill/>
            <a:ln w="19050">
              <a:solidFill>
                <a:srgbClr val="1F2A4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Text 50"/>
            <p:cNvSpPr/>
            <p:nvPr/>
          </p:nvSpPr>
          <p:spPr>
            <a:xfrm>
              <a:off x="1828800" y="3410712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kern="0" spc="12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DEINE BIO</a:t>
              </a:r>
              <a:endParaRPr lang="en-US" sz="75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1828800" y="3657600"/>
              <a:ext cx="1325880" cy="1417320"/>
            </a:xfrm>
            <a:prstGeom prst="rect">
              <a:avLst/>
            </a:prstGeom>
            <a:solidFill>
              <a:srgbClr val="F2EDE0"/>
            </a:solidFill>
            <a:ln w="9525">
              <a:solidFill>
                <a:srgbClr val="1F2A4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Text 52"/>
            <p:cNvSpPr/>
            <p:nvPr/>
          </p:nvSpPr>
          <p:spPr>
            <a:xfrm>
              <a:off x="1938528" y="3767328"/>
              <a:ext cx="1106424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8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Hi! Ich bin Max.</a:t>
              </a:r>
              <a:endParaRPr lang="en-US" sz="8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8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Designer &amp; Denker.</a:t>
              </a:r>
              <a:endParaRPr lang="en-US" sz="8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8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Kaffee. Berge.</a:t>
              </a:r>
              <a:endParaRPr lang="en-US" sz="8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8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Neugierig.</a:t>
              </a:r>
              <a:endParaRPr lang="en-US" sz="8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8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Berlin 📍</a:t>
              </a:r>
              <a:endParaRPr lang="en-US" sz="8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938528" y="4617720"/>
              <a:ext cx="1106424" cy="109728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Text 54"/>
            <p:cNvSpPr/>
            <p:nvPr/>
          </p:nvSpPr>
          <p:spPr>
            <a:xfrm>
              <a:off x="1938528" y="4828032"/>
              <a:ext cx="27660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☕</a:t>
              </a:r>
              <a:endParaRPr lang="en-US" sz="12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2215134" y="4828032"/>
              <a:ext cx="27660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⛰</a:t>
              </a:r>
              <a:endParaRPr lang="en-US" sz="12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2491740" y="4828032"/>
              <a:ext cx="27660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✏</a:t>
              </a:r>
              <a:endParaRPr lang="en-US" sz="12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2768346" y="4828032"/>
              <a:ext cx="27660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🙂</a:t>
              </a:r>
              <a:endParaRPr lang="en-US" sz="12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1828800" y="5212080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1F2A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WAS ES IST</a:t>
              </a:r>
              <a:endParaRPr lang="en-US" sz="75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1828800" y="5413248"/>
              <a:ext cx="13258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Ein kurzer Text, der dir Kontext gibt. Wer du bist, was dich bewegt, was dich wichtig ist.</a:t>
              </a:r>
              <a:endParaRPr lang="en-US" sz="85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1828800" y="6281928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Text 61"/>
            <p:cNvSpPr/>
            <p:nvPr/>
          </p:nvSpPr>
          <p:spPr>
            <a:xfrm>
              <a:off x="1828800" y="6373368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1F2A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BEISPIELE</a:t>
              </a:r>
              <a:endParaRPr lang="en-US" sz="75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1828800" y="6574536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Interessen, Werte, Rolle, Motto, Humor</a:t>
              </a:r>
              <a:endParaRPr lang="en-US" sz="85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1828800" y="7077456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Text 64"/>
            <p:cNvSpPr/>
            <p:nvPr/>
          </p:nvSpPr>
          <p:spPr>
            <a:xfrm>
              <a:off x="1828800" y="7168896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1F2A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FRAGE AN DICH</a:t>
              </a:r>
              <a:endParaRPr lang="en-US" sz="75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1828800" y="7370064"/>
              <a:ext cx="1325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Was möchtest du in wenigen Worten zeigen?</a:t>
              </a:r>
              <a:endParaRPr lang="en-US" sz="85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3246120" y="2697480"/>
              <a:ext cx="13258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4400" b="1" i="1" dirty="0">
                  <a:solidFill>
                    <a:srgbClr val="E2A924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440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3246120" y="3291840"/>
              <a:ext cx="502920" cy="0"/>
            </a:xfrm>
            <a:prstGeom prst="line">
              <a:avLst/>
            </a:prstGeom>
            <a:noFill/>
            <a:ln w="1905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" name="Text 68"/>
            <p:cNvSpPr/>
            <p:nvPr/>
          </p:nvSpPr>
          <p:spPr>
            <a:xfrm>
              <a:off x="3246120" y="3410712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kern="0" spc="12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DEINE INHALTE</a:t>
              </a:r>
              <a:endParaRPr lang="en-US" sz="75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246120" y="3657600"/>
              <a:ext cx="1325880" cy="1417320"/>
            </a:xfrm>
            <a:prstGeom prst="rect">
              <a:avLst/>
            </a:prstGeom>
            <a:solidFill>
              <a:srgbClr val="F2EDE0"/>
            </a:solidFill>
            <a:ln w="9525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Shape 70"/>
            <p:cNvSpPr/>
            <p:nvPr/>
          </p:nvSpPr>
          <p:spPr>
            <a:xfrm>
              <a:off x="3724656" y="3749040"/>
              <a:ext cx="0" cy="1234440"/>
            </a:xfrm>
            <a:prstGeom prst="line">
              <a:avLst/>
            </a:prstGeom>
            <a:noFill/>
            <a:ln w="635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" name="Shape 71"/>
            <p:cNvSpPr/>
            <p:nvPr/>
          </p:nvSpPr>
          <p:spPr>
            <a:xfrm>
              <a:off x="3355848" y="4160520"/>
              <a:ext cx="1106424" cy="0"/>
            </a:xfrm>
            <a:prstGeom prst="line">
              <a:avLst/>
            </a:prstGeom>
            <a:noFill/>
            <a:ln w="635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" name="Shape 72"/>
            <p:cNvSpPr/>
            <p:nvPr/>
          </p:nvSpPr>
          <p:spPr>
            <a:xfrm>
              <a:off x="4093464" y="3749040"/>
              <a:ext cx="0" cy="1234440"/>
            </a:xfrm>
            <a:prstGeom prst="line">
              <a:avLst/>
            </a:prstGeom>
            <a:noFill/>
            <a:ln w="635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" name="Shape 73"/>
            <p:cNvSpPr/>
            <p:nvPr/>
          </p:nvSpPr>
          <p:spPr>
            <a:xfrm>
              <a:off x="3355848" y="4572000"/>
              <a:ext cx="1106424" cy="0"/>
            </a:xfrm>
            <a:prstGeom prst="line">
              <a:avLst/>
            </a:prstGeom>
            <a:noFill/>
            <a:ln w="635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Shape 74"/>
            <p:cNvSpPr/>
            <p:nvPr/>
          </p:nvSpPr>
          <p:spPr>
            <a:xfrm>
              <a:off x="3438830" y="3853358"/>
              <a:ext cx="202844" cy="202844"/>
            </a:xfrm>
            <a:prstGeom prst="ellipse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" name="Shape 75"/>
            <p:cNvSpPr/>
            <p:nvPr/>
          </p:nvSpPr>
          <p:spPr>
            <a:xfrm>
              <a:off x="3807638" y="3853358"/>
              <a:ext cx="202844" cy="202844"/>
            </a:xfrm>
            <a:prstGeom prst="triangle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Shape 76"/>
            <p:cNvSpPr/>
            <p:nvPr/>
          </p:nvSpPr>
          <p:spPr>
            <a:xfrm>
              <a:off x="4176446" y="3853358"/>
              <a:ext cx="202844" cy="202844"/>
            </a:xfrm>
            <a:prstGeom prst="pie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" name="Shape 77"/>
            <p:cNvSpPr/>
            <p:nvPr/>
          </p:nvSpPr>
          <p:spPr>
            <a:xfrm flipH="1">
              <a:off x="3438830" y="4264838"/>
              <a:ext cx="202844" cy="202844"/>
            </a:xfrm>
            <a:prstGeom prst="rtTriangle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Shape 78"/>
            <p:cNvSpPr/>
            <p:nvPr/>
          </p:nvSpPr>
          <p:spPr>
            <a:xfrm>
              <a:off x="3807638" y="4264838"/>
              <a:ext cx="202844" cy="202844"/>
            </a:xfrm>
            <a:prstGeom prst="diamond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" name="Shape 79"/>
            <p:cNvSpPr/>
            <p:nvPr/>
          </p:nvSpPr>
          <p:spPr>
            <a:xfrm>
              <a:off x="3872548" y="4329748"/>
              <a:ext cx="73024" cy="73024"/>
            </a:xfrm>
            <a:prstGeom prst="ellipse">
              <a:avLst/>
            </a:prstGeom>
            <a:solidFill>
              <a:srgbClr val="F2EDE0"/>
            </a:solidFill>
            <a:ln w="12700">
              <a:solidFill>
                <a:srgbClr val="F2EDE0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Shape 80"/>
            <p:cNvSpPr/>
            <p:nvPr/>
          </p:nvSpPr>
          <p:spPr>
            <a:xfrm>
              <a:off x="4176446" y="4264838"/>
              <a:ext cx="202844" cy="202844"/>
            </a:xfrm>
            <a:prstGeom prst="rect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" name="Shape 81"/>
            <p:cNvSpPr/>
            <p:nvPr/>
          </p:nvSpPr>
          <p:spPr>
            <a:xfrm rot="10800000">
              <a:off x="3438830" y="4727029"/>
              <a:ext cx="202844" cy="202844"/>
            </a:xfrm>
            <a:prstGeom prst="pie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Shape 82"/>
            <p:cNvSpPr/>
            <p:nvPr/>
          </p:nvSpPr>
          <p:spPr>
            <a:xfrm>
              <a:off x="3807638" y="4811547"/>
              <a:ext cx="67615" cy="67615"/>
            </a:xfrm>
            <a:prstGeom prst="rect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" name="Shape 83"/>
            <p:cNvSpPr/>
            <p:nvPr/>
          </p:nvSpPr>
          <p:spPr>
            <a:xfrm>
              <a:off x="3875253" y="4743933"/>
              <a:ext cx="67615" cy="135230"/>
            </a:xfrm>
            <a:prstGeom prst="rect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Shape 84"/>
            <p:cNvSpPr/>
            <p:nvPr/>
          </p:nvSpPr>
          <p:spPr>
            <a:xfrm>
              <a:off x="3942867" y="4676318"/>
              <a:ext cx="67615" cy="202844"/>
            </a:xfrm>
            <a:prstGeom prst="rect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" name="Shape 85"/>
            <p:cNvSpPr/>
            <p:nvPr/>
          </p:nvSpPr>
          <p:spPr>
            <a:xfrm>
              <a:off x="4176446" y="4676318"/>
              <a:ext cx="202844" cy="202844"/>
            </a:xfrm>
            <a:prstGeom prst="star8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Text 86"/>
            <p:cNvSpPr/>
            <p:nvPr/>
          </p:nvSpPr>
          <p:spPr>
            <a:xfrm>
              <a:off x="3246120" y="5212080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E2A92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WAS ES IST</a:t>
              </a:r>
              <a:endParaRPr lang="en-US" sz="75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3246120" y="5413248"/>
              <a:ext cx="13258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Die Inhalte, die du teilst. Sie zeigen deine Themen, deine Perspektive und deinen Stil.</a:t>
              </a:r>
              <a:endParaRPr lang="en-US" sz="850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3246120" y="6281928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" name="Text 89"/>
            <p:cNvSpPr/>
            <p:nvPr/>
          </p:nvSpPr>
          <p:spPr>
            <a:xfrm>
              <a:off x="3246120" y="6373368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E2A92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BEISPIELE</a:t>
              </a:r>
              <a:endParaRPr lang="en-US" sz="750" dirty="0"/>
            </a:p>
          </p:txBody>
        </p:sp>
        <p:sp>
          <p:nvSpPr>
            <p:cNvPr id="92" name="Text 90"/>
            <p:cNvSpPr/>
            <p:nvPr/>
          </p:nvSpPr>
          <p:spPr>
            <a:xfrm>
              <a:off x="3246120" y="6574536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Posts, Videos, Fotos, Stories, Reels</a:t>
              </a:r>
              <a:endParaRPr lang="en-US" sz="850" dirty="0"/>
            </a:p>
          </p:txBody>
        </p:sp>
        <p:sp>
          <p:nvSpPr>
            <p:cNvPr id="93" name="Shape 91"/>
            <p:cNvSpPr/>
            <p:nvPr/>
          </p:nvSpPr>
          <p:spPr>
            <a:xfrm>
              <a:off x="3246120" y="7077456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Text 92"/>
            <p:cNvSpPr/>
            <p:nvPr/>
          </p:nvSpPr>
          <p:spPr>
            <a:xfrm>
              <a:off x="3246120" y="7168896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E2A92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FRAGE AN DICH</a:t>
              </a:r>
              <a:endParaRPr lang="en-US" sz="750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3246120" y="7370064"/>
              <a:ext cx="1325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Welche Inhalte zeigen deine Welt?</a:t>
              </a:r>
              <a:endParaRPr lang="en-US" sz="850" dirty="0"/>
            </a:p>
          </p:txBody>
        </p:sp>
        <p:sp>
          <p:nvSpPr>
            <p:cNvPr id="96" name="Text 94"/>
            <p:cNvSpPr/>
            <p:nvPr/>
          </p:nvSpPr>
          <p:spPr>
            <a:xfrm>
              <a:off x="4663440" y="2697480"/>
              <a:ext cx="13258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4400" b="1" i="1" dirty="0">
                  <a:solidFill>
                    <a:srgbClr val="3A5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04</a:t>
              </a:r>
              <a:endParaRPr lang="en-US" sz="4400" dirty="0"/>
            </a:p>
          </p:txBody>
        </p:sp>
        <p:sp>
          <p:nvSpPr>
            <p:cNvPr id="97" name="Shape 95"/>
            <p:cNvSpPr/>
            <p:nvPr/>
          </p:nvSpPr>
          <p:spPr>
            <a:xfrm>
              <a:off x="4663440" y="3291840"/>
              <a:ext cx="502920" cy="0"/>
            </a:xfrm>
            <a:prstGeom prst="line">
              <a:avLst/>
            </a:prstGeom>
            <a:noFill/>
            <a:ln w="19050">
              <a:solidFill>
                <a:srgbClr val="3A5A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Text 96"/>
            <p:cNvSpPr/>
            <p:nvPr/>
          </p:nvSpPr>
          <p:spPr>
            <a:xfrm>
              <a:off x="4663440" y="3410712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kern="0" spc="12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DEINE INTERAKTIONEN</a:t>
              </a:r>
              <a:endParaRPr lang="en-US" sz="750" dirty="0"/>
            </a:p>
          </p:txBody>
        </p:sp>
        <p:sp>
          <p:nvSpPr>
            <p:cNvPr id="99" name="Shape 97"/>
            <p:cNvSpPr/>
            <p:nvPr/>
          </p:nvSpPr>
          <p:spPr>
            <a:xfrm>
              <a:off x="4663440" y="3657600"/>
              <a:ext cx="1325880" cy="1417320"/>
            </a:xfrm>
            <a:prstGeom prst="rect">
              <a:avLst/>
            </a:prstGeom>
            <a:solidFill>
              <a:srgbClr val="F2EDE0"/>
            </a:solidFill>
            <a:ln w="9525">
              <a:solidFill>
                <a:srgbClr val="3A5A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Shape 98"/>
            <p:cNvSpPr/>
            <p:nvPr/>
          </p:nvSpPr>
          <p:spPr>
            <a:xfrm>
              <a:off x="4754880" y="3730752"/>
              <a:ext cx="502920" cy="228600"/>
            </a:xfrm>
            <a:prstGeom prst="roundRect">
              <a:avLst>
                <a:gd name="adj" fmla="val 20000"/>
              </a:avLst>
            </a:prstGeom>
            <a:solidFill>
              <a:srgbClr val="F2EDE0"/>
            </a:solidFill>
            <a:ln w="9525">
              <a:solidFill>
                <a:srgbClr val="3A5A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" name="Text 99"/>
            <p:cNvSpPr/>
            <p:nvPr/>
          </p:nvSpPr>
          <p:spPr>
            <a:xfrm>
              <a:off x="4754880" y="3730752"/>
              <a:ext cx="502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Danke!</a:t>
              </a:r>
              <a:endParaRPr lang="en-US" sz="600" dirty="0"/>
            </a:p>
          </p:txBody>
        </p:sp>
        <p:sp>
          <p:nvSpPr>
            <p:cNvPr id="102" name="Shape 100"/>
            <p:cNvSpPr/>
            <p:nvPr/>
          </p:nvSpPr>
          <p:spPr>
            <a:xfrm>
              <a:off x="5394960" y="3730752"/>
              <a:ext cx="502920" cy="228600"/>
            </a:xfrm>
            <a:prstGeom prst="roundRect">
              <a:avLst>
                <a:gd name="adj" fmla="val 20000"/>
              </a:avLst>
            </a:prstGeom>
            <a:solidFill>
              <a:srgbClr val="F2EDE0"/>
            </a:solidFill>
            <a:ln w="9525">
              <a:solidFill>
                <a:srgbClr val="3A5A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" name="Text 101"/>
            <p:cNvSpPr/>
            <p:nvPr/>
          </p:nvSpPr>
          <p:spPr>
            <a:xfrm>
              <a:off x="5394960" y="3730752"/>
              <a:ext cx="502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Spannend!</a:t>
              </a:r>
              <a:endParaRPr lang="en-US" sz="600" dirty="0"/>
            </a:p>
          </p:txBody>
        </p:sp>
        <p:sp>
          <p:nvSpPr>
            <p:cNvPr id="104" name="Shape 102"/>
            <p:cNvSpPr/>
            <p:nvPr/>
          </p:nvSpPr>
          <p:spPr>
            <a:xfrm>
              <a:off x="5600700" y="4295394"/>
              <a:ext cx="182880" cy="0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5" name="Shape 103"/>
            <p:cNvSpPr/>
            <p:nvPr/>
          </p:nvSpPr>
          <p:spPr>
            <a:xfrm>
              <a:off x="5573534" y="4414417"/>
              <a:ext cx="164769" cy="79349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Shape 104"/>
            <p:cNvSpPr/>
            <p:nvPr/>
          </p:nvSpPr>
          <p:spPr>
            <a:xfrm>
              <a:off x="5497416" y="4509866"/>
              <a:ext cx="114024" cy="142981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7" name="Shape 105"/>
            <p:cNvSpPr/>
            <p:nvPr/>
          </p:nvSpPr>
          <p:spPr>
            <a:xfrm>
              <a:off x="5387422" y="4562836"/>
              <a:ext cx="40695" cy="178295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Shape 106"/>
            <p:cNvSpPr/>
            <p:nvPr/>
          </p:nvSpPr>
          <p:spPr>
            <a:xfrm flipH="1">
              <a:off x="5224643" y="4562836"/>
              <a:ext cx="40695" cy="178295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9" name="Shape 107"/>
            <p:cNvSpPr/>
            <p:nvPr/>
          </p:nvSpPr>
          <p:spPr>
            <a:xfrm flipH="1">
              <a:off x="5041320" y="4509866"/>
              <a:ext cx="114024" cy="142981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0" name="Shape 108"/>
            <p:cNvSpPr/>
            <p:nvPr/>
          </p:nvSpPr>
          <p:spPr>
            <a:xfrm flipH="1">
              <a:off x="4914457" y="4414417"/>
              <a:ext cx="164769" cy="79349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1" name="Shape 109"/>
            <p:cNvSpPr/>
            <p:nvPr/>
          </p:nvSpPr>
          <p:spPr>
            <a:xfrm flipH="1">
              <a:off x="4869180" y="4295394"/>
              <a:ext cx="182880" cy="0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2" name="Shape 110"/>
            <p:cNvSpPr/>
            <p:nvPr/>
          </p:nvSpPr>
          <p:spPr>
            <a:xfrm flipH="1" flipV="1">
              <a:off x="4914457" y="4097022"/>
              <a:ext cx="164769" cy="79349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3" name="Shape 111"/>
            <p:cNvSpPr/>
            <p:nvPr/>
          </p:nvSpPr>
          <p:spPr>
            <a:xfrm flipH="1" flipV="1">
              <a:off x="5041320" y="3937941"/>
              <a:ext cx="114024" cy="142981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4" name="Shape 112"/>
            <p:cNvSpPr/>
            <p:nvPr/>
          </p:nvSpPr>
          <p:spPr>
            <a:xfrm flipH="1" flipV="1">
              <a:off x="5224643" y="3849657"/>
              <a:ext cx="40695" cy="178295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5" name="Shape 113"/>
            <p:cNvSpPr/>
            <p:nvPr/>
          </p:nvSpPr>
          <p:spPr>
            <a:xfrm flipV="1">
              <a:off x="5387422" y="3849657"/>
              <a:ext cx="40695" cy="178295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Shape 114"/>
            <p:cNvSpPr/>
            <p:nvPr/>
          </p:nvSpPr>
          <p:spPr>
            <a:xfrm flipV="1">
              <a:off x="5497416" y="3937941"/>
              <a:ext cx="114024" cy="142981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7" name="Shape 115"/>
            <p:cNvSpPr/>
            <p:nvPr/>
          </p:nvSpPr>
          <p:spPr>
            <a:xfrm flipV="1">
              <a:off x="5573534" y="4097022"/>
              <a:ext cx="164769" cy="79349"/>
            </a:xfrm>
            <a:prstGeom prst="line">
              <a:avLst/>
            </a:prstGeom>
            <a:noFill/>
            <a:ln w="12700">
              <a:solidFill>
                <a:srgbClr val="3A5A3A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8" name="Shape 116"/>
            <p:cNvSpPr/>
            <p:nvPr/>
          </p:nvSpPr>
          <p:spPr>
            <a:xfrm>
              <a:off x="5097780" y="4089654"/>
              <a:ext cx="457200" cy="411480"/>
            </a:xfrm>
            <a:prstGeom prst="heart">
              <a:avLst/>
            </a:prstGeom>
            <a:solidFill>
              <a:srgbClr val="3A5A3A"/>
            </a:solidFill>
            <a:ln w="12700">
              <a:solidFill>
                <a:srgbClr val="3A5A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9" name="Shape 117"/>
            <p:cNvSpPr/>
            <p:nvPr/>
          </p:nvSpPr>
          <p:spPr>
            <a:xfrm>
              <a:off x="4754880" y="4572000"/>
              <a:ext cx="502920" cy="182880"/>
            </a:xfrm>
            <a:prstGeom prst="roundRect">
              <a:avLst>
                <a:gd name="adj" fmla="val 20000"/>
              </a:avLst>
            </a:prstGeom>
            <a:solidFill>
              <a:srgbClr val="F2EDE0"/>
            </a:solidFill>
            <a:ln w="9525">
              <a:solidFill>
                <a:srgbClr val="3A5A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0" name="Text 118"/>
            <p:cNvSpPr/>
            <p:nvPr/>
          </p:nvSpPr>
          <p:spPr>
            <a:xfrm>
              <a:off x="4754880" y="4572000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3A5A3A"/>
                  </a:solidFill>
                </a:rPr>
                <a:t>♥ ♥</a:t>
              </a:r>
              <a:endParaRPr lang="en-US" sz="700" dirty="0"/>
            </a:p>
          </p:txBody>
        </p:sp>
        <p:sp>
          <p:nvSpPr>
            <p:cNvPr id="121" name="Shape 119"/>
            <p:cNvSpPr/>
            <p:nvPr/>
          </p:nvSpPr>
          <p:spPr>
            <a:xfrm>
              <a:off x="5303520" y="4572000"/>
              <a:ext cx="594360" cy="182880"/>
            </a:xfrm>
            <a:prstGeom prst="roundRect">
              <a:avLst>
                <a:gd name="adj" fmla="val 20000"/>
              </a:avLst>
            </a:prstGeom>
            <a:solidFill>
              <a:srgbClr val="F2EDE0"/>
            </a:solidFill>
            <a:ln w="9525">
              <a:solidFill>
                <a:srgbClr val="3A5A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2" name="Text 120"/>
            <p:cNvSpPr/>
            <p:nvPr/>
          </p:nvSpPr>
          <p:spPr>
            <a:xfrm>
              <a:off x="5303520" y="4572000"/>
              <a:ext cx="5943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Toller Post!</a:t>
              </a:r>
              <a:endParaRPr lang="en-US" sz="500" dirty="0"/>
            </a:p>
          </p:txBody>
        </p:sp>
        <p:sp>
          <p:nvSpPr>
            <p:cNvPr id="123" name="Shape 121"/>
            <p:cNvSpPr/>
            <p:nvPr/>
          </p:nvSpPr>
          <p:spPr>
            <a:xfrm>
              <a:off x="4736592" y="4928616"/>
              <a:ext cx="1179576" cy="0"/>
            </a:xfrm>
            <a:prstGeom prst="line">
              <a:avLst/>
            </a:prstGeom>
            <a:noFill/>
            <a:ln w="6350">
              <a:solidFill>
                <a:srgbClr val="3A5A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4" name="Text 122"/>
            <p:cNvSpPr/>
            <p:nvPr/>
          </p:nvSpPr>
          <p:spPr>
            <a:xfrm>
              <a:off x="4709160" y="4937760"/>
              <a:ext cx="1234440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kern="0" spc="3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LIKE  KOMMENTAR  TEILEN  SPEICHERN</a:t>
              </a:r>
              <a:endParaRPr lang="en-US" sz="400" dirty="0"/>
            </a:p>
          </p:txBody>
        </p:sp>
        <p:sp>
          <p:nvSpPr>
            <p:cNvPr id="125" name="Text 123"/>
            <p:cNvSpPr/>
            <p:nvPr/>
          </p:nvSpPr>
          <p:spPr>
            <a:xfrm>
              <a:off x="4663440" y="5212080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3A5A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WAS ES IST</a:t>
              </a:r>
              <a:endParaRPr lang="en-US" sz="750" dirty="0"/>
            </a:p>
          </p:txBody>
        </p:sp>
        <p:sp>
          <p:nvSpPr>
            <p:cNvPr id="126" name="Text 124"/>
            <p:cNvSpPr/>
            <p:nvPr/>
          </p:nvSpPr>
          <p:spPr>
            <a:xfrm>
              <a:off x="4663440" y="5413248"/>
              <a:ext cx="13258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Wie du mit anderen interagierst. Das zeigt deine Haltung, deine Werte und deine Beziehungen.</a:t>
              </a:r>
              <a:endParaRPr lang="en-US" sz="850" dirty="0"/>
            </a:p>
          </p:txBody>
        </p:sp>
        <p:sp>
          <p:nvSpPr>
            <p:cNvPr id="127" name="Shape 125"/>
            <p:cNvSpPr/>
            <p:nvPr/>
          </p:nvSpPr>
          <p:spPr>
            <a:xfrm>
              <a:off x="4663440" y="6281928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8" name="Text 126"/>
            <p:cNvSpPr/>
            <p:nvPr/>
          </p:nvSpPr>
          <p:spPr>
            <a:xfrm>
              <a:off x="4663440" y="6373368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3A5A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BEISPIELE</a:t>
              </a:r>
              <a:endParaRPr lang="en-US" sz="750" dirty="0"/>
            </a:p>
          </p:txBody>
        </p:sp>
        <p:sp>
          <p:nvSpPr>
            <p:cNvPr id="129" name="Text 127"/>
            <p:cNvSpPr/>
            <p:nvPr/>
          </p:nvSpPr>
          <p:spPr>
            <a:xfrm>
              <a:off x="4663440" y="6574536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Likes, Kommentare, Shares, DMs, Support</a:t>
              </a:r>
              <a:endParaRPr lang="en-US" sz="850" dirty="0"/>
            </a:p>
          </p:txBody>
        </p:sp>
        <p:sp>
          <p:nvSpPr>
            <p:cNvPr id="130" name="Shape 128"/>
            <p:cNvSpPr/>
            <p:nvPr/>
          </p:nvSpPr>
          <p:spPr>
            <a:xfrm>
              <a:off x="4663440" y="7077456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1" name="Text 129"/>
            <p:cNvSpPr/>
            <p:nvPr/>
          </p:nvSpPr>
          <p:spPr>
            <a:xfrm>
              <a:off x="4663440" y="7168896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3A5A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FRAGE AN DICH</a:t>
              </a:r>
              <a:endParaRPr lang="en-US" sz="750" dirty="0"/>
            </a:p>
          </p:txBody>
        </p:sp>
        <p:sp>
          <p:nvSpPr>
            <p:cNvPr id="132" name="Text 130"/>
            <p:cNvSpPr/>
            <p:nvPr/>
          </p:nvSpPr>
          <p:spPr>
            <a:xfrm>
              <a:off x="4663440" y="7370064"/>
              <a:ext cx="1325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Wie möchtest du mit anderen in Verbindung stehen?</a:t>
              </a:r>
              <a:endParaRPr lang="en-US" sz="850" dirty="0"/>
            </a:p>
          </p:txBody>
        </p:sp>
        <p:sp>
          <p:nvSpPr>
            <p:cNvPr id="133" name="Text 131"/>
            <p:cNvSpPr/>
            <p:nvPr/>
          </p:nvSpPr>
          <p:spPr>
            <a:xfrm>
              <a:off x="6080760" y="2697480"/>
              <a:ext cx="13258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4400" b="1" i="1" dirty="0">
                  <a:solidFill>
                    <a:srgbClr val="6E1F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05</a:t>
              </a:r>
              <a:endParaRPr lang="en-US" sz="4400" dirty="0"/>
            </a:p>
          </p:txBody>
        </p:sp>
        <p:sp>
          <p:nvSpPr>
            <p:cNvPr id="134" name="Shape 132"/>
            <p:cNvSpPr/>
            <p:nvPr/>
          </p:nvSpPr>
          <p:spPr>
            <a:xfrm>
              <a:off x="6080760" y="3291840"/>
              <a:ext cx="502920" cy="0"/>
            </a:xfrm>
            <a:prstGeom prst="line">
              <a:avLst/>
            </a:prstGeom>
            <a:noFill/>
            <a:ln w="1905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5" name="Text 133"/>
            <p:cNvSpPr/>
            <p:nvPr/>
          </p:nvSpPr>
          <p:spPr>
            <a:xfrm>
              <a:off x="6080760" y="3410712"/>
              <a:ext cx="1325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kern="0" spc="12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DEIN NETZWERK</a:t>
              </a:r>
              <a:endParaRPr lang="en-US" sz="750" dirty="0"/>
            </a:p>
          </p:txBody>
        </p:sp>
        <p:sp>
          <p:nvSpPr>
            <p:cNvPr id="136" name="Shape 134"/>
            <p:cNvSpPr/>
            <p:nvPr/>
          </p:nvSpPr>
          <p:spPr>
            <a:xfrm>
              <a:off x="6080760" y="3657600"/>
              <a:ext cx="1325880" cy="1417320"/>
            </a:xfrm>
            <a:prstGeom prst="rect">
              <a:avLst/>
            </a:prstGeom>
            <a:solidFill>
              <a:srgbClr val="F2EDE0"/>
            </a:solidFill>
            <a:ln w="9525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7" name="Shape 135"/>
            <p:cNvSpPr/>
            <p:nvPr/>
          </p:nvSpPr>
          <p:spPr>
            <a:xfrm>
              <a:off x="6266383" y="3912718"/>
              <a:ext cx="954634" cy="907085"/>
            </a:xfrm>
            <a:prstGeom prst="ellipse">
              <a:avLst/>
            </a:prstGeom>
            <a:ln w="6350">
              <a:solidFill>
                <a:srgbClr val="6E1F3A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8" name="Shape 136"/>
            <p:cNvSpPr/>
            <p:nvPr/>
          </p:nvSpPr>
          <p:spPr>
            <a:xfrm flipV="1">
              <a:off x="6743700" y="3912718"/>
              <a:ext cx="0" cy="453542"/>
            </a:xfrm>
            <a:prstGeom prst="line">
              <a:avLst/>
            </a:prstGeom>
            <a:noFill/>
            <a:ln w="762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9" name="Shape 137"/>
            <p:cNvSpPr/>
            <p:nvPr/>
          </p:nvSpPr>
          <p:spPr>
            <a:xfrm flipV="1">
              <a:off x="6743700" y="4139489"/>
              <a:ext cx="413368" cy="226771"/>
            </a:xfrm>
            <a:prstGeom prst="line">
              <a:avLst/>
            </a:prstGeom>
            <a:noFill/>
            <a:ln w="762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0" name="Shape 138"/>
            <p:cNvSpPr/>
            <p:nvPr/>
          </p:nvSpPr>
          <p:spPr>
            <a:xfrm>
              <a:off x="6743700" y="4366260"/>
              <a:ext cx="413368" cy="226771"/>
            </a:xfrm>
            <a:prstGeom prst="line">
              <a:avLst/>
            </a:prstGeom>
            <a:noFill/>
            <a:ln w="762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1" name="Shape 139"/>
            <p:cNvSpPr/>
            <p:nvPr/>
          </p:nvSpPr>
          <p:spPr>
            <a:xfrm>
              <a:off x="6743700" y="4366260"/>
              <a:ext cx="0" cy="453542"/>
            </a:xfrm>
            <a:prstGeom prst="line">
              <a:avLst/>
            </a:prstGeom>
            <a:noFill/>
            <a:ln w="762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2" name="Shape 140"/>
            <p:cNvSpPr/>
            <p:nvPr/>
          </p:nvSpPr>
          <p:spPr>
            <a:xfrm flipH="1">
              <a:off x="6330332" y="4366260"/>
              <a:ext cx="413368" cy="226771"/>
            </a:xfrm>
            <a:prstGeom prst="line">
              <a:avLst/>
            </a:prstGeom>
            <a:noFill/>
            <a:ln w="762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3" name="Shape 141"/>
            <p:cNvSpPr/>
            <p:nvPr/>
          </p:nvSpPr>
          <p:spPr>
            <a:xfrm flipH="1" flipV="1">
              <a:off x="6330332" y="4139489"/>
              <a:ext cx="413368" cy="226771"/>
            </a:xfrm>
            <a:prstGeom prst="line">
              <a:avLst/>
            </a:prstGeom>
            <a:noFill/>
            <a:ln w="762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4" name="Shape 142"/>
            <p:cNvSpPr/>
            <p:nvPr/>
          </p:nvSpPr>
          <p:spPr>
            <a:xfrm>
              <a:off x="6606540" y="3775558"/>
              <a:ext cx="274320" cy="274320"/>
            </a:xfrm>
            <a:prstGeom prst="ellipse">
              <a:avLst/>
            </a:prstGeom>
            <a:solidFill>
              <a:srgbClr val="F2EDE0"/>
            </a:solidFill>
            <a:ln w="9525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5" name="Shape 143"/>
            <p:cNvSpPr/>
            <p:nvPr/>
          </p:nvSpPr>
          <p:spPr>
            <a:xfrm>
              <a:off x="6702552" y="3824935"/>
              <a:ext cx="82296" cy="82296"/>
            </a:xfrm>
            <a:prstGeom prst="ellipse">
              <a:avLst/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6" name="Shape 144"/>
            <p:cNvSpPr/>
            <p:nvPr/>
          </p:nvSpPr>
          <p:spPr>
            <a:xfrm>
              <a:off x="6647688" y="3926434"/>
              <a:ext cx="192024" cy="87782"/>
            </a:xfrm>
            <a:prstGeom prst="roundRect">
              <a:avLst>
                <a:gd name="adj" fmla="val 416669"/>
              </a:avLst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7" name="Shape 145"/>
            <p:cNvSpPr/>
            <p:nvPr/>
          </p:nvSpPr>
          <p:spPr>
            <a:xfrm>
              <a:off x="7019908" y="4002329"/>
              <a:ext cx="274320" cy="274320"/>
            </a:xfrm>
            <a:prstGeom prst="ellipse">
              <a:avLst/>
            </a:prstGeom>
            <a:solidFill>
              <a:srgbClr val="F2EDE0"/>
            </a:solidFill>
            <a:ln w="9525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8" name="Shape 146"/>
            <p:cNvSpPr/>
            <p:nvPr/>
          </p:nvSpPr>
          <p:spPr>
            <a:xfrm>
              <a:off x="7115920" y="4051706"/>
              <a:ext cx="82296" cy="82296"/>
            </a:xfrm>
            <a:prstGeom prst="ellipse">
              <a:avLst/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9" name="Shape 147"/>
            <p:cNvSpPr/>
            <p:nvPr/>
          </p:nvSpPr>
          <p:spPr>
            <a:xfrm>
              <a:off x="7061056" y="4153205"/>
              <a:ext cx="192024" cy="87782"/>
            </a:xfrm>
            <a:prstGeom prst="roundRect">
              <a:avLst>
                <a:gd name="adj" fmla="val 416669"/>
              </a:avLst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0" name="Shape 148"/>
            <p:cNvSpPr/>
            <p:nvPr/>
          </p:nvSpPr>
          <p:spPr>
            <a:xfrm>
              <a:off x="7019908" y="4455871"/>
              <a:ext cx="274320" cy="274320"/>
            </a:xfrm>
            <a:prstGeom prst="ellipse">
              <a:avLst/>
            </a:prstGeom>
            <a:solidFill>
              <a:srgbClr val="F2EDE0"/>
            </a:solidFill>
            <a:ln w="9525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1" name="Shape 149"/>
            <p:cNvSpPr/>
            <p:nvPr/>
          </p:nvSpPr>
          <p:spPr>
            <a:xfrm>
              <a:off x="7115920" y="4505249"/>
              <a:ext cx="82296" cy="82296"/>
            </a:xfrm>
            <a:prstGeom prst="ellipse">
              <a:avLst/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2" name="Shape 150"/>
            <p:cNvSpPr/>
            <p:nvPr/>
          </p:nvSpPr>
          <p:spPr>
            <a:xfrm>
              <a:off x="7061056" y="4606747"/>
              <a:ext cx="192024" cy="87782"/>
            </a:xfrm>
            <a:prstGeom prst="roundRect">
              <a:avLst>
                <a:gd name="adj" fmla="val 416669"/>
              </a:avLst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3" name="Shape 151"/>
            <p:cNvSpPr/>
            <p:nvPr/>
          </p:nvSpPr>
          <p:spPr>
            <a:xfrm>
              <a:off x="6606540" y="4682642"/>
              <a:ext cx="274320" cy="274320"/>
            </a:xfrm>
            <a:prstGeom prst="ellipse">
              <a:avLst/>
            </a:prstGeom>
            <a:solidFill>
              <a:srgbClr val="F2EDE0"/>
            </a:solidFill>
            <a:ln w="9525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4" name="Shape 152"/>
            <p:cNvSpPr/>
            <p:nvPr/>
          </p:nvSpPr>
          <p:spPr>
            <a:xfrm>
              <a:off x="6702552" y="4732020"/>
              <a:ext cx="82296" cy="82296"/>
            </a:xfrm>
            <a:prstGeom prst="ellipse">
              <a:avLst/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5" name="Shape 153"/>
            <p:cNvSpPr/>
            <p:nvPr/>
          </p:nvSpPr>
          <p:spPr>
            <a:xfrm>
              <a:off x="6647688" y="4833518"/>
              <a:ext cx="192024" cy="87782"/>
            </a:xfrm>
            <a:prstGeom prst="roundRect">
              <a:avLst>
                <a:gd name="adj" fmla="val 416669"/>
              </a:avLst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6" name="Shape 154"/>
            <p:cNvSpPr/>
            <p:nvPr/>
          </p:nvSpPr>
          <p:spPr>
            <a:xfrm>
              <a:off x="6193172" y="4455871"/>
              <a:ext cx="274320" cy="274320"/>
            </a:xfrm>
            <a:prstGeom prst="ellipse">
              <a:avLst/>
            </a:prstGeom>
            <a:solidFill>
              <a:srgbClr val="F2EDE0"/>
            </a:solidFill>
            <a:ln w="9525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7" name="Shape 155"/>
            <p:cNvSpPr/>
            <p:nvPr/>
          </p:nvSpPr>
          <p:spPr>
            <a:xfrm>
              <a:off x="6289184" y="4505249"/>
              <a:ext cx="82296" cy="82296"/>
            </a:xfrm>
            <a:prstGeom prst="ellipse">
              <a:avLst/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8" name="Shape 156"/>
            <p:cNvSpPr/>
            <p:nvPr/>
          </p:nvSpPr>
          <p:spPr>
            <a:xfrm>
              <a:off x="6234320" y="4606747"/>
              <a:ext cx="192024" cy="87782"/>
            </a:xfrm>
            <a:prstGeom prst="roundRect">
              <a:avLst>
                <a:gd name="adj" fmla="val 416669"/>
              </a:avLst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9" name="Shape 157"/>
            <p:cNvSpPr/>
            <p:nvPr/>
          </p:nvSpPr>
          <p:spPr>
            <a:xfrm>
              <a:off x="6193172" y="4002329"/>
              <a:ext cx="274320" cy="274320"/>
            </a:xfrm>
            <a:prstGeom prst="ellipse">
              <a:avLst/>
            </a:prstGeom>
            <a:solidFill>
              <a:srgbClr val="F2EDE0"/>
            </a:solidFill>
            <a:ln w="9525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0" name="Shape 158"/>
            <p:cNvSpPr/>
            <p:nvPr/>
          </p:nvSpPr>
          <p:spPr>
            <a:xfrm>
              <a:off x="6289184" y="4051706"/>
              <a:ext cx="82296" cy="82296"/>
            </a:xfrm>
            <a:prstGeom prst="ellipse">
              <a:avLst/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1" name="Shape 159"/>
            <p:cNvSpPr/>
            <p:nvPr/>
          </p:nvSpPr>
          <p:spPr>
            <a:xfrm>
              <a:off x="6234320" y="4153205"/>
              <a:ext cx="192024" cy="87782"/>
            </a:xfrm>
            <a:prstGeom prst="roundRect">
              <a:avLst>
                <a:gd name="adj" fmla="val 416669"/>
              </a:avLst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2" name="Shape 160"/>
            <p:cNvSpPr/>
            <p:nvPr/>
          </p:nvSpPr>
          <p:spPr>
            <a:xfrm>
              <a:off x="6551676" y="4174236"/>
              <a:ext cx="384048" cy="384048"/>
            </a:xfrm>
            <a:prstGeom prst="ellipse">
              <a:avLst/>
            </a:prstGeom>
            <a:solidFill>
              <a:srgbClr val="F2EDE0"/>
            </a:solidFill>
            <a:ln w="9525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3" name="Shape 161"/>
            <p:cNvSpPr/>
            <p:nvPr/>
          </p:nvSpPr>
          <p:spPr>
            <a:xfrm>
              <a:off x="6686093" y="4243365"/>
              <a:ext cx="115214" cy="115214"/>
            </a:xfrm>
            <a:prstGeom prst="ellipse">
              <a:avLst/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4" name="Shape 162"/>
            <p:cNvSpPr/>
            <p:nvPr/>
          </p:nvSpPr>
          <p:spPr>
            <a:xfrm>
              <a:off x="6609283" y="4385462"/>
              <a:ext cx="268834" cy="122895"/>
            </a:xfrm>
            <a:prstGeom prst="roundRect">
              <a:avLst>
                <a:gd name="adj" fmla="val 297620"/>
              </a:avLst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5" name="Text 163"/>
            <p:cNvSpPr/>
            <p:nvPr/>
          </p:nvSpPr>
          <p:spPr>
            <a:xfrm>
              <a:off x="6080760" y="5212080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6E1F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WAS ES IST</a:t>
              </a:r>
              <a:endParaRPr lang="en-US" sz="750" dirty="0"/>
            </a:p>
          </p:txBody>
        </p:sp>
        <p:sp>
          <p:nvSpPr>
            <p:cNvPr id="166" name="Text 164"/>
            <p:cNvSpPr/>
            <p:nvPr/>
          </p:nvSpPr>
          <p:spPr>
            <a:xfrm>
              <a:off x="6080760" y="5413248"/>
              <a:ext cx="13258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Die Menschen und Communitys, mit denen du verbunden bist. Dein Netzwerk prägt deine Möglichkeiten.</a:t>
              </a:r>
              <a:endParaRPr lang="en-US" sz="850" dirty="0"/>
            </a:p>
          </p:txBody>
        </p:sp>
        <p:sp>
          <p:nvSpPr>
            <p:cNvPr id="167" name="Shape 165"/>
            <p:cNvSpPr/>
            <p:nvPr/>
          </p:nvSpPr>
          <p:spPr>
            <a:xfrm>
              <a:off x="6080760" y="6281928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8" name="Text 166"/>
            <p:cNvSpPr/>
            <p:nvPr/>
          </p:nvSpPr>
          <p:spPr>
            <a:xfrm>
              <a:off x="6080760" y="6373368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6E1F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BEISPIELE</a:t>
              </a:r>
              <a:endParaRPr lang="en-US" sz="750" dirty="0"/>
            </a:p>
          </p:txBody>
        </p:sp>
        <p:sp>
          <p:nvSpPr>
            <p:cNvPr id="169" name="Text 167"/>
            <p:cNvSpPr/>
            <p:nvPr/>
          </p:nvSpPr>
          <p:spPr>
            <a:xfrm>
              <a:off x="6080760" y="6574536"/>
              <a:ext cx="1325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Freunde, Mentoren, Communities, Marken</a:t>
              </a:r>
              <a:endParaRPr lang="en-US" sz="850" dirty="0"/>
            </a:p>
          </p:txBody>
        </p:sp>
        <p:sp>
          <p:nvSpPr>
            <p:cNvPr id="170" name="Shape 168"/>
            <p:cNvSpPr/>
            <p:nvPr/>
          </p:nvSpPr>
          <p:spPr>
            <a:xfrm>
              <a:off x="6080760" y="7077456"/>
              <a:ext cx="1325880" cy="0"/>
            </a:xfrm>
            <a:prstGeom prst="line">
              <a:avLst/>
            </a:prstGeom>
            <a:noFill/>
            <a:ln w="6350">
              <a:solidFill>
                <a:srgbClr val="999999"/>
              </a:solidFill>
              <a:prstDash val="dash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1" name="Text 169"/>
            <p:cNvSpPr/>
            <p:nvPr/>
          </p:nvSpPr>
          <p:spPr>
            <a:xfrm>
              <a:off x="6080760" y="7168896"/>
              <a:ext cx="1325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6E1F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FRAGE AN DICH</a:t>
              </a:r>
              <a:endParaRPr lang="en-US" sz="750" dirty="0"/>
            </a:p>
          </p:txBody>
        </p:sp>
        <p:sp>
          <p:nvSpPr>
            <p:cNvPr id="172" name="Text 170"/>
            <p:cNvSpPr/>
            <p:nvPr/>
          </p:nvSpPr>
          <p:spPr>
            <a:xfrm>
              <a:off x="6080760" y="7370064"/>
              <a:ext cx="1325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Mit wem möchtest du sichtbar sein?</a:t>
              </a:r>
              <a:endParaRPr lang="en-US" sz="850" dirty="0"/>
            </a:p>
          </p:txBody>
        </p:sp>
        <p:sp>
          <p:nvSpPr>
            <p:cNvPr id="173" name="Shape 171"/>
            <p:cNvSpPr/>
            <p:nvPr/>
          </p:nvSpPr>
          <p:spPr>
            <a:xfrm>
              <a:off x="411480" y="8092440"/>
              <a:ext cx="6949440" cy="1005840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4" name="Text 172"/>
            <p:cNvSpPr/>
            <p:nvPr/>
          </p:nvSpPr>
          <p:spPr>
            <a:xfrm>
              <a:off x="594360" y="8257032"/>
              <a:ext cx="1463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u="sng" kern="0" spc="100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DIE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b="1" u="sng" kern="0" spc="100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KERNBOTSCHAFT</a:t>
              </a:r>
              <a:endParaRPr lang="en-US" sz="1100" dirty="0"/>
            </a:p>
          </p:txBody>
        </p:sp>
        <p:sp>
          <p:nvSpPr>
            <p:cNvPr id="176" name="Text 174"/>
            <p:cNvSpPr/>
            <p:nvPr/>
          </p:nvSpPr>
          <p:spPr>
            <a:xfrm>
              <a:off x="2286000" y="8229600"/>
              <a:ext cx="41148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950" b="1" kern="0" spc="1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DEINE DIGITALE IDENTITÄT IST KEIN ZUFALL.</a:t>
              </a:r>
              <a:endParaRPr lang="en-US" sz="95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950" b="1" kern="0" spc="1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SIE IST DAS ERGEBNIS DEINER ENTSCHEIDUNGEN.</a:t>
              </a:r>
              <a:endParaRPr lang="en-US" sz="95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400" b="1" kern="0" spc="1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endParaRPr lang="en-US" sz="95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sz="950" b="1" kern="0" spc="1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GESTALTE SIE. PFLEGE SIE. ENTWICKLE SIE WEITER.</a:t>
              </a:r>
              <a:endParaRPr lang="en-US" sz="950" dirty="0"/>
            </a:p>
          </p:txBody>
        </p:sp>
        <p:sp>
          <p:nvSpPr>
            <p:cNvPr id="177" name="Shape 175"/>
            <p:cNvSpPr/>
            <p:nvPr/>
          </p:nvSpPr>
          <p:spPr>
            <a:xfrm>
              <a:off x="6583680" y="8275320"/>
              <a:ext cx="201168" cy="201168"/>
            </a:xfrm>
            <a:prstGeom prst="rect">
              <a:avLst/>
            </a:prstGeom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8" name="Shape 176"/>
            <p:cNvSpPr/>
            <p:nvPr/>
          </p:nvSpPr>
          <p:spPr>
            <a:xfrm>
              <a:off x="6583680" y="8595360"/>
              <a:ext cx="201168" cy="201168"/>
            </a:xfrm>
            <a:prstGeom prst="ellipse">
              <a:avLst/>
            </a:prstGeom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9" name="Shape 177"/>
            <p:cNvSpPr/>
            <p:nvPr/>
          </p:nvSpPr>
          <p:spPr>
            <a:xfrm>
              <a:off x="6903720" y="8458200"/>
              <a:ext cx="256032" cy="228600"/>
            </a:xfrm>
            <a:prstGeom prst="triangle">
              <a:avLst/>
            </a:prstGeom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0" name="Shape 178"/>
            <p:cNvSpPr/>
            <p:nvPr/>
          </p:nvSpPr>
          <p:spPr>
            <a:xfrm>
              <a:off x="411480" y="9235440"/>
              <a:ext cx="6949440" cy="0"/>
            </a:xfrm>
            <a:prstGeom prst="line">
              <a:avLst/>
            </a:prstGeom>
            <a:noFill/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1" name="Shape 179"/>
            <p:cNvSpPr/>
            <p:nvPr/>
          </p:nvSpPr>
          <p:spPr>
            <a:xfrm>
              <a:off x="594360" y="9464040"/>
              <a:ext cx="274320" cy="274320"/>
            </a:xfrm>
            <a:prstGeom prst="ellipse">
              <a:avLst/>
            </a:prstGeom>
            <a:ln w="9525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2" name="Shape 180"/>
            <p:cNvSpPr/>
            <p:nvPr/>
          </p:nvSpPr>
          <p:spPr>
            <a:xfrm>
              <a:off x="594360" y="9601200"/>
              <a:ext cx="274320" cy="0"/>
            </a:xfrm>
            <a:prstGeom prst="line">
              <a:avLst/>
            </a:prstGeom>
            <a:noFill/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3" name="Shape 181"/>
            <p:cNvSpPr/>
            <p:nvPr/>
          </p:nvSpPr>
          <p:spPr>
            <a:xfrm>
              <a:off x="731520" y="9464040"/>
              <a:ext cx="0" cy="274320"/>
            </a:xfrm>
            <a:prstGeom prst="line">
              <a:avLst/>
            </a:prstGeom>
            <a:noFill/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4" name="Shape 182"/>
            <p:cNvSpPr/>
            <p:nvPr/>
          </p:nvSpPr>
          <p:spPr>
            <a:xfrm>
              <a:off x="658368" y="9464040"/>
              <a:ext cx="146304" cy="274320"/>
            </a:xfrm>
            <a:prstGeom prst="ellipse">
              <a:avLst/>
            </a:prstGeom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5" name="Text 183"/>
            <p:cNvSpPr/>
            <p:nvPr/>
          </p:nvSpPr>
          <p:spPr>
            <a:xfrm>
              <a:off x="1005840" y="941832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700" b="1" kern="0" spc="1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IDENTITÄT IST DESIGN.</a:t>
              </a:r>
              <a:endParaRPr lang="en-US" sz="7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700" b="1" kern="0" spc="1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GESTALTE DEINE ZUKUNFT.</a:t>
              </a:r>
              <a:endParaRPr lang="en-US" sz="700" dirty="0"/>
            </a:p>
          </p:txBody>
        </p:sp>
        <p:sp>
          <p:nvSpPr>
            <p:cNvPr id="186" name="Text 184"/>
            <p:cNvSpPr/>
            <p:nvPr/>
          </p:nvSpPr>
          <p:spPr>
            <a:xfrm>
              <a:off x="3108960" y="9418320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700" b="1" kern="0" spc="100" dirty="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VERSION 1.0</a:t>
              </a:r>
              <a:endParaRPr lang="en-US" sz="7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700" b="1" kern="0" spc="100">
                  <a:solidFill>
                    <a:srgbClr val="1A1A1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MAI 2026</a:t>
              </a:r>
              <a:endParaRPr lang="en-US" sz="700" dirty="0"/>
            </a:p>
          </p:txBody>
        </p:sp>
        <p:sp>
          <p:nvSpPr>
            <p:cNvPr id="215" name="Shape 213"/>
            <p:cNvSpPr/>
            <p:nvPr/>
          </p:nvSpPr>
          <p:spPr>
            <a:xfrm>
              <a:off x="3429000" y="9857232"/>
              <a:ext cx="109728" cy="109728"/>
            </a:xfrm>
            <a:prstGeom prst="ellipse">
              <a:avLst/>
            </a:prstGeom>
            <a:solidFill>
              <a:srgbClr val="D8442A"/>
            </a:solidFill>
            <a:ln w="12700">
              <a:solidFill>
                <a:srgbClr val="D844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6" name="Shape 214"/>
            <p:cNvSpPr/>
            <p:nvPr/>
          </p:nvSpPr>
          <p:spPr>
            <a:xfrm>
              <a:off x="3630168" y="9857232"/>
              <a:ext cx="109728" cy="109728"/>
            </a:xfrm>
            <a:prstGeom prst="ellipse">
              <a:avLst/>
            </a:prstGeom>
            <a:solidFill>
              <a:srgbClr val="1F2A4A"/>
            </a:solidFill>
            <a:ln w="12700">
              <a:solidFill>
                <a:srgbClr val="1F2A4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7" name="Shape 215"/>
            <p:cNvSpPr/>
            <p:nvPr/>
          </p:nvSpPr>
          <p:spPr>
            <a:xfrm>
              <a:off x="3831336" y="9857232"/>
              <a:ext cx="109728" cy="109728"/>
            </a:xfrm>
            <a:prstGeom prst="ellipse">
              <a:avLst/>
            </a:prstGeom>
            <a:solidFill>
              <a:srgbClr val="E2A924"/>
            </a:solidFill>
            <a:ln w="12700">
              <a:solidFill>
                <a:srgbClr val="E2A924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8" name="Shape 216"/>
            <p:cNvSpPr/>
            <p:nvPr/>
          </p:nvSpPr>
          <p:spPr>
            <a:xfrm>
              <a:off x="4032504" y="9857232"/>
              <a:ext cx="109728" cy="109728"/>
            </a:xfrm>
            <a:prstGeom prst="ellipse">
              <a:avLst/>
            </a:prstGeom>
            <a:solidFill>
              <a:srgbClr val="3A5A3A"/>
            </a:solidFill>
            <a:ln w="12700">
              <a:solidFill>
                <a:srgbClr val="3A5A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9" name="Shape 217"/>
            <p:cNvSpPr/>
            <p:nvPr/>
          </p:nvSpPr>
          <p:spPr>
            <a:xfrm>
              <a:off x="4233672" y="9857232"/>
              <a:ext cx="109728" cy="109728"/>
            </a:xfrm>
            <a:prstGeom prst="ellipse">
              <a:avLst/>
            </a:prstGeom>
            <a:solidFill>
              <a:srgbClr val="6E1F3A"/>
            </a:solidFill>
            <a:ln w="12700">
              <a:solidFill>
                <a:srgbClr val="6E1F3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2701F-3089-7FF5-85C7-F647DB7B2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FD87A5-3D21-442B-F467-6E8150A760FF}"/>
              </a:ext>
            </a:extLst>
          </p:cNvPr>
          <p:cNvSpPr/>
          <p:nvPr/>
        </p:nvSpPr>
        <p:spPr>
          <a:xfrm>
            <a:off x="192024" y="274320"/>
            <a:ext cx="1645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4DD462-F512-64E5-6364-8F091D85477E}"/>
              </a:ext>
            </a:extLst>
          </p:cNvPr>
          <p:cNvSpPr/>
          <p:nvPr/>
        </p:nvSpPr>
        <p:spPr>
          <a:xfrm>
            <a:off x="274320" y="192024"/>
            <a:ext cx="0" cy="164592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434FA9-A1C7-5469-6630-611BDD8A7059}"/>
              </a:ext>
            </a:extLst>
          </p:cNvPr>
          <p:cNvSpPr/>
          <p:nvPr/>
        </p:nvSpPr>
        <p:spPr>
          <a:xfrm>
            <a:off x="7415784" y="274320"/>
            <a:ext cx="1645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791B27-F886-9B03-77DB-81DFF607BA7D}"/>
              </a:ext>
            </a:extLst>
          </p:cNvPr>
          <p:cNvSpPr/>
          <p:nvPr/>
        </p:nvSpPr>
        <p:spPr>
          <a:xfrm>
            <a:off x="7498080" y="192024"/>
            <a:ext cx="0" cy="164592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4233EB-D298-7161-6628-7478292B204A}"/>
              </a:ext>
            </a:extLst>
          </p:cNvPr>
          <p:cNvSpPr/>
          <p:nvPr/>
        </p:nvSpPr>
        <p:spPr>
          <a:xfrm>
            <a:off x="192024" y="9784080"/>
            <a:ext cx="164592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49AC9F4-85C5-EDF2-5965-735B72008377}"/>
              </a:ext>
            </a:extLst>
          </p:cNvPr>
          <p:cNvSpPr/>
          <p:nvPr/>
        </p:nvSpPr>
        <p:spPr>
          <a:xfrm>
            <a:off x="274320" y="9701784"/>
            <a:ext cx="0" cy="164592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868861-089F-B807-F3BE-E06B7DD95DD5}"/>
              </a:ext>
            </a:extLst>
          </p:cNvPr>
          <p:cNvSpPr/>
          <p:nvPr/>
        </p:nvSpPr>
        <p:spPr>
          <a:xfrm>
            <a:off x="3803904" y="192024"/>
            <a:ext cx="164592" cy="16459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E9BA085-877C-18CD-90EA-BCEE147560FB}"/>
              </a:ext>
            </a:extLst>
          </p:cNvPr>
          <p:cNvSpPr/>
          <p:nvPr/>
        </p:nvSpPr>
        <p:spPr>
          <a:xfrm>
            <a:off x="3738067" y="274320"/>
            <a:ext cx="29626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467B69B-2020-773C-4787-2CE519F7C1B3}"/>
              </a:ext>
            </a:extLst>
          </p:cNvPr>
          <p:cNvSpPr/>
          <p:nvPr/>
        </p:nvSpPr>
        <p:spPr>
          <a:xfrm>
            <a:off x="3886200" y="126187"/>
            <a:ext cx="0" cy="296266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9AEF6B2-DCB7-0A40-7A1B-1066AAB6F910}"/>
              </a:ext>
            </a:extLst>
          </p:cNvPr>
          <p:cNvSpPr/>
          <p:nvPr/>
        </p:nvSpPr>
        <p:spPr>
          <a:xfrm>
            <a:off x="3803904" y="9701784"/>
            <a:ext cx="164592" cy="16459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3AD30FC-A63E-FEF0-7E3F-A10E781248B4}"/>
              </a:ext>
            </a:extLst>
          </p:cNvPr>
          <p:cNvSpPr/>
          <p:nvPr/>
        </p:nvSpPr>
        <p:spPr>
          <a:xfrm>
            <a:off x="3738067" y="9784080"/>
            <a:ext cx="29626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6B0B92D-D7E7-0809-09B7-C786B687B7A2}"/>
              </a:ext>
            </a:extLst>
          </p:cNvPr>
          <p:cNvSpPr/>
          <p:nvPr/>
        </p:nvSpPr>
        <p:spPr>
          <a:xfrm>
            <a:off x="3886200" y="9635947"/>
            <a:ext cx="0" cy="296266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A3FDA46-5A94-DDEC-A84C-9E45059A2C6B}"/>
              </a:ext>
            </a:extLst>
          </p:cNvPr>
          <p:cNvSpPr/>
          <p:nvPr/>
        </p:nvSpPr>
        <p:spPr>
          <a:xfrm>
            <a:off x="192024" y="4946904"/>
            <a:ext cx="164592" cy="16459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4FE3ABD-B643-4CA8-F03D-1496F382E8E6}"/>
              </a:ext>
            </a:extLst>
          </p:cNvPr>
          <p:cNvSpPr/>
          <p:nvPr/>
        </p:nvSpPr>
        <p:spPr>
          <a:xfrm>
            <a:off x="126187" y="5029200"/>
            <a:ext cx="29626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B732595-9A57-D342-F4BE-1CB5E86C3788}"/>
              </a:ext>
            </a:extLst>
          </p:cNvPr>
          <p:cNvSpPr/>
          <p:nvPr/>
        </p:nvSpPr>
        <p:spPr>
          <a:xfrm>
            <a:off x="274320" y="4881067"/>
            <a:ext cx="0" cy="296266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F75A887-C11E-732E-262B-56009076F5EB}"/>
              </a:ext>
            </a:extLst>
          </p:cNvPr>
          <p:cNvSpPr/>
          <p:nvPr/>
        </p:nvSpPr>
        <p:spPr>
          <a:xfrm>
            <a:off x="7415784" y="4946904"/>
            <a:ext cx="164592" cy="164592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13878F7-EB4F-BDD5-44BF-836A8D6FEA50}"/>
              </a:ext>
            </a:extLst>
          </p:cNvPr>
          <p:cNvSpPr/>
          <p:nvPr/>
        </p:nvSpPr>
        <p:spPr>
          <a:xfrm>
            <a:off x="7349947" y="5029200"/>
            <a:ext cx="29626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1815D5B-27FF-52AF-73E3-7D8B55A66422}"/>
              </a:ext>
            </a:extLst>
          </p:cNvPr>
          <p:cNvSpPr/>
          <p:nvPr/>
        </p:nvSpPr>
        <p:spPr>
          <a:xfrm>
            <a:off x="7498080" y="4881067"/>
            <a:ext cx="0" cy="296266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78B3CAD-B237-4675-998F-32ACD490C0D7}"/>
              </a:ext>
            </a:extLst>
          </p:cNvPr>
          <p:cNvSpPr/>
          <p:nvPr/>
        </p:nvSpPr>
        <p:spPr>
          <a:xfrm>
            <a:off x="457200" y="50292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5 Bausteine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</a:t>
            </a:r>
            <a:r>
              <a:rPr lang="en-US" sz="4400" b="1" i="1" dirty="0">
                <a:solidFill>
                  <a:srgbClr val="D84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digitalen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Identität</a:t>
            </a:r>
            <a:endParaRPr lang="en-US" sz="4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BDCEB1E-AED9-B53E-5B31-DBE8359CACCA}"/>
              </a:ext>
            </a:extLst>
          </p:cNvPr>
          <p:cNvSpPr/>
          <p:nvPr/>
        </p:nvSpPr>
        <p:spPr>
          <a:xfrm>
            <a:off x="5486400" y="1417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b="1" kern="0" spc="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WER DU BIST.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kern="0" spc="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DU TEILST.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kern="0" spc="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WIE DU VERBUNDEN BIST.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u="sng" kern="0" spc="100" dirty="0">
                <a:solidFill>
                  <a:srgbClr val="D8442A"/>
                </a:solidFill>
                <a:uFill>
                  <a:solidFill>
                    <a:srgbClr val="D8442A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DEINE DIGITALE IDENTITÄT.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B39F781-8169-7985-787A-2A4D26272AB1}"/>
              </a:ext>
            </a:extLst>
          </p:cNvPr>
          <p:cNvSpPr/>
          <p:nvPr/>
        </p:nvSpPr>
        <p:spPr>
          <a:xfrm>
            <a:off x="411480" y="26974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D84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6C0F566-C268-408F-6268-0676982DEA32}"/>
              </a:ext>
            </a:extLst>
          </p:cNvPr>
          <p:cNvSpPr/>
          <p:nvPr/>
        </p:nvSpPr>
        <p:spPr>
          <a:xfrm>
            <a:off x="411480" y="3291840"/>
            <a:ext cx="502920" cy="0"/>
          </a:xfrm>
          <a:prstGeom prst="line">
            <a:avLst/>
          </a:prstGeom>
          <a:noFill/>
          <a:ln w="1905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6F224FB-F762-263B-F546-11A80E0CB146}"/>
              </a:ext>
            </a:extLst>
          </p:cNvPr>
          <p:cNvSpPr/>
          <p:nvPr/>
        </p:nvSpPr>
        <p:spPr>
          <a:xfrm>
            <a:off x="411480" y="3410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2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DEIN PROFILBILD</a:t>
            </a:r>
            <a:endParaRPr lang="en-US" sz="7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A6DBD39-3269-69FD-789D-625C4161FC01}"/>
              </a:ext>
            </a:extLst>
          </p:cNvPr>
          <p:cNvSpPr/>
          <p:nvPr/>
        </p:nvSpPr>
        <p:spPr>
          <a:xfrm>
            <a:off x="411480" y="3657600"/>
            <a:ext cx="1325880" cy="1417320"/>
          </a:xfrm>
          <a:prstGeom prst="rect">
            <a:avLst/>
          </a:prstGeom>
          <a:solidFill>
            <a:srgbClr val="F2EDE0"/>
          </a:solidFill>
          <a:ln w="9525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D659299-F907-AAED-53F4-5A9E5E7D5E3D}"/>
              </a:ext>
            </a:extLst>
          </p:cNvPr>
          <p:cNvSpPr/>
          <p:nvPr/>
        </p:nvSpPr>
        <p:spPr>
          <a:xfrm>
            <a:off x="548640" y="3794760"/>
            <a:ext cx="137160" cy="0"/>
          </a:xfrm>
          <a:prstGeom prst="line">
            <a:avLst/>
          </a:prstGeom>
          <a:noFill/>
          <a:ln w="254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0377161-EE8B-66B1-3668-2F9F51D4BBA1}"/>
              </a:ext>
            </a:extLst>
          </p:cNvPr>
          <p:cNvSpPr/>
          <p:nvPr/>
        </p:nvSpPr>
        <p:spPr>
          <a:xfrm>
            <a:off x="548640" y="3794760"/>
            <a:ext cx="0" cy="137160"/>
          </a:xfrm>
          <a:prstGeom prst="line">
            <a:avLst/>
          </a:prstGeom>
          <a:noFill/>
          <a:ln w="254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4A1C9AD-7B73-CD81-7BA5-98CA600E24FF}"/>
              </a:ext>
            </a:extLst>
          </p:cNvPr>
          <p:cNvSpPr/>
          <p:nvPr/>
        </p:nvSpPr>
        <p:spPr>
          <a:xfrm>
            <a:off x="1463040" y="3794760"/>
            <a:ext cx="137160" cy="0"/>
          </a:xfrm>
          <a:prstGeom prst="line">
            <a:avLst/>
          </a:prstGeom>
          <a:noFill/>
          <a:ln w="254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640B732-EE82-97A0-4EFB-29D6E938A6B2}"/>
              </a:ext>
            </a:extLst>
          </p:cNvPr>
          <p:cNvSpPr/>
          <p:nvPr/>
        </p:nvSpPr>
        <p:spPr>
          <a:xfrm>
            <a:off x="1600200" y="3794760"/>
            <a:ext cx="0" cy="137160"/>
          </a:xfrm>
          <a:prstGeom prst="line">
            <a:avLst/>
          </a:prstGeom>
          <a:noFill/>
          <a:ln w="254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2675631-9AAD-9A7C-8461-D4282CFA0631}"/>
              </a:ext>
            </a:extLst>
          </p:cNvPr>
          <p:cNvSpPr/>
          <p:nvPr/>
        </p:nvSpPr>
        <p:spPr>
          <a:xfrm>
            <a:off x="548640" y="4937760"/>
            <a:ext cx="137160" cy="0"/>
          </a:xfrm>
          <a:prstGeom prst="line">
            <a:avLst/>
          </a:prstGeom>
          <a:noFill/>
          <a:ln w="254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CC6FE2E-D784-BAA8-6044-DD5093E5C546}"/>
              </a:ext>
            </a:extLst>
          </p:cNvPr>
          <p:cNvSpPr/>
          <p:nvPr/>
        </p:nvSpPr>
        <p:spPr>
          <a:xfrm>
            <a:off x="548640" y="4800600"/>
            <a:ext cx="0" cy="137160"/>
          </a:xfrm>
          <a:prstGeom prst="line">
            <a:avLst/>
          </a:prstGeom>
          <a:noFill/>
          <a:ln w="254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873163F-015D-985C-2E67-C4F68D349D50}"/>
              </a:ext>
            </a:extLst>
          </p:cNvPr>
          <p:cNvSpPr/>
          <p:nvPr/>
        </p:nvSpPr>
        <p:spPr>
          <a:xfrm>
            <a:off x="1463040" y="4937760"/>
            <a:ext cx="137160" cy="0"/>
          </a:xfrm>
          <a:prstGeom prst="line">
            <a:avLst/>
          </a:prstGeom>
          <a:noFill/>
          <a:ln w="254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878C132-4057-D447-46AB-9D4E8D3DDFBB}"/>
              </a:ext>
            </a:extLst>
          </p:cNvPr>
          <p:cNvSpPr/>
          <p:nvPr/>
        </p:nvSpPr>
        <p:spPr>
          <a:xfrm>
            <a:off x="1600200" y="4800600"/>
            <a:ext cx="0" cy="137160"/>
          </a:xfrm>
          <a:prstGeom prst="line">
            <a:avLst/>
          </a:prstGeom>
          <a:noFill/>
          <a:ln w="254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AC1589C-01F5-31FC-A37A-9DE574E91A89}"/>
              </a:ext>
            </a:extLst>
          </p:cNvPr>
          <p:cNvSpPr/>
          <p:nvPr/>
        </p:nvSpPr>
        <p:spPr>
          <a:xfrm>
            <a:off x="914400" y="3840480"/>
            <a:ext cx="0" cy="1051560"/>
          </a:xfrm>
          <a:prstGeom prst="line">
            <a:avLst/>
          </a:prstGeom>
          <a:noFill/>
          <a:ln w="5080">
            <a:solidFill>
              <a:srgbClr val="D8442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AE35B81-CA55-8322-E3AA-2606CF7A39DB}"/>
              </a:ext>
            </a:extLst>
          </p:cNvPr>
          <p:cNvSpPr/>
          <p:nvPr/>
        </p:nvSpPr>
        <p:spPr>
          <a:xfrm>
            <a:off x="594360" y="4191000"/>
            <a:ext cx="960120" cy="0"/>
          </a:xfrm>
          <a:prstGeom prst="line">
            <a:avLst/>
          </a:prstGeom>
          <a:noFill/>
          <a:ln w="5080">
            <a:solidFill>
              <a:srgbClr val="D8442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6FB11AD-E72D-AF1D-91D9-24E027EE824F}"/>
              </a:ext>
            </a:extLst>
          </p:cNvPr>
          <p:cNvSpPr/>
          <p:nvPr/>
        </p:nvSpPr>
        <p:spPr>
          <a:xfrm>
            <a:off x="1234440" y="3840480"/>
            <a:ext cx="0" cy="1051560"/>
          </a:xfrm>
          <a:prstGeom prst="line">
            <a:avLst/>
          </a:prstGeom>
          <a:noFill/>
          <a:ln w="5080">
            <a:solidFill>
              <a:srgbClr val="D8442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A9A791B-1BE4-CB64-710C-42C494FB858B}"/>
              </a:ext>
            </a:extLst>
          </p:cNvPr>
          <p:cNvSpPr/>
          <p:nvPr/>
        </p:nvSpPr>
        <p:spPr>
          <a:xfrm>
            <a:off x="594360" y="4541520"/>
            <a:ext cx="960120" cy="0"/>
          </a:xfrm>
          <a:prstGeom prst="line">
            <a:avLst/>
          </a:prstGeom>
          <a:noFill/>
          <a:ln w="5080">
            <a:solidFill>
              <a:srgbClr val="D8442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9A4F31E-DA1D-CBF5-E75D-3B1AD2C83244}"/>
              </a:ext>
            </a:extLst>
          </p:cNvPr>
          <p:cNvSpPr/>
          <p:nvPr/>
        </p:nvSpPr>
        <p:spPr>
          <a:xfrm>
            <a:off x="868680" y="4046220"/>
            <a:ext cx="411480" cy="411480"/>
          </a:xfrm>
          <a:prstGeom prst="ellipse">
            <a:avLst/>
          </a:prstGeom>
          <a:solidFill>
            <a:srgbClr val="D8442A"/>
          </a:solidFill>
          <a:ln w="127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DB867EF-3346-9C12-D77A-96526C084DF7}"/>
              </a:ext>
            </a:extLst>
          </p:cNvPr>
          <p:cNvSpPr/>
          <p:nvPr/>
        </p:nvSpPr>
        <p:spPr>
          <a:xfrm>
            <a:off x="627507" y="4457700"/>
            <a:ext cx="893826" cy="480060"/>
          </a:xfrm>
          <a:prstGeom prst="roundRect">
            <a:avLst>
              <a:gd name="adj" fmla="val 47619"/>
            </a:avLst>
          </a:prstGeom>
          <a:solidFill>
            <a:srgbClr val="D8442A"/>
          </a:solidFill>
          <a:ln w="127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0E0B1CD-D0E7-3A2F-E74D-B4E660745F55}"/>
              </a:ext>
            </a:extLst>
          </p:cNvPr>
          <p:cNvSpPr/>
          <p:nvPr/>
        </p:nvSpPr>
        <p:spPr>
          <a:xfrm>
            <a:off x="411480" y="52120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84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ES IST</a:t>
            </a:r>
            <a:endParaRPr lang="en-US" sz="7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0B8A3F4-12F8-5E74-518B-D09E49A4667A}"/>
              </a:ext>
            </a:extLst>
          </p:cNvPr>
          <p:cNvSpPr/>
          <p:nvPr/>
        </p:nvSpPr>
        <p:spPr>
          <a:xfrm>
            <a:off x="411480" y="541324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erste, was andere von dir sehen. Es prägt den ersten Eindruck.</a:t>
            </a:r>
            <a:endParaRPr lang="en-US" sz="8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F1CC804-A509-CE64-A8D7-1FEBFB179298}"/>
              </a:ext>
            </a:extLst>
          </p:cNvPr>
          <p:cNvSpPr/>
          <p:nvPr/>
        </p:nvSpPr>
        <p:spPr>
          <a:xfrm>
            <a:off x="411480" y="6281928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6344C95-B241-BC62-1F0B-B7B613ABF6EC}"/>
              </a:ext>
            </a:extLst>
          </p:cNvPr>
          <p:cNvSpPr/>
          <p:nvPr/>
        </p:nvSpPr>
        <p:spPr>
          <a:xfrm>
            <a:off x="411480" y="63733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84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BEISPIELE</a:t>
            </a:r>
            <a:endParaRPr lang="en-US" sz="7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FD78D7A-BC06-2A6A-44CC-F9331977F668}"/>
              </a:ext>
            </a:extLst>
          </p:cNvPr>
          <p:cNvSpPr/>
          <p:nvPr/>
        </p:nvSpPr>
        <p:spPr>
          <a:xfrm>
            <a:off x="411480" y="65745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Illustration, Logo, Avatar</a:t>
            </a:r>
            <a:endParaRPr lang="en-US" sz="85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7BBB5A0-27BE-29DF-6366-5EA05DC33ABB}"/>
              </a:ext>
            </a:extLst>
          </p:cNvPr>
          <p:cNvSpPr/>
          <p:nvPr/>
        </p:nvSpPr>
        <p:spPr>
          <a:xfrm>
            <a:off x="411480" y="7077456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7E74299-5CC9-E870-2059-7F13D116E1D8}"/>
              </a:ext>
            </a:extLst>
          </p:cNvPr>
          <p:cNvSpPr/>
          <p:nvPr/>
        </p:nvSpPr>
        <p:spPr>
          <a:xfrm>
            <a:off x="411480" y="71688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84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FRAGE AN DICH</a:t>
            </a:r>
            <a:endParaRPr lang="en-US" sz="7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5D3CD21-86E4-0514-9A91-C2E75BFB8DAC}"/>
              </a:ext>
            </a:extLst>
          </p:cNvPr>
          <p:cNvSpPr/>
          <p:nvPr/>
        </p:nvSpPr>
        <p:spPr>
          <a:xfrm>
            <a:off x="411480" y="73700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soll dein Bild über dich aussagen?</a:t>
            </a:r>
            <a:endParaRPr lang="en-US" sz="85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686888C-FACE-C72A-1BCF-356BFED2BC58}"/>
              </a:ext>
            </a:extLst>
          </p:cNvPr>
          <p:cNvSpPr/>
          <p:nvPr/>
        </p:nvSpPr>
        <p:spPr>
          <a:xfrm>
            <a:off x="1828800" y="26974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1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897820DF-1260-AF95-43BB-9613CA8FA99F}"/>
              </a:ext>
            </a:extLst>
          </p:cNvPr>
          <p:cNvSpPr/>
          <p:nvPr/>
        </p:nvSpPr>
        <p:spPr>
          <a:xfrm>
            <a:off x="1828800" y="3291840"/>
            <a:ext cx="502920" cy="0"/>
          </a:xfrm>
          <a:prstGeom prst="line">
            <a:avLst/>
          </a:prstGeom>
          <a:noFill/>
          <a:ln w="1905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30936AF-1573-1155-B86B-A2F670628A1D}"/>
              </a:ext>
            </a:extLst>
          </p:cNvPr>
          <p:cNvSpPr/>
          <p:nvPr/>
        </p:nvSpPr>
        <p:spPr>
          <a:xfrm>
            <a:off x="1828800" y="3410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2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DEINE BIO</a:t>
            </a:r>
            <a:endParaRPr lang="en-US" sz="75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ED0E3333-5813-B75C-E083-E1B3688AEFBA}"/>
              </a:ext>
            </a:extLst>
          </p:cNvPr>
          <p:cNvSpPr/>
          <p:nvPr/>
        </p:nvSpPr>
        <p:spPr>
          <a:xfrm>
            <a:off x="1828800" y="3657600"/>
            <a:ext cx="1325880" cy="1417320"/>
          </a:xfrm>
          <a:prstGeom prst="rect">
            <a:avLst/>
          </a:prstGeom>
          <a:solidFill>
            <a:srgbClr val="F2EDE0"/>
          </a:solidFill>
          <a:ln w="9525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D5480C68-135C-312C-ADD2-17763D63C41D}"/>
              </a:ext>
            </a:extLst>
          </p:cNvPr>
          <p:cNvSpPr/>
          <p:nvPr/>
        </p:nvSpPr>
        <p:spPr>
          <a:xfrm>
            <a:off x="1938528" y="3767328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Hi! Ich bin Max.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Designer &amp; Denker.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Kaffee. Berge.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Neugierig.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Berlin 📍</a:t>
            </a:r>
            <a:endParaRPr lang="en-US" sz="8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FA19D53-0963-D1AF-C102-47F21DEED38F}"/>
              </a:ext>
            </a:extLst>
          </p:cNvPr>
          <p:cNvSpPr/>
          <p:nvPr/>
        </p:nvSpPr>
        <p:spPr>
          <a:xfrm>
            <a:off x="1938528" y="4617720"/>
            <a:ext cx="1106424" cy="1097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6B9450B3-926B-8A36-9A78-5AD7ED4B6541}"/>
              </a:ext>
            </a:extLst>
          </p:cNvPr>
          <p:cNvSpPr/>
          <p:nvPr/>
        </p:nvSpPr>
        <p:spPr>
          <a:xfrm>
            <a:off x="1938528" y="4828032"/>
            <a:ext cx="2766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☕</a:t>
            </a: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8007716-3A43-0E80-F82C-AAE1AA96215B}"/>
              </a:ext>
            </a:extLst>
          </p:cNvPr>
          <p:cNvSpPr/>
          <p:nvPr/>
        </p:nvSpPr>
        <p:spPr>
          <a:xfrm>
            <a:off x="2215134" y="4828032"/>
            <a:ext cx="2766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⛰</a:t>
            </a:r>
            <a:endParaRPr lang="en-US" sz="12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26C28E0-DF2F-A04F-29F0-BF9D7746B237}"/>
              </a:ext>
            </a:extLst>
          </p:cNvPr>
          <p:cNvSpPr/>
          <p:nvPr/>
        </p:nvSpPr>
        <p:spPr>
          <a:xfrm>
            <a:off x="2491740" y="4828032"/>
            <a:ext cx="2766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✏</a:t>
            </a:r>
            <a:endParaRPr lang="en-US" sz="12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538190B-BFDE-21DA-1121-8BAFA80A9208}"/>
              </a:ext>
            </a:extLst>
          </p:cNvPr>
          <p:cNvSpPr/>
          <p:nvPr/>
        </p:nvSpPr>
        <p:spPr>
          <a:xfrm>
            <a:off x="2768346" y="4828032"/>
            <a:ext cx="2766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🙂</a:t>
            </a:r>
            <a:endParaRPr lang="en-US" sz="12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D3B33FE5-06F6-528B-AAFA-E37997DDCCF6}"/>
              </a:ext>
            </a:extLst>
          </p:cNvPr>
          <p:cNvSpPr/>
          <p:nvPr/>
        </p:nvSpPr>
        <p:spPr>
          <a:xfrm>
            <a:off x="1828800" y="52120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ES IST</a:t>
            </a:r>
            <a:endParaRPr lang="en-US" sz="75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9F845EF8-B061-173A-1F20-27E192FFF523}"/>
              </a:ext>
            </a:extLst>
          </p:cNvPr>
          <p:cNvSpPr/>
          <p:nvPr/>
        </p:nvSpPr>
        <p:spPr>
          <a:xfrm>
            <a:off x="1828800" y="541324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kurzer Text, der dir Kontext gibt. Wer du bist, was dich bewegt, was dich wichtig ist.</a:t>
            </a:r>
            <a:endParaRPr lang="en-US" sz="8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23C12D9A-5A1C-5E1C-6A53-821129E3A1EC}"/>
              </a:ext>
            </a:extLst>
          </p:cNvPr>
          <p:cNvSpPr/>
          <p:nvPr/>
        </p:nvSpPr>
        <p:spPr>
          <a:xfrm>
            <a:off x="1828800" y="6281928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C61DD981-F904-334F-DE98-392F7409969E}"/>
              </a:ext>
            </a:extLst>
          </p:cNvPr>
          <p:cNvSpPr/>
          <p:nvPr/>
        </p:nvSpPr>
        <p:spPr>
          <a:xfrm>
            <a:off x="1828800" y="63733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BEISPIELE</a:t>
            </a:r>
            <a:endParaRPr lang="en-US" sz="75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9FEBFBC5-C46B-8032-1743-EE6AA2BED4F3}"/>
              </a:ext>
            </a:extLst>
          </p:cNvPr>
          <p:cNvSpPr/>
          <p:nvPr/>
        </p:nvSpPr>
        <p:spPr>
          <a:xfrm>
            <a:off x="1828800" y="65745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Interessen, Werte, Rolle, Motto, Humor</a:t>
            </a:r>
            <a:endParaRPr lang="en-US" sz="85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66D6C119-7636-E9B2-4EF0-1E413060D451}"/>
              </a:ext>
            </a:extLst>
          </p:cNvPr>
          <p:cNvSpPr/>
          <p:nvPr/>
        </p:nvSpPr>
        <p:spPr>
          <a:xfrm>
            <a:off x="1828800" y="7077456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FB9DDC43-4E3F-B0D7-50F5-D265AB163C9F}"/>
              </a:ext>
            </a:extLst>
          </p:cNvPr>
          <p:cNvSpPr/>
          <p:nvPr/>
        </p:nvSpPr>
        <p:spPr>
          <a:xfrm>
            <a:off x="1828800" y="71688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FRAGE AN DICH</a:t>
            </a:r>
            <a:endParaRPr lang="en-US" sz="75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ACDC7B57-DD45-6739-4864-CFDCC01156E2}"/>
              </a:ext>
            </a:extLst>
          </p:cNvPr>
          <p:cNvSpPr/>
          <p:nvPr/>
        </p:nvSpPr>
        <p:spPr>
          <a:xfrm>
            <a:off x="1828800" y="73700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möchtest du in wenigen Worten zeigen?</a:t>
            </a:r>
            <a:endParaRPr lang="en-US" sz="85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99AA56F9-FCD9-8782-9E39-FFFE99C3945D}"/>
              </a:ext>
            </a:extLst>
          </p:cNvPr>
          <p:cNvSpPr/>
          <p:nvPr/>
        </p:nvSpPr>
        <p:spPr>
          <a:xfrm>
            <a:off x="3246120" y="26974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E2A9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1D526B60-5FA7-1168-544B-19AD08B1AA67}"/>
              </a:ext>
            </a:extLst>
          </p:cNvPr>
          <p:cNvSpPr/>
          <p:nvPr/>
        </p:nvSpPr>
        <p:spPr>
          <a:xfrm>
            <a:off x="3246120" y="3291840"/>
            <a:ext cx="502920" cy="0"/>
          </a:xfrm>
          <a:prstGeom prst="line">
            <a:avLst/>
          </a:prstGeom>
          <a:noFill/>
          <a:ln w="1905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B6554BBA-9CE7-E1CD-3326-D44C83DEB1D4}"/>
              </a:ext>
            </a:extLst>
          </p:cNvPr>
          <p:cNvSpPr/>
          <p:nvPr/>
        </p:nvSpPr>
        <p:spPr>
          <a:xfrm>
            <a:off x="3246120" y="3410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2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DEINE INHALTE</a:t>
            </a:r>
            <a:endParaRPr lang="en-US" sz="75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BB692C9A-0422-0B77-6685-C0619FA970A9}"/>
              </a:ext>
            </a:extLst>
          </p:cNvPr>
          <p:cNvSpPr/>
          <p:nvPr/>
        </p:nvSpPr>
        <p:spPr>
          <a:xfrm>
            <a:off x="3246120" y="3657600"/>
            <a:ext cx="1325880" cy="1417320"/>
          </a:xfrm>
          <a:prstGeom prst="rect">
            <a:avLst/>
          </a:prstGeom>
          <a:solidFill>
            <a:srgbClr val="F2EDE0"/>
          </a:solidFill>
          <a:ln w="9525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FD5567BB-141C-9778-FDB9-115D99A7B767}"/>
              </a:ext>
            </a:extLst>
          </p:cNvPr>
          <p:cNvSpPr/>
          <p:nvPr/>
        </p:nvSpPr>
        <p:spPr>
          <a:xfrm>
            <a:off x="3724656" y="3749040"/>
            <a:ext cx="0" cy="1234440"/>
          </a:xfrm>
          <a:prstGeom prst="line">
            <a:avLst/>
          </a:prstGeom>
          <a:noFill/>
          <a:ln w="635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1D94BBA8-2579-E114-9176-DB0430C2DBAB}"/>
              </a:ext>
            </a:extLst>
          </p:cNvPr>
          <p:cNvSpPr/>
          <p:nvPr/>
        </p:nvSpPr>
        <p:spPr>
          <a:xfrm>
            <a:off x="3355848" y="4160520"/>
            <a:ext cx="1106424" cy="0"/>
          </a:xfrm>
          <a:prstGeom prst="line">
            <a:avLst/>
          </a:prstGeom>
          <a:noFill/>
          <a:ln w="635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97CF8580-87F3-9751-9171-0F00C6353AD0}"/>
              </a:ext>
            </a:extLst>
          </p:cNvPr>
          <p:cNvSpPr/>
          <p:nvPr/>
        </p:nvSpPr>
        <p:spPr>
          <a:xfrm>
            <a:off x="4093464" y="3749040"/>
            <a:ext cx="0" cy="1234440"/>
          </a:xfrm>
          <a:prstGeom prst="line">
            <a:avLst/>
          </a:prstGeom>
          <a:noFill/>
          <a:ln w="635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E20A10BE-3B21-A421-D8B2-B314A3889547}"/>
              </a:ext>
            </a:extLst>
          </p:cNvPr>
          <p:cNvSpPr/>
          <p:nvPr/>
        </p:nvSpPr>
        <p:spPr>
          <a:xfrm>
            <a:off x="3355848" y="4572000"/>
            <a:ext cx="1106424" cy="0"/>
          </a:xfrm>
          <a:prstGeom prst="line">
            <a:avLst/>
          </a:prstGeom>
          <a:noFill/>
          <a:ln w="635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2EB0F14D-3C5B-7A35-5F2C-5FE1C471A8D2}"/>
              </a:ext>
            </a:extLst>
          </p:cNvPr>
          <p:cNvSpPr/>
          <p:nvPr/>
        </p:nvSpPr>
        <p:spPr>
          <a:xfrm>
            <a:off x="3438830" y="3853358"/>
            <a:ext cx="202844" cy="202844"/>
          </a:xfrm>
          <a:prstGeom prst="ellipse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206CABA3-3623-BB42-ABAA-EE052E131184}"/>
              </a:ext>
            </a:extLst>
          </p:cNvPr>
          <p:cNvSpPr/>
          <p:nvPr/>
        </p:nvSpPr>
        <p:spPr>
          <a:xfrm>
            <a:off x="3807638" y="3853358"/>
            <a:ext cx="202844" cy="202844"/>
          </a:xfrm>
          <a:prstGeom prst="triangle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9A66165F-4443-269A-E74C-53534A89CC49}"/>
              </a:ext>
            </a:extLst>
          </p:cNvPr>
          <p:cNvSpPr/>
          <p:nvPr/>
        </p:nvSpPr>
        <p:spPr>
          <a:xfrm>
            <a:off x="4176446" y="3853358"/>
            <a:ext cx="202844" cy="202844"/>
          </a:xfrm>
          <a:prstGeom prst="pie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B28924D1-4EDA-CD1E-941D-D0750C52084B}"/>
              </a:ext>
            </a:extLst>
          </p:cNvPr>
          <p:cNvSpPr/>
          <p:nvPr/>
        </p:nvSpPr>
        <p:spPr>
          <a:xfrm flipH="1">
            <a:off x="3438830" y="4264838"/>
            <a:ext cx="202844" cy="202844"/>
          </a:xfrm>
          <a:prstGeom prst="rtTriangle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B0357365-FC5E-10EF-9D2D-A0E34C6AF0B4}"/>
              </a:ext>
            </a:extLst>
          </p:cNvPr>
          <p:cNvSpPr/>
          <p:nvPr/>
        </p:nvSpPr>
        <p:spPr>
          <a:xfrm>
            <a:off x="3807638" y="4264838"/>
            <a:ext cx="202844" cy="202844"/>
          </a:xfrm>
          <a:prstGeom prst="diamond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3FC55990-82C1-133F-EBDE-AD0A81687290}"/>
              </a:ext>
            </a:extLst>
          </p:cNvPr>
          <p:cNvSpPr/>
          <p:nvPr/>
        </p:nvSpPr>
        <p:spPr>
          <a:xfrm>
            <a:off x="3872548" y="4329748"/>
            <a:ext cx="73024" cy="73024"/>
          </a:xfrm>
          <a:prstGeom prst="ellipse">
            <a:avLst/>
          </a:prstGeom>
          <a:solidFill>
            <a:srgbClr val="F2EDE0"/>
          </a:solidFill>
          <a:ln w="12700">
            <a:solidFill>
              <a:srgbClr val="F2ED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D2E27F39-AC8E-B3F8-0E87-7F90EC4B0075}"/>
              </a:ext>
            </a:extLst>
          </p:cNvPr>
          <p:cNvSpPr/>
          <p:nvPr/>
        </p:nvSpPr>
        <p:spPr>
          <a:xfrm>
            <a:off x="4176446" y="4264838"/>
            <a:ext cx="202844" cy="202844"/>
          </a:xfrm>
          <a:prstGeom prst="rect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C14FF075-1437-A04C-5EEE-7A7B6D50144E}"/>
              </a:ext>
            </a:extLst>
          </p:cNvPr>
          <p:cNvSpPr/>
          <p:nvPr/>
        </p:nvSpPr>
        <p:spPr>
          <a:xfrm rot="10800000">
            <a:off x="3438830" y="4727029"/>
            <a:ext cx="202844" cy="202844"/>
          </a:xfrm>
          <a:prstGeom prst="pie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B3F12DF3-B165-B6BF-5F36-620BEB3C4EE2}"/>
              </a:ext>
            </a:extLst>
          </p:cNvPr>
          <p:cNvSpPr/>
          <p:nvPr/>
        </p:nvSpPr>
        <p:spPr>
          <a:xfrm>
            <a:off x="3807638" y="4811547"/>
            <a:ext cx="67615" cy="67615"/>
          </a:xfrm>
          <a:prstGeom prst="rect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FB85DF89-75D9-204A-AEC2-BC5D9E3C4447}"/>
              </a:ext>
            </a:extLst>
          </p:cNvPr>
          <p:cNvSpPr/>
          <p:nvPr/>
        </p:nvSpPr>
        <p:spPr>
          <a:xfrm>
            <a:off x="3875253" y="4743933"/>
            <a:ext cx="67615" cy="135230"/>
          </a:xfrm>
          <a:prstGeom prst="rect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846C26C3-1840-E1E9-A4B7-3E2CEF69834D}"/>
              </a:ext>
            </a:extLst>
          </p:cNvPr>
          <p:cNvSpPr/>
          <p:nvPr/>
        </p:nvSpPr>
        <p:spPr>
          <a:xfrm>
            <a:off x="3942867" y="4676318"/>
            <a:ext cx="67615" cy="202844"/>
          </a:xfrm>
          <a:prstGeom prst="rect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52A5BD90-83CA-F63A-DD56-B38B1AD30318}"/>
              </a:ext>
            </a:extLst>
          </p:cNvPr>
          <p:cNvSpPr/>
          <p:nvPr/>
        </p:nvSpPr>
        <p:spPr>
          <a:xfrm>
            <a:off x="4176446" y="4676318"/>
            <a:ext cx="202844" cy="202844"/>
          </a:xfrm>
          <a:prstGeom prst="star8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5CE82D11-2116-C25C-72DB-B84930EBF379}"/>
              </a:ext>
            </a:extLst>
          </p:cNvPr>
          <p:cNvSpPr/>
          <p:nvPr/>
        </p:nvSpPr>
        <p:spPr>
          <a:xfrm>
            <a:off x="3246120" y="52120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2A9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ES IST</a:t>
            </a:r>
            <a:endParaRPr lang="en-US" sz="750" dirty="0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990D9D17-7023-C6A0-248B-D4B87B5C06E9}"/>
              </a:ext>
            </a:extLst>
          </p:cNvPr>
          <p:cNvSpPr/>
          <p:nvPr/>
        </p:nvSpPr>
        <p:spPr>
          <a:xfrm>
            <a:off x="3246120" y="541324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Inhalte, die du teilst. Sie zeigen deine Themen, deine Perspektive und deinen Stil.</a:t>
            </a:r>
            <a:endParaRPr lang="en-US" sz="850" dirty="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E7AE26CD-470C-F4F3-32CE-6D055F51BF26}"/>
              </a:ext>
            </a:extLst>
          </p:cNvPr>
          <p:cNvSpPr/>
          <p:nvPr/>
        </p:nvSpPr>
        <p:spPr>
          <a:xfrm>
            <a:off x="3246120" y="6281928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E02DF807-F2BB-16C7-A6A0-939A79BC24A2}"/>
              </a:ext>
            </a:extLst>
          </p:cNvPr>
          <p:cNvSpPr/>
          <p:nvPr/>
        </p:nvSpPr>
        <p:spPr>
          <a:xfrm>
            <a:off x="3246120" y="63733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2A9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BEISPIELE</a:t>
            </a:r>
            <a:endParaRPr lang="en-US" sz="750" dirty="0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CC983358-447A-C895-C882-D8CF2FBBCD28}"/>
              </a:ext>
            </a:extLst>
          </p:cNvPr>
          <p:cNvSpPr/>
          <p:nvPr/>
        </p:nvSpPr>
        <p:spPr>
          <a:xfrm>
            <a:off x="3246120" y="65745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Videos, Fotos, Stories, Reels</a:t>
            </a:r>
            <a:endParaRPr lang="en-US" sz="850" dirty="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B2B29A67-FE43-8A2E-B82C-ED784F2DF7C3}"/>
              </a:ext>
            </a:extLst>
          </p:cNvPr>
          <p:cNvSpPr/>
          <p:nvPr/>
        </p:nvSpPr>
        <p:spPr>
          <a:xfrm>
            <a:off x="3246120" y="7077456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29332D73-3182-AB54-F4F7-3B235A411779}"/>
              </a:ext>
            </a:extLst>
          </p:cNvPr>
          <p:cNvSpPr/>
          <p:nvPr/>
        </p:nvSpPr>
        <p:spPr>
          <a:xfrm>
            <a:off x="3246120" y="71688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2A9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FRAGE AN DICH</a:t>
            </a:r>
            <a:endParaRPr lang="en-US" sz="75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C1C087FE-5AC1-2F67-A270-99DBD3DF2A2B}"/>
              </a:ext>
            </a:extLst>
          </p:cNvPr>
          <p:cNvSpPr/>
          <p:nvPr/>
        </p:nvSpPr>
        <p:spPr>
          <a:xfrm>
            <a:off x="3246120" y="73700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Inhalte zeigen deine Welt?</a:t>
            </a:r>
            <a:endParaRPr lang="en-US" sz="850" dirty="0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8FE87A58-0EA7-0C78-6A20-BEC4CB8D080F}"/>
              </a:ext>
            </a:extLst>
          </p:cNvPr>
          <p:cNvSpPr/>
          <p:nvPr/>
        </p:nvSpPr>
        <p:spPr>
          <a:xfrm>
            <a:off x="4663440" y="26974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E9C1F58D-B39D-E014-ED3B-B1B029E086EA}"/>
              </a:ext>
            </a:extLst>
          </p:cNvPr>
          <p:cNvSpPr/>
          <p:nvPr/>
        </p:nvSpPr>
        <p:spPr>
          <a:xfrm>
            <a:off x="4663440" y="3291840"/>
            <a:ext cx="502920" cy="0"/>
          </a:xfrm>
          <a:prstGeom prst="line">
            <a:avLst/>
          </a:prstGeom>
          <a:noFill/>
          <a:ln w="1905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5B3B237C-AE6B-4154-01B0-9C97E8E1A72C}"/>
              </a:ext>
            </a:extLst>
          </p:cNvPr>
          <p:cNvSpPr/>
          <p:nvPr/>
        </p:nvSpPr>
        <p:spPr>
          <a:xfrm>
            <a:off x="4663440" y="3410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2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DEINE INTERAKTIONEN</a:t>
            </a:r>
            <a:endParaRPr lang="en-US" sz="750" dirty="0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D0DE6E87-9393-ECC4-2137-1EA4B8DA7E4E}"/>
              </a:ext>
            </a:extLst>
          </p:cNvPr>
          <p:cNvSpPr/>
          <p:nvPr/>
        </p:nvSpPr>
        <p:spPr>
          <a:xfrm>
            <a:off x="4663440" y="3657600"/>
            <a:ext cx="1325880" cy="1417320"/>
          </a:xfrm>
          <a:prstGeom prst="rect">
            <a:avLst/>
          </a:prstGeom>
          <a:solidFill>
            <a:srgbClr val="F2EDE0"/>
          </a:solidFill>
          <a:ln w="9525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7D082EDF-A79D-AC98-B867-B080637BEA53}"/>
              </a:ext>
            </a:extLst>
          </p:cNvPr>
          <p:cNvSpPr/>
          <p:nvPr/>
        </p:nvSpPr>
        <p:spPr>
          <a:xfrm>
            <a:off x="4754880" y="3730752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F2EDE0"/>
          </a:solidFill>
          <a:ln w="9525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093F1B60-CCE9-8F58-A494-41CCC6D23B8B}"/>
              </a:ext>
            </a:extLst>
          </p:cNvPr>
          <p:cNvSpPr/>
          <p:nvPr/>
        </p:nvSpPr>
        <p:spPr>
          <a:xfrm>
            <a:off x="4754880" y="37307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Danke!</a:t>
            </a:r>
            <a:endParaRPr lang="en-US" sz="600" dirty="0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B57318C5-2B86-A989-A5F1-80B77114C339}"/>
              </a:ext>
            </a:extLst>
          </p:cNvPr>
          <p:cNvSpPr/>
          <p:nvPr/>
        </p:nvSpPr>
        <p:spPr>
          <a:xfrm>
            <a:off x="5394960" y="3730752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F2EDE0"/>
          </a:solidFill>
          <a:ln w="9525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87586281-5CB8-9DEE-A024-E1A98642127A}"/>
              </a:ext>
            </a:extLst>
          </p:cNvPr>
          <p:cNvSpPr/>
          <p:nvPr/>
        </p:nvSpPr>
        <p:spPr>
          <a:xfrm>
            <a:off x="5394960" y="37307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Spannend!</a:t>
            </a:r>
            <a:endParaRPr lang="en-US" sz="600" dirty="0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0886992E-BC2C-AAA5-A23A-36071D8DA505}"/>
              </a:ext>
            </a:extLst>
          </p:cNvPr>
          <p:cNvSpPr/>
          <p:nvPr/>
        </p:nvSpPr>
        <p:spPr>
          <a:xfrm>
            <a:off x="5600700" y="4295394"/>
            <a:ext cx="182880" cy="0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C741ECEE-2FF6-ADDE-E5F9-DF0F9B835D0F}"/>
              </a:ext>
            </a:extLst>
          </p:cNvPr>
          <p:cNvSpPr/>
          <p:nvPr/>
        </p:nvSpPr>
        <p:spPr>
          <a:xfrm>
            <a:off x="5573534" y="4414417"/>
            <a:ext cx="164769" cy="79349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B000B510-1C1E-3E69-64DE-C700FBE61C72}"/>
              </a:ext>
            </a:extLst>
          </p:cNvPr>
          <p:cNvSpPr/>
          <p:nvPr/>
        </p:nvSpPr>
        <p:spPr>
          <a:xfrm>
            <a:off x="5497416" y="4509866"/>
            <a:ext cx="114024" cy="142981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28AD363A-817F-3AF4-013A-FFE809B13B59}"/>
              </a:ext>
            </a:extLst>
          </p:cNvPr>
          <p:cNvSpPr/>
          <p:nvPr/>
        </p:nvSpPr>
        <p:spPr>
          <a:xfrm>
            <a:off x="5387422" y="4562836"/>
            <a:ext cx="40695" cy="178295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FF95DDDA-C0D8-FBFB-61AD-C5C40671A947}"/>
              </a:ext>
            </a:extLst>
          </p:cNvPr>
          <p:cNvSpPr/>
          <p:nvPr/>
        </p:nvSpPr>
        <p:spPr>
          <a:xfrm flipH="1">
            <a:off x="5224643" y="4562836"/>
            <a:ext cx="40695" cy="178295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A884A3FB-E236-1391-6384-73F537655B64}"/>
              </a:ext>
            </a:extLst>
          </p:cNvPr>
          <p:cNvSpPr/>
          <p:nvPr/>
        </p:nvSpPr>
        <p:spPr>
          <a:xfrm flipH="1">
            <a:off x="5041320" y="4509866"/>
            <a:ext cx="114024" cy="142981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1EF1CE50-333D-10DA-D7A7-2F575768498F}"/>
              </a:ext>
            </a:extLst>
          </p:cNvPr>
          <p:cNvSpPr/>
          <p:nvPr/>
        </p:nvSpPr>
        <p:spPr>
          <a:xfrm flipH="1">
            <a:off x="4914457" y="4414417"/>
            <a:ext cx="164769" cy="79349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6ADDFFED-E0F6-0560-0B3F-2B945D01DC6D}"/>
              </a:ext>
            </a:extLst>
          </p:cNvPr>
          <p:cNvSpPr/>
          <p:nvPr/>
        </p:nvSpPr>
        <p:spPr>
          <a:xfrm flipH="1">
            <a:off x="4869180" y="4295394"/>
            <a:ext cx="182880" cy="0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E5DE63B3-D97D-4406-A051-AEF7366864D5}"/>
              </a:ext>
            </a:extLst>
          </p:cNvPr>
          <p:cNvSpPr/>
          <p:nvPr/>
        </p:nvSpPr>
        <p:spPr>
          <a:xfrm flipH="1" flipV="1">
            <a:off x="4914457" y="4097022"/>
            <a:ext cx="164769" cy="79349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B4C0A463-1A1F-6DAA-66BC-A49C90C7BC63}"/>
              </a:ext>
            </a:extLst>
          </p:cNvPr>
          <p:cNvSpPr/>
          <p:nvPr/>
        </p:nvSpPr>
        <p:spPr>
          <a:xfrm flipH="1" flipV="1">
            <a:off x="5041320" y="3937941"/>
            <a:ext cx="114024" cy="142981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A8AEAD4E-473F-683F-F660-6A25BEC29EF5}"/>
              </a:ext>
            </a:extLst>
          </p:cNvPr>
          <p:cNvSpPr/>
          <p:nvPr/>
        </p:nvSpPr>
        <p:spPr>
          <a:xfrm flipH="1" flipV="1">
            <a:off x="5224643" y="3849657"/>
            <a:ext cx="40695" cy="178295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8A854991-28DD-3F72-443E-B7F5DF908B66}"/>
              </a:ext>
            </a:extLst>
          </p:cNvPr>
          <p:cNvSpPr/>
          <p:nvPr/>
        </p:nvSpPr>
        <p:spPr>
          <a:xfrm flipV="1">
            <a:off x="5387422" y="3849657"/>
            <a:ext cx="40695" cy="178295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57C9421E-DC4F-8A05-96FA-EE282896D053}"/>
              </a:ext>
            </a:extLst>
          </p:cNvPr>
          <p:cNvSpPr/>
          <p:nvPr/>
        </p:nvSpPr>
        <p:spPr>
          <a:xfrm flipV="1">
            <a:off x="5497416" y="3937941"/>
            <a:ext cx="114024" cy="142981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3FD3E9A7-CF16-5471-6DD6-E87D080B3F89}"/>
              </a:ext>
            </a:extLst>
          </p:cNvPr>
          <p:cNvSpPr/>
          <p:nvPr/>
        </p:nvSpPr>
        <p:spPr>
          <a:xfrm flipV="1">
            <a:off x="5573534" y="4097022"/>
            <a:ext cx="164769" cy="79349"/>
          </a:xfrm>
          <a:prstGeom prst="line">
            <a:avLst/>
          </a:prstGeom>
          <a:noFill/>
          <a:ln w="12700">
            <a:solidFill>
              <a:srgbClr val="3A5A3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de-DE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B65A9532-6883-5D4C-A1ED-5A8B7643A27E}"/>
              </a:ext>
            </a:extLst>
          </p:cNvPr>
          <p:cNvSpPr/>
          <p:nvPr/>
        </p:nvSpPr>
        <p:spPr>
          <a:xfrm>
            <a:off x="5097780" y="4089654"/>
            <a:ext cx="457200" cy="411480"/>
          </a:xfrm>
          <a:prstGeom prst="hear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B07F6A51-65E1-62E8-9B2C-33EB551CA8B3}"/>
              </a:ext>
            </a:extLst>
          </p:cNvPr>
          <p:cNvSpPr/>
          <p:nvPr/>
        </p:nvSpPr>
        <p:spPr>
          <a:xfrm>
            <a:off x="4754880" y="45720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F2EDE0"/>
          </a:solidFill>
          <a:ln w="9525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0DB6CB75-8389-E54C-D01A-660743139C3B}"/>
              </a:ext>
            </a:extLst>
          </p:cNvPr>
          <p:cNvSpPr/>
          <p:nvPr/>
        </p:nvSpPr>
        <p:spPr>
          <a:xfrm>
            <a:off x="4754880" y="4572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A5A3A"/>
                </a:solidFill>
              </a:rPr>
              <a:t>♥ ♥</a:t>
            </a:r>
            <a:endParaRPr lang="en-US" sz="700" dirty="0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0118AB8F-3EAE-E689-F355-9B2AFC32C7F8}"/>
              </a:ext>
            </a:extLst>
          </p:cNvPr>
          <p:cNvSpPr/>
          <p:nvPr/>
        </p:nvSpPr>
        <p:spPr>
          <a:xfrm>
            <a:off x="5303520" y="4572000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F2EDE0"/>
          </a:solidFill>
          <a:ln w="9525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04E7E414-C8AB-C5D5-D15D-1F38493253CA}"/>
              </a:ext>
            </a:extLst>
          </p:cNvPr>
          <p:cNvSpPr/>
          <p:nvPr/>
        </p:nvSpPr>
        <p:spPr>
          <a:xfrm>
            <a:off x="5303520" y="4572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Toller Post!</a:t>
            </a:r>
            <a:endParaRPr lang="en-US" sz="500" dirty="0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B60F9270-6D87-F98F-194E-935DB6625B78}"/>
              </a:ext>
            </a:extLst>
          </p:cNvPr>
          <p:cNvSpPr/>
          <p:nvPr/>
        </p:nvSpPr>
        <p:spPr>
          <a:xfrm>
            <a:off x="4736592" y="4928616"/>
            <a:ext cx="1179576" cy="0"/>
          </a:xfrm>
          <a:prstGeom prst="line">
            <a:avLst/>
          </a:prstGeom>
          <a:noFill/>
          <a:ln w="635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4" name="Text 122">
            <a:extLst>
              <a:ext uri="{FF2B5EF4-FFF2-40B4-BE49-F238E27FC236}">
                <a16:creationId xmlns:a16="http://schemas.microsoft.com/office/drawing/2014/main" id="{26177C6E-0FF3-7F93-E033-FBB65B40E5F7}"/>
              </a:ext>
            </a:extLst>
          </p:cNvPr>
          <p:cNvSpPr/>
          <p:nvPr/>
        </p:nvSpPr>
        <p:spPr>
          <a:xfrm>
            <a:off x="4709160" y="493776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b="1" kern="0" spc="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 KOMMENTAR  TEILEN  SPEICHERN</a:t>
            </a:r>
            <a:endParaRPr lang="en-US" sz="400" dirty="0"/>
          </a:p>
        </p:txBody>
      </p:sp>
      <p:sp>
        <p:nvSpPr>
          <p:cNvPr id="125" name="Text 123">
            <a:extLst>
              <a:ext uri="{FF2B5EF4-FFF2-40B4-BE49-F238E27FC236}">
                <a16:creationId xmlns:a16="http://schemas.microsoft.com/office/drawing/2014/main" id="{D5877947-A00E-D8FB-A9F9-D49BA6D6A329}"/>
              </a:ext>
            </a:extLst>
          </p:cNvPr>
          <p:cNvSpPr/>
          <p:nvPr/>
        </p:nvSpPr>
        <p:spPr>
          <a:xfrm>
            <a:off x="4663440" y="52120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3A5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ES IST</a:t>
            </a:r>
            <a:endParaRPr lang="en-US" sz="750" dirty="0"/>
          </a:p>
        </p:txBody>
      </p:sp>
      <p:sp>
        <p:nvSpPr>
          <p:cNvPr id="126" name="Text 124">
            <a:extLst>
              <a:ext uri="{FF2B5EF4-FFF2-40B4-BE49-F238E27FC236}">
                <a16:creationId xmlns:a16="http://schemas.microsoft.com/office/drawing/2014/main" id="{248015F2-EE7B-F52D-1C06-FBDAB914AC88}"/>
              </a:ext>
            </a:extLst>
          </p:cNvPr>
          <p:cNvSpPr/>
          <p:nvPr/>
        </p:nvSpPr>
        <p:spPr>
          <a:xfrm>
            <a:off x="4663440" y="541324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du mit anderen interagierst. Das zeigt deine Haltung, deine Werte und deine Beziehungen.</a:t>
            </a:r>
            <a:endParaRPr lang="en-US" sz="850" dirty="0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7314DE52-E5C5-953D-90C1-1795419B404A}"/>
              </a:ext>
            </a:extLst>
          </p:cNvPr>
          <p:cNvSpPr/>
          <p:nvPr/>
        </p:nvSpPr>
        <p:spPr>
          <a:xfrm>
            <a:off x="4663440" y="6281928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28" name="Text 126">
            <a:extLst>
              <a:ext uri="{FF2B5EF4-FFF2-40B4-BE49-F238E27FC236}">
                <a16:creationId xmlns:a16="http://schemas.microsoft.com/office/drawing/2014/main" id="{F6A36F07-BB03-1F93-48D1-AF108AB859CD}"/>
              </a:ext>
            </a:extLst>
          </p:cNvPr>
          <p:cNvSpPr/>
          <p:nvPr/>
        </p:nvSpPr>
        <p:spPr>
          <a:xfrm>
            <a:off x="4663440" y="63733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3A5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BEISPIELE</a:t>
            </a:r>
            <a:endParaRPr lang="en-US" sz="750" dirty="0"/>
          </a:p>
        </p:txBody>
      </p:sp>
      <p:sp>
        <p:nvSpPr>
          <p:cNvPr id="129" name="Text 127">
            <a:extLst>
              <a:ext uri="{FF2B5EF4-FFF2-40B4-BE49-F238E27FC236}">
                <a16:creationId xmlns:a16="http://schemas.microsoft.com/office/drawing/2014/main" id="{740DDB98-AC99-855C-FD92-D1C9C44857C0}"/>
              </a:ext>
            </a:extLst>
          </p:cNvPr>
          <p:cNvSpPr/>
          <p:nvPr/>
        </p:nvSpPr>
        <p:spPr>
          <a:xfrm>
            <a:off x="4663440" y="65745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Kommentare, Shares, DMs, Support</a:t>
            </a:r>
            <a:endParaRPr lang="en-US" sz="850" dirty="0"/>
          </a:p>
        </p:txBody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3501D37E-96CD-1F41-64ED-B949DC6A0179}"/>
              </a:ext>
            </a:extLst>
          </p:cNvPr>
          <p:cNvSpPr/>
          <p:nvPr/>
        </p:nvSpPr>
        <p:spPr>
          <a:xfrm>
            <a:off x="4663440" y="7077456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31" name="Text 129">
            <a:extLst>
              <a:ext uri="{FF2B5EF4-FFF2-40B4-BE49-F238E27FC236}">
                <a16:creationId xmlns:a16="http://schemas.microsoft.com/office/drawing/2014/main" id="{213097E9-B20C-30BD-9EA0-826C1AB3177A}"/>
              </a:ext>
            </a:extLst>
          </p:cNvPr>
          <p:cNvSpPr/>
          <p:nvPr/>
        </p:nvSpPr>
        <p:spPr>
          <a:xfrm>
            <a:off x="4663440" y="71688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3A5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FRAGE AN DICH</a:t>
            </a:r>
            <a:endParaRPr lang="en-US" sz="750" dirty="0"/>
          </a:p>
        </p:txBody>
      </p:sp>
      <p:sp>
        <p:nvSpPr>
          <p:cNvPr id="132" name="Text 130">
            <a:extLst>
              <a:ext uri="{FF2B5EF4-FFF2-40B4-BE49-F238E27FC236}">
                <a16:creationId xmlns:a16="http://schemas.microsoft.com/office/drawing/2014/main" id="{D5E1EBB3-B95C-7939-524E-FDCDFB2538EC}"/>
              </a:ext>
            </a:extLst>
          </p:cNvPr>
          <p:cNvSpPr/>
          <p:nvPr/>
        </p:nvSpPr>
        <p:spPr>
          <a:xfrm>
            <a:off x="4663440" y="73700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möchtest du mit anderen in Verbindung stehen?</a:t>
            </a:r>
            <a:endParaRPr lang="en-US" sz="850" dirty="0"/>
          </a:p>
        </p:txBody>
      </p:sp>
      <p:sp>
        <p:nvSpPr>
          <p:cNvPr id="133" name="Text 131">
            <a:extLst>
              <a:ext uri="{FF2B5EF4-FFF2-40B4-BE49-F238E27FC236}">
                <a16:creationId xmlns:a16="http://schemas.microsoft.com/office/drawing/2014/main" id="{D7C1A923-24B8-ED99-466E-7B8E8A4D1F35}"/>
              </a:ext>
            </a:extLst>
          </p:cNvPr>
          <p:cNvSpPr/>
          <p:nvPr/>
        </p:nvSpPr>
        <p:spPr>
          <a:xfrm>
            <a:off x="6080760" y="26974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6E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400" dirty="0"/>
          </a:p>
        </p:txBody>
      </p:sp>
      <p:sp>
        <p:nvSpPr>
          <p:cNvPr id="134" name="Shape 132">
            <a:extLst>
              <a:ext uri="{FF2B5EF4-FFF2-40B4-BE49-F238E27FC236}">
                <a16:creationId xmlns:a16="http://schemas.microsoft.com/office/drawing/2014/main" id="{73E13E46-635E-9EF1-8168-773BE25CD2FE}"/>
              </a:ext>
            </a:extLst>
          </p:cNvPr>
          <p:cNvSpPr/>
          <p:nvPr/>
        </p:nvSpPr>
        <p:spPr>
          <a:xfrm>
            <a:off x="6080760" y="3291840"/>
            <a:ext cx="502920" cy="0"/>
          </a:xfrm>
          <a:prstGeom prst="line">
            <a:avLst/>
          </a:prstGeom>
          <a:noFill/>
          <a:ln w="1905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5" name="Text 133">
            <a:extLst>
              <a:ext uri="{FF2B5EF4-FFF2-40B4-BE49-F238E27FC236}">
                <a16:creationId xmlns:a16="http://schemas.microsoft.com/office/drawing/2014/main" id="{7E25BD33-5A6B-69CF-850B-0170E2FE76AB}"/>
              </a:ext>
            </a:extLst>
          </p:cNvPr>
          <p:cNvSpPr/>
          <p:nvPr/>
        </p:nvSpPr>
        <p:spPr>
          <a:xfrm>
            <a:off x="6080760" y="3410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2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DEIN NETZWERK</a:t>
            </a:r>
            <a:endParaRPr lang="en-US" sz="750" dirty="0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26DA2680-0E28-C8D6-D634-F2A046365613}"/>
              </a:ext>
            </a:extLst>
          </p:cNvPr>
          <p:cNvSpPr/>
          <p:nvPr/>
        </p:nvSpPr>
        <p:spPr>
          <a:xfrm>
            <a:off x="6080760" y="3657600"/>
            <a:ext cx="1325880" cy="1417320"/>
          </a:xfrm>
          <a:prstGeom prst="rect">
            <a:avLst/>
          </a:prstGeom>
          <a:solidFill>
            <a:srgbClr val="F2EDE0"/>
          </a:solidFill>
          <a:ln w="9525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6F4E0CBB-9C94-8B83-DAE9-C7A3944E4CD3}"/>
              </a:ext>
            </a:extLst>
          </p:cNvPr>
          <p:cNvSpPr/>
          <p:nvPr/>
        </p:nvSpPr>
        <p:spPr>
          <a:xfrm>
            <a:off x="6266383" y="3912718"/>
            <a:ext cx="954634" cy="907085"/>
          </a:xfrm>
          <a:prstGeom prst="ellipse">
            <a:avLst/>
          </a:prstGeom>
          <a:ln w="6350">
            <a:solidFill>
              <a:srgbClr val="6E1F3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20C7CAAF-9C34-507B-2D44-0349BC3361B2}"/>
              </a:ext>
            </a:extLst>
          </p:cNvPr>
          <p:cNvSpPr/>
          <p:nvPr/>
        </p:nvSpPr>
        <p:spPr>
          <a:xfrm flipV="1">
            <a:off x="6743700" y="3912718"/>
            <a:ext cx="0" cy="453542"/>
          </a:xfrm>
          <a:prstGeom prst="line">
            <a:avLst/>
          </a:prstGeom>
          <a:noFill/>
          <a:ln w="762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08796B27-3CEB-8259-575E-BA157D98B147}"/>
              </a:ext>
            </a:extLst>
          </p:cNvPr>
          <p:cNvSpPr/>
          <p:nvPr/>
        </p:nvSpPr>
        <p:spPr>
          <a:xfrm flipV="1">
            <a:off x="6743700" y="4139489"/>
            <a:ext cx="413368" cy="226771"/>
          </a:xfrm>
          <a:prstGeom prst="line">
            <a:avLst/>
          </a:prstGeom>
          <a:noFill/>
          <a:ln w="762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A4DA244C-72CB-688D-A632-51BC678B1E4E}"/>
              </a:ext>
            </a:extLst>
          </p:cNvPr>
          <p:cNvSpPr/>
          <p:nvPr/>
        </p:nvSpPr>
        <p:spPr>
          <a:xfrm>
            <a:off x="6743700" y="4366260"/>
            <a:ext cx="413368" cy="226771"/>
          </a:xfrm>
          <a:prstGeom prst="line">
            <a:avLst/>
          </a:prstGeom>
          <a:noFill/>
          <a:ln w="762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1" name="Shape 139">
            <a:extLst>
              <a:ext uri="{FF2B5EF4-FFF2-40B4-BE49-F238E27FC236}">
                <a16:creationId xmlns:a16="http://schemas.microsoft.com/office/drawing/2014/main" id="{FC3FFFE1-E715-4CB1-4B18-AF597726F4CF}"/>
              </a:ext>
            </a:extLst>
          </p:cNvPr>
          <p:cNvSpPr/>
          <p:nvPr/>
        </p:nvSpPr>
        <p:spPr>
          <a:xfrm>
            <a:off x="6743700" y="4366260"/>
            <a:ext cx="0" cy="453542"/>
          </a:xfrm>
          <a:prstGeom prst="line">
            <a:avLst/>
          </a:prstGeom>
          <a:noFill/>
          <a:ln w="762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F31AC3EC-9C01-C5E5-1611-CB490A5F3DD7}"/>
              </a:ext>
            </a:extLst>
          </p:cNvPr>
          <p:cNvSpPr/>
          <p:nvPr/>
        </p:nvSpPr>
        <p:spPr>
          <a:xfrm flipH="1">
            <a:off x="6330332" y="4366260"/>
            <a:ext cx="413368" cy="226771"/>
          </a:xfrm>
          <a:prstGeom prst="line">
            <a:avLst/>
          </a:prstGeom>
          <a:noFill/>
          <a:ln w="762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6B884CB0-50A2-3308-6DCC-7B4472875F44}"/>
              </a:ext>
            </a:extLst>
          </p:cNvPr>
          <p:cNvSpPr/>
          <p:nvPr/>
        </p:nvSpPr>
        <p:spPr>
          <a:xfrm flipH="1" flipV="1">
            <a:off x="6330332" y="4139489"/>
            <a:ext cx="413368" cy="226771"/>
          </a:xfrm>
          <a:prstGeom prst="line">
            <a:avLst/>
          </a:prstGeom>
          <a:noFill/>
          <a:ln w="762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11A40D35-A7E9-AE88-3064-FD793570461C}"/>
              </a:ext>
            </a:extLst>
          </p:cNvPr>
          <p:cNvSpPr/>
          <p:nvPr/>
        </p:nvSpPr>
        <p:spPr>
          <a:xfrm>
            <a:off x="6606540" y="3775558"/>
            <a:ext cx="274320" cy="274320"/>
          </a:xfrm>
          <a:prstGeom prst="ellipse">
            <a:avLst/>
          </a:prstGeom>
          <a:solidFill>
            <a:srgbClr val="F2EDE0"/>
          </a:solidFill>
          <a:ln w="9525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FC87C589-20E7-5877-0EB5-F374C5EEBD6B}"/>
              </a:ext>
            </a:extLst>
          </p:cNvPr>
          <p:cNvSpPr/>
          <p:nvPr/>
        </p:nvSpPr>
        <p:spPr>
          <a:xfrm>
            <a:off x="6702552" y="3824935"/>
            <a:ext cx="82296" cy="82296"/>
          </a:xfrm>
          <a:prstGeom prst="ellipse">
            <a:avLst/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1A0C1A04-C46D-4E92-943C-873E9387A878}"/>
              </a:ext>
            </a:extLst>
          </p:cNvPr>
          <p:cNvSpPr/>
          <p:nvPr/>
        </p:nvSpPr>
        <p:spPr>
          <a:xfrm>
            <a:off x="6647688" y="3926434"/>
            <a:ext cx="192024" cy="87782"/>
          </a:xfrm>
          <a:prstGeom prst="roundRect">
            <a:avLst>
              <a:gd name="adj" fmla="val 416669"/>
            </a:avLst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7" name="Shape 145">
            <a:extLst>
              <a:ext uri="{FF2B5EF4-FFF2-40B4-BE49-F238E27FC236}">
                <a16:creationId xmlns:a16="http://schemas.microsoft.com/office/drawing/2014/main" id="{D2EBA206-3409-2E35-4498-8EEA4C0976BA}"/>
              </a:ext>
            </a:extLst>
          </p:cNvPr>
          <p:cNvSpPr/>
          <p:nvPr/>
        </p:nvSpPr>
        <p:spPr>
          <a:xfrm>
            <a:off x="7019908" y="4002329"/>
            <a:ext cx="274320" cy="274320"/>
          </a:xfrm>
          <a:prstGeom prst="ellipse">
            <a:avLst/>
          </a:prstGeom>
          <a:solidFill>
            <a:srgbClr val="F2EDE0"/>
          </a:solidFill>
          <a:ln w="9525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8" name="Shape 146">
            <a:extLst>
              <a:ext uri="{FF2B5EF4-FFF2-40B4-BE49-F238E27FC236}">
                <a16:creationId xmlns:a16="http://schemas.microsoft.com/office/drawing/2014/main" id="{8AAF2030-9FBE-E1C7-D2EB-85EF6D045E95}"/>
              </a:ext>
            </a:extLst>
          </p:cNvPr>
          <p:cNvSpPr/>
          <p:nvPr/>
        </p:nvSpPr>
        <p:spPr>
          <a:xfrm>
            <a:off x="7115920" y="4051706"/>
            <a:ext cx="82296" cy="82296"/>
          </a:xfrm>
          <a:prstGeom prst="ellipse">
            <a:avLst/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9" name="Shape 147">
            <a:extLst>
              <a:ext uri="{FF2B5EF4-FFF2-40B4-BE49-F238E27FC236}">
                <a16:creationId xmlns:a16="http://schemas.microsoft.com/office/drawing/2014/main" id="{9B1EA6A7-E90B-E21A-B771-4DD379F6D341}"/>
              </a:ext>
            </a:extLst>
          </p:cNvPr>
          <p:cNvSpPr/>
          <p:nvPr/>
        </p:nvSpPr>
        <p:spPr>
          <a:xfrm>
            <a:off x="7061056" y="4153205"/>
            <a:ext cx="192024" cy="87782"/>
          </a:xfrm>
          <a:prstGeom prst="roundRect">
            <a:avLst>
              <a:gd name="adj" fmla="val 416669"/>
            </a:avLst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0" name="Shape 148">
            <a:extLst>
              <a:ext uri="{FF2B5EF4-FFF2-40B4-BE49-F238E27FC236}">
                <a16:creationId xmlns:a16="http://schemas.microsoft.com/office/drawing/2014/main" id="{B3BD921C-3218-E984-F2AA-2890D0D9C435}"/>
              </a:ext>
            </a:extLst>
          </p:cNvPr>
          <p:cNvSpPr/>
          <p:nvPr/>
        </p:nvSpPr>
        <p:spPr>
          <a:xfrm>
            <a:off x="7019908" y="4455871"/>
            <a:ext cx="274320" cy="274320"/>
          </a:xfrm>
          <a:prstGeom prst="ellipse">
            <a:avLst/>
          </a:prstGeom>
          <a:solidFill>
            <a:srgbClr val="F2EDE0"/>
          </a:solidFill>
          <a:ln w="9525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1" name="Shape 149">
            <a:extLst>
              <a:ext uri="{FF2B5EF4-FFF2-40B4-BE49-F238E27FC236}">
                <a16:creationId xmlns:a16="http://schemas.microsoft.com/office/drawing/2014/main" id="{4E951D7A-0285-A993-FEE9-F8581C855E34}"/>
              </a:ext>
            </a:extLst>
          </p:cNvPr>
          <p:cNvSpPr/>
          <p:nvPr/>
        </p:nvSpPr>
        <p:spPr>
          <a:xfrm>
            <a:off x="7115920" y="4505249"/>
            <a:ext cx="82296" cy="82296"/>
          </a:xfrm>
          <a:prstGeom prst="ellipse">
            <a:avLst/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2" name="Shape 150">
            <a:extLst>
              <a:ext uri="{FF2B5EF4-FFF2-40B4-BE49-F238E27FC236}">
                <a16:creationId xmlns:a16="http://schemas.microsoft.com/office/drawing/2014/main" id="{29C9B4DD-AE8F-2AA0-F038-AAE125B9D639}"/>
              </a:ext>
            </a:extLst>
          </p:cNvPr>
          <p:cNvSpPr/>
          <p:nvPr/>
        </p:nvSpPr>
        <p:spPr>
          <a:xfrm>
            <a:off x="7061056" y="4606747"/>
            <a:ext cx="192024" cy="87782"/>
          </a:xfrm>
          <a:prstGeom prst="roundRect">
            <a:avLst>
              <a:gd name="adj" fmla="val 416669"/>
            </a:avLst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3" name="Shape 151">
            <a:extLst>
              <a:ext uri="{FF2B5EF4-FFF2-40B4-BE49-F238E27FC236}">
                <a16:creationId xmlns:a16="http://schemas.microsoft.com/office/drawing/2014/main" id="{974AF142-50C3-83A3-A866-0572B585FD3B}"/>
              </a:ext>
            </a:extLst>
          </p:cNvPr>
          <p:cNvSpPr/>
          <p:nvPr/>
        </p:nvSpPr>
        <p:spPr>
          <a:xfrm>
            <a:off x="6606540" y="4682642"/>
            <a:ext cx="274320" cy="274320"/>
          </a:xfrm>
          <a:prstGeom prst="ellipse">
            <a:avLst/>
          </a:prstGeom>
          <a:solidFill>
            <a:srgbClr val="F2EDE0"/>
          </a:solidFill>
          <a:ln w="9525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BA4493CE-12C8-EF14-F610-0C5107B1130D}"/>
              </a:ext>
            </a:extLst>
          </p:cNvPr>
          <p:cNvSpPr/>
          <p:nvPr/>
        </p:nvSpPr>
        <p:spPr>
          <a:xfrm>
            <a:off x="6702552" y="4732020"/>
            <a:ext cx="82296" cy="82296"/>
          </a:xfrm>
          <a:prstGeom prst="ellipse">
            <a:avLst/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38143428-C54F-D2F5-684D-B1893850536D}"/>
              </a:ext>
            </a:extLst>
          </p:cNvPr>
          <p:cNvSpPr/>
          <p:nvPr/>
        </p:nvSpPr>
        <p:spPr>
          <a:xfrm>
            <a:off x="6647688" y="4833518"/>
            <a:ext cx="192024" cy="87782"/>
          </a:xfrm>
          <a:prstGeom prst="roundRect">
            <a:avLst>
              <a:gd name="adj" fmla="val 416669"/>
            </a:avLst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619FF817-27CC-C3EE-77C7-03D35D661765}"/>
              </a:ext>
            </a:extLst>
          </p:cNvPr>
          <p:cNvSpPr/>
          <p:nvPr/>
        </p:nvSpPr>
        <p:spPr>
          <a:xfrm>
            <a:off x="6193172" y="4455871"/>
            <a:ext cx="274320" cy="274320"/>
          </a:xfrm>
          <a:prstGeom prst="ellipse">
            <a:avLst/>
          </a:prstGeom>
          <a:solidFill>
            <a:srgbClr val="F2EDE0"/>
          </a:solidFill>
          <a:ln w="9525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D0E2E544-46B8-770E-8C7E-08B6AE44052C}"/>
              </a:ext>
            </a:extLst>
          </p:cNvPr>
          <p:cNvSpPr/>
          <p:nvPr/>
        </p:nvSpPr>
        <p:spPr>
          <a:xfrm>
            <a:off x="6289184" y="4505249"/>
            <a:ext cx="82296" cy="82296"/>
          </a:xfrm>
          <a:prstGeom prst="ellipse">
            <a:avLst/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592699D6-D554-78D5-2104-BD2A3BC4D917}"/>
              </a:ext>
            </a:extLst>
          </p:cNvPr>
          <p:cNvSpPr/>
          <p:nvPr/>
        </p:nvSpPr>
        <p:spPr>
          <a:xfrm>
            <a:off x="6234320" y="4606747"/>
            <a:ext cx="192024" cy="87782"/>
          </a:xfrm>
          <a:prstGeom prst="roundRect">
            <a:avLst>
              <a:gd name="adj" fmla="val 416669"/>
            </a:avLst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9" name="Shape 157">
            <a:extLst>
              <a:ext uri="{FF2B5EF4-FFF2-40B4-BE49-F238E27FC236}">
                <a16:creationId xmlns:a16="http://schemas.microsoft.com/office/drawing/2014/main" id="{39ED652D-5319-E260-7FDA-FF7F8A66E22D}"/>
              </a:ext>
            </a:extLst>
          </p:cNvPr>
          <p:cNvSpPr/>
          <p:nvPr/>
        </p:nvSpPr>
        <p:spPr>
          <a:xfrm>
            <a:off x="6193172" y="4002329"/>
            <a:ext cx="274320" cy="274320"/>
          </a:xfrm>
          <a:prstGeom prst="ellipse">
            <a:avLst/>
          </a:prstGeom>
          <a:solidFill>
            <a:srgbClr val="F2EDE0"/>
          </a:solidFill>
          <a:ln w="9525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B3D0274F-ED6B-F070-C59C-308A9A7DEC5D}"/>
              </a:ext>
            </a:extLst>
          </p:cNvPr>
          <p:cNvSpPr/>
          <p:nvPr/>
        </p:nvSpPr>
        <p:spPr>
          <a:xfrm>
            <a:off x="6289184" y="4051706"/>
            <a:ext cx="82296" cy="82296"/>
          </a:xfrm>
          <a:prstGeom prst="ellipse">
            <a:avLst/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1" name="Shape 159">
            <a:extLst>
              <a:ext uri="{FF2B5EF4-FFF2-40B4-BE49-F238E27FC236}">
                <a16:creationId xmlns:a16="http://schemas.microsoft.com/office/drawing/2014/main" id="{9A2F22C1-5A64-3C3E-BABC-C2023980B76B}"/>
              </a:ext>
            </a:extLst>
          </p:cNvPr>
          <p:cNvSpPr/>
          <p:nvPr/>
        </p:nvSpPr>
        <p:spPr>
          <a:xfrm>
            <a:off x="6234320" y="4153205"/>
            <a:ext cx="192024" cy="87782"/>
          </a:xfrm>
          <a:prstGeom prst="roundRect">
            <a:avLst>
              <a:gd name="adj" fmla="val 416669"/>
            </a:avLst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2" name="Shape 160">
            <a:extLst>
              <a:ext uri="{FF2B5EF4-FFF2-40B4-BE49-F238E27FC236}">
                <a16:creationId xmlns:a16="http://schemas.microsoft.com/office/drawing/2014/main" id="{653CA50C-9070-3EC1-6A2A-26C39A83C5E0}"/>
              </a:ext>
            </a:extLst>
          </p:cNvPr>
          <p:cNvSpPr/>
          <p:nvPr/>
        </p:nvSpPr>
        <p:spPr>
          <a:xfrm>
            <a:off x="6551676" y="4174236"/>
            <a:ext cx="384048" cy="384048"/>
          </a:xfrm>
          <a:prstGeom prst="ellipse">
            <a:avLst/>
          </a:prstGeom>
          <a:solidFill>
            <a:srgbClr val="F2EDE0"/>
          </a:solidFill>
          <a:ln w="9525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3" name="Shape 161">
            <a:extLst>
              <a:ext uri="{FF2B5EF4-FFF2-40B4-BE49-F238E27FC236}">
                <a16:creationId xmlns:a16="http://schemas.microsoft.com/office/drawing/2014/main" id="{9DEB74C3-03DC-666F-1BCA-F90A641E4BF8}"/>
              </a:ext>
            </a:extLst>
          </p:cNvPr>
          <p:cNvSpPr/>
          <p:nvPr/>
        </p:nvSpPr>
        <p:spPr>
          <a:xfrm>
            <a:off x="6686093" y="4243365"/>
            <a:ext cx="115214" cy="115214"/>
          </a:xfrm>
          <a:prstGeom prst="ellipse">
            <a:avLst/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" name="Shape 162">
            <a:extLst>
              <a:ext uri="{FF2B5EF4-FFF2-40B4-BE49-F238E27FC236}">
                <a16:creationId xmlns:a16="http://schemas.microsoft.com/office/drawing/2014/main" id="{A0EF3C9F-B0BB-87FE-DCD5-010D0948CBDC}"/>
              </a:ext>
            </a:extLst>
          </p:cNvPr>
          <p:cNvSpPr/>
          <p:nvPr/>
        </p:nvSpPr>
        <p:spPr>
          <a:xfrm>
            <a:off x="6609283" y="4385462"/>
            <a:ext cx="268834" cy="122895"/>
          </a:xfrm>
          <a:prstGeom prst="roundRect">
            <a:avLst>
              <a:gd name="adj" fmla="val 297620"/>
            </a:avLst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5" name="Text 163">
            <a:extLst>
              <a:ext uri="{FF2B5EF4-FFF2-40B4-BE49-F238E27FC236}">
                <a16:creationId xmlns:a16="http://schemas.microsoft.com/office/drawing/2014/main" id="{DD1300DF-5845-F906-60E3-C1EF2C479304}"/>
              </a:ext>
            </a:extLst>
          </p:cNvPr>
          <p:cNvSpPr/>
          <p:nvPr/>
        </p:nvSpPr>
        <p:spPr>
          <a:xfrm>
            <a:off x="6080760" y="52120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E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ES IST</a:t>
            </a:r>
            <a:endParaRPr lang="en-US" sz="750" dirty="0"/>
          </a:p>
        </p:txBody>
      </p:sp>
      <p:sp>
        <p:nvSpPr>
          <p:cNvPr id="166" name="Text 164">
            <a:extLst>
              <a:ext uri="{FF2B5EF4-FFF2-40B4-BE49-F238E27FC236}">
                <a16:creationId xmlns:a16="http://schemas.microsoft.com/office/drawing/2014/main" id="{E206759C-A4AB-D3E4-BDB5-7C58A86036F3}"/>
              </a:ext>
            </a:extLst>
          </p:cNvPr>
          <p:cNvSpPr/>
          <p:nvPr/>
        </p:nvSpPr>
        <p:spPr>
          <a:xfrm>
            <a:off x="6080760" y="541324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Menschen und Communitys, mit denen du verbunden bist. Dein Netzwerk prägt deine Möglichkeiten.</a:t>
            </a:r>
            <a:endParaRPr lang="en-US" sz="850" dirty="0"/>
          </a:p>
        </p:txBody>
      </p:sp>
      <p:sp>
        <p:nvSpPr>
          <p:cNvPr id="167" name="Shape 165">
            <a:extLst>
              <a:ext uri="{FF2B5EF4-FFF2-40B4-BE49-F238E27FC236}">
                <a16:creationId xmlns:a16="http://schemas.microsoft.com/office/drawing/2014/main" id="{97899FC2-1C82-5E64-FC40-5D5FAA943975}"/>
              </a:ext>
            </a:extLst>
          </p:cNvPr>
          <p:cNvSpPr/>
          <p:nvPr/>
        </p:nvSpPr>
        <p:spPr>
          <a:xfrm>
            <a:off x="6080760" y="6281928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68" name="Text 166">
            <a:extLst>
              <a:ext uri="{FF2B5EF4-FFF2-40B4-BE49-F238E27FC236}">
                <a16:creationId xmlns:a16="http://schemas.microsoft.com/office/drawing/2014/main" id="{25C2DDF0-E720-B2BD-D794-F3599EF25A01}"/>
              </a:ext>
            </a:extLst>
          </p:cNvPr>
          <p:cNvSpPr/>
          <p:nvPr/>
        </p:nvSpPr>
        <p:spPr>
          <a:xfrm>
            <a:off x="6080760" y="63733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E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BEISPIELE</a:t>
            </a:r>
            <a:endParaRPr lang="en-US" sz="750" dirty="0"/>
          </a:p>
        </p:txBody>
      </p:sp>
      <p:sp>
        <p:nvSpPr>
          <p:cNvPr id="169" name="Text 167">
            <a:extLst>
              <a:ext uri="{FF2B5EF4-FFF2-40B4-BE49-F238E27FC236}">
                <a16:creationId xmlns:a16="http://schemas.microsoft.com/office/drawing/2014/main" id="{E3C8EAA6-E905-E0D1-F688-DE3288D991C6}"/>
              </a:ext>
            </a:extLst>
          </p:cNvPr>
          <p:cNvSpPr/>
          <p:nvPr/>
        </p:nvSpPr>
        <p:spPr>
          <a:xfrm>
            <a:off x="6080760" y="65745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Freunde, Mentoren, Communities, Marken</a:t>
            </a:r>
            <a:endParaRPr lang="en-US" sz="850" dirty="0"/>
          </a:p>
        </p:txBody>
      </p:sp>
      <p:sp>
        <p:nvSpPr>
          <p:cNvPr id="170" name="Shape 168">
            <a:extLst>
              <a:ext uri="{FF2B5EF4-FFF2-40B4-BE49-F238E27FC236}">
                <a16:creationId xmlns:a16="http://schemas.microsoft.com/office/drawing/2014/main" id="{C6A974AF-BDA3-2B7D-18DB-6BB7355FCA58}"/>
              </a:ext>
            </a:extLst>
          </p:cNvPr>
          <p:cNvSpPr/>
          <p:nvPr/>
        </p:nvSpPr>
        <p:spPr>
          <a:xfrm>
            <a:off x="6080760" y="7077456"/>
            <a:ext cx="132588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71" name="Text 169">
            <a:extLst>
              <a:ext uri="{FF2B5EF4-FFF2-40B4-BE49-F238E27FC236}">
                <a16:creationId xmlns:a16="http://schemas.microsoft.com/office/drawing/2014/main" id="{B55F0419-33F6-CD73-45BC-BF2A53344A68}"/>
              </a:ext>
            </a:extLst>
          </p:cNvPr>
          <p:cNvSpPr/>
          <p:nvPr/>
        </p:nvSpPr>
        <p:spPr>
          <a:xfrm>
            <a:off x="6080760" y="71688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E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FRAGE AN DICH</a:t>
            </a:r>
            <a:endParaRPr lang="en-US" sz="750" dirty="0"/>
          </a:p>
        </p:txBody>
      </p:sp>
      <p:sp>
        <p:nvSpPr>
          <p:cNvPr id="172" name="Text 170">
            <a:extLst>
              <a:ext uri="{FF2B5EF4-FFF2-40B4-BE49-F238E27FC236}">
                <a16:creationId xmlns:a16="http://schemas.microsoft.com/office/drawing/2014/main" id="{EF2FC51B-FA7B-366F-2A24-010C2FEC9B9B}"/>
              </a:ext>
            </a:extLst>
          </p:cNvPr>
          <p:cNvSpPr/>
          <p:nvPr/>
        </p:nvSpPr>
        <p:spPr>
          <a:xfrm>
            <a:off x="6080760" y="73700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wem möchtest du sichtbar sein?</a:t>
            </a:r>
            <a:endParaRPr lang="en-US" sz="850" dirty="0"/>
          </a:p>
        </p:txBody>
      </p:sp>
      <p:sp>
        <p:nvSpPr>
          <p:cNvPr id="173" name="Shape 171">
            <a:extLst>
              <a:ext uri="{FF2B5EF4-FFF2-40B4-BE49-F238E27FC236}">
                <a16:creationId xmlns:a16="http://schemas.microsoft.com/office/drawing/2014/main" id="{B3B8DE0C-B486-159B-E2A7-34726064252B}"/>
              </a:ext>
            </a:extLst>
          </p:cNvPr>
          <p:cNvSpPr/>
          <p:nvPr/>
        </p:nvSpPr>
        <p:spPr>
          <a:xfrm>
            <a:off x="411480" y="8092440"/>
            <a:ext cx="694944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4" name="Text 172">
            <a:extLst>
              <a:ext uri="{FF2B5EF4-FFF2-40B4-BE49-F238E27FC236}">
                <a16:creationId xmlns:a16="http://schemas.microsoft.com/office/drawing/2014/main" id="{74BAE47B-342B-BC83-9A6A-290A2959E04F}"/>
              </a:ext>
            </a:extLst>
          </p:cNvPr>
          <p:cNvSpPr/>
          <p:nvPr/>
        </p:nvSpPr>
        <p:spPr>
          <a:xfrm>
            <a:off x="594360" y="82570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kern="0" spc="1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DIE</a:t>
            </a:r>
            <a:endParaRPr lang="en-US" sz="1100" dirty="0"/>
          </a:p>
          <a:p>
            <a:pPr marL="0" indent="0">
              <a:buNone/>
            </a:pPr>
            <a:r>
              <a:rPr lang="en-US" sz="1100" b="1" u="sng" kern="0" spc="1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KERNBOTSCHAFT</a:t>
            </a:r>
            <a:endParaRPr lang="en-US" sz="1100" dirty="0"/>
          </a:p>
        </p:txBody>
      </p:sp>
      <p:sp>
        <p:nvSpPr>
          <p:cNvPr id="176" name="Text 174">
            <a:extLst>
              <a:ext uri="{FF2B5EF4-FFF2-40B4-BE49-F238E27FC236}">
                <a16:creationId xmlns:a16="http://schemas.microsoft.com/office/drawing/2014/main" id="{F785EA2F-B549-5D2E-C109-94D6B8429963}"/>
              </a:ext>
            </a:extLst>
          </p:cNvPr>
          <p:cNvSpPr/>
          <p:nvPr/>
        </p:nvSpPr>
        <p:spPr>
          <a:xfrm>
            <a:off x="2286000" y="8229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DEINE DIGITALE IDENTITÄT IST KEIN ZUFALL.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SIE IST DAS ERGEBNIS DEINER ENTSCHEIDUNGEN.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4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GESTALTE SIE. PFLEGE SIE. ENTWICKLE SIE WEITER.</a:t>
            </a:r>
            <a:endParaRPr lang="en-US" sz="950" dirty="0"/>
          </a:p>
        </p:txBody>
      </p:sp>
      <p:sp>
        <p:nvSpPr>
          <p:cNvPr id="177" name="Shape 175">
            <a:extLst>
              <a:ext uri="{FF2B5EF4-FFF2-40B4-BE49-F238E27FC236}">
                <a16:creationId xmlns:a16="http://schemas.microsoft.com/office/drawing/2014/main" id="{BEAD034D-D5B6-B8DA-E894-6EFDB45F348F}"/>
              </a:ext>
            </a:extLst>
          </p:cNvPr>
          <p:cNvSpPr/>
          <p:nvPr/>
        </p:nvSpPr>
        <p:spPr>
          <a:xfrm>
            <a:off x="6583680" y="8275320"/>
            <a:ext cx="201168" cy="201168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8" name="Shape 176">
            <a:extLst>
              <a:ext uri="{FF2B5EF4-FFF2-40B4-BE49-F238E27FC236}">
                <a16:creationId xmlns:a16="http://schemas.microsoft.com/office/drawing/2014/main" id="{847EB7D8-EEA8-03CA-9CAA-C6A62030F834}"/>
              </a:ext>
            </a:extLst>
          </p:cNvPr>
          <p:cNvSpPr/>
          <p:nvPr/>
        </p:nvSpPr>
        <p:spPr>
          <a:xfrm>
            <a:off x="6583680" y="8595360"/>
            <a:ext cx="201168" cy="201168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" name="Shape 177">
            <a:extLst>
              <a:ext uri="{FF2B5EF4-FFF2-40B4-BE49-F238E27FC236}">
                <a16:creationId xmlns:a16="http://schemas.microsoft.com/office/drawing/2014/main" id="{54B12E15-689D-0975-8DB7-A2BBE996A820}"/>
              </a:ext>
            </a:extLst>
          </p:cNvPr>
          <p:cNvSpPr/>
          <p:nvPr/>
        </p:nvSpPr>
        <p:spPr>
          <a:xfrm>
            <a:off x="6903720" y="8458200"/>
            <a:ext cx="256032" cy="228600"/>
          </a:xfrm>
          <a:prstGeom prst="triangle">
            <a:avLst/>
          </a:prstGeom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0" name="Shape 178">
            <a:extLst>
              <a:ext uri="{FF2B5EF4-FFF2-40B4-BE49-F238E27FC236}">
                <a16:creationId xmlns:a16="http://schemas.microsoft.com/office/drawing/2014/main" id="{4EB2D69F-D1A2-486A-34A1-3E7593E73B29}"/>
              </a:ext>
            </a:extLst>
          </p:cNvPr>
          <p:cNvSpPr/>
          <p:nvPr/>
        </p:nvSpPr>
        <p:spPr>
          <a:xfrm>
            <a:off x="411480" y="9235440"/>
            <a:ext cx="694944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1" name="Shape 179">
            <a:extLst>
              <a:ext uri="{FF2B5EF4-FFF2-40B4-BE49-F238E27FC236}">
                <a16:creationId xmlns:a16="http://schemas.microsoft.com/office/drawing/2014/main" id="{A683B60D-F4CC-6136-73CB-C284A0D6D856}"/>
              </a:ext>
            </a:extLst>
          </p:cNvPr>
          <p:cNvSpPr/>
          <p:nvPr/>
        </p:nvSpPr>
        <p:spPr>
          <a:xfrm>
            <a:off x="594360" y="9464040"/>
            <a:ext cx="274320" cy="274320"/>
          </a:xfrm>
          <a:prstGeom prst="ellipse">
            <a:avLst/>
          </a:prstGeom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2" name="Shape 180">
            <a:extLst>
              <a:ext uri="{FF2B5EF4-FFF2-40B4-BE49-F238E27FC236}">
                <a16:creationId xmlns:a16="http://schemas.microsoft.com/office/drawing/2014/main" id="{052DBD8E-A9C7-C432-66BA-9B3F7CFCF59F}"/>
              </a:ext>
            </a:extLst>
          </p:cNvPr>
          <p:cNvSpPr/>
          <p:nvPr/>
        </p:nvSpPr>
        <p:spPr>
          <a:xfrm>
            <a:off x="594360" y="9601200"/>
            <a:ext cx="27432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3" name="Shape 181">
            <a:extLst>
              <a:ext uri="{FF2B5EF4-FFF2-40B4-BE49-F238E27FC236}">
                <a16:creationId xmlns:a16="http://schemas.microsoft.com/office/drawing/2014/main" id="{FAD3F949-0398-3E91-602C-BE15BCDFBA7B}"/>
              </a:ext>
            </a:extLst>
          </p:cNvPr>
          <p:cNvSpPr/>
          <p:nvPr/>
        </p:nvSpPr>
        <p:spPr>
          <a:xfrm>
            <a:off x="731520" y="9464040"/>
            <a:ext cx="0" cy="27432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4" name="Shape 182">
            <a:extLst>
              <a:ext uri="{FF2B5EF4-FFF2-40B4-BE49-F238E27FC236}">
                <a16:creationId xmlns:a16="http://schemas.microsoft.com/office/drawing/2014/main" id="{C478CCFE-29D2-C3A0-B85E-AC073BD25CD3}"/>
              </a:ext>
            </a:extLst>
          </p:cNvPr>
          <p:cNvSpPr/>
          <p:nvPr/>
        </p:nvSpPr>
        <p:spPr>
          <a:xfrm>
            <a:off x="658368" y="9464040"/>
            <a:ext cx="146304" cy="274320"/>
          </a:xfrm>
          <a:prstGeom prst="ellipse">
            <a:avLst/>
          </a:prstGeom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5" name="Text 183">
            <a:extLst>
              <a:ext uri="{FF2B5EF4-FFF2-40B4-BE49-F238E27FC236}">
                <a16:creationId xmlns:a16="http://schemas.microsoft.com/office/drawing/2014/main" id="{5AE20E52-A8F5-294E-EB24-55B695F04244}"/>
              </a:ext>
            </a:extLst>
          </p:cNvPr>
          <p:cNvSpPr/>
          <p:nvPr/>
        </p:nvSpPr>
        <p:spPr>
          <a:xfrm>
            <a:off x="1005840" y="9418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b="1" kern="0" spc="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IDENTITÄT IST DESIGN.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b="1" kern="0" spc="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GESTALTE DEINE ZUKUNFT.</a:t>
            </a:r>
            <a:endParaRPr lang="en-US" sz="700" dirty="0"/>
          </a:p>
        </p:txBody>
      </p:sp>
      <p:sp>
        <p:nvSpPr>
          <p:cNvPr id="186" name="Text 184">
            <a:extLst>
              <a:ext uri="{FF2B5EF4-FFF2-40B4-BE49-F238E27FC236}">
                <a16:creationId xmlns:a16="http://schemas.microsoft.com/office/drawing/2014/main" id="{09C9E345-EE31-4692-D3F0-3CC1EE8509E0}"/>
              </a:ext>
            </a:extLst>
          </p:cNvPr>
          <p:cNvSpPr/>
          <p:nvPr/>
        </p:nvSpPr>
        <p:spPr>
          <a:xfrm>
            <a:off x="3108960" y="9418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b="1" kern="0" spc="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1.0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b="1" kern="0" spc="10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 2026</a:t>
            </a:r>
            <a:endParaRPr lang="en-US" sz="700" dirty="0"/>
          </a:p>
        </p:txBody>
      </p:sp>
      <p:sp>
        <p:nvSpPr>
          <p:cNvPr id="215" name="Shape 213">
            <a:extLst>
              <a:ext uri="{FF2B5EF4-FFF2-40B4-BE49-F238E27FC236}">
                <a16:creationId xmlns:a16="http://schemas.microsoft.com/office/drawing/2014/main" id="{1947DB3E-E595-494E-AB58-45734701F62C}"/>
              </a:ext>
            </a:extLst>
          </p:cNvPr>
          <p:cNvSpPr/>
          <p:nvPr/>
        </p:nvSpPr>
        <p:spPr>
          <a:xfrm>
            <a:off x="3429000" y="9857232"/>
            <a:ext cx="109728" cy="109728"/>
          </a:xfrm>
          <a:prstGeom prst="ellipse">
            <a:avLst/>
          </a:prstGeom>
          <a:solidFill>
            <a:srgbClr val="D8442A"/>
          </a:solidFill>
          <a:ln w="12700">
            <a:solidFill>
              <a:srgbClr val="D844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6" name="Shape 214">
            <a:extLst>
              <a:ext uri="{FF2B5EF4-FFF2-40B4-BE49-F238E27FC236}">
                <a16:creationId xmlns:a16="http://schemas.microsoft.com/office/drawing/2014/main" id="{8D2936D5-A7FA-D924-8F3C-AAA30F0ACF08}"/>
              </a:ext>
            </a:extLst>
          </p:cNvPr>
          <p:cNvSpPr/>
          <p:nvPr/>
        </p:nvSpPr>
        <p:spPr>
          <a:xfrm>
            <a:off x="3630168" y="9857232"/>
            <a:ext cx="109728" cy="10972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7" name="Shape 215">
            <a:extLst>
              <a:ext uri="{FF2B5EF4-FFF2-40B4-BE49-F238E27FC236}">
                <a16:creationId xmlns:a16="http://schemas.microsoft.com/office/drawing/2014/main" id="{643E46A5-CA57-8940-2742-1B94842D8428}"/>
              </a:ext>
            </a:extLst>
          </p:cNvPr>
          <p:cNvSpPr/>
          <p:nvPr/>
        </p:nvSpPr>
        <p:spPr>
          <a:xfrm>
            <a:off x="3831336" y="9857232"/>
            <a:ext cx="109728" cy="109728"/>
          </a:xfrm>
          <a:prstGeom prst="ellipse">
            <a:avLst/>
          </a:prstGeom>
          <a:solidFill>
            <a:srgbClr val="E2A924"/>
          </a:solidFill>
          <a:ln w="12700">
            <a:solidFill>
              <a:srgbClr val="E2A92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8" name="Shape 216">
            <a:extLst>
              <a:ext uri="{FF2B5EF4-FFF2-40B4-BE49-F238E27FC236}">
                <a16:creationId xmlns:a16="http://schemas.microsoft.com/office/drawing/2014/main" id="{47486F1E-C50F-CAE3-42C0-F41D06B6900A}"/>
              </a:ext>
            </a:extLst>
          </p:cNvPr>
          <p:cNvSpPr/>
          <p:nvPr/>
        </p:nvSpPr>
        <p:spPr>
          <a:xfrm>
            <a:off x="4032504" y="9857232"/>
            <a:ext cx="109728" cy="109728"/>
          </a:xfrm>
          <a:prstGeom prst="ellipse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9" name="Shape 217">
            <a:extLst>
              <a:ext uri="{FF2B5EF4-FFF2-40B4-BE49-F238E27FC236}">
                <a16:creationId xmlns:a16="http://schemas.microsoft.com/office/drawing/2014/main" id="{312C4E9E-FDF6-FD7B-3C7D-D8617D467E71}"/>
              </a:ext>
            </a:extLst>
          </p:cNvPr>
          <p:cNvSpPr/>
          <p:nvPr/>
        </p:nvSpPr>
        <p:spPr>
          <a:xfrm>
            <a:off x="4233672" y="9857232"/>
            <a:ext cx="109728" cy="109728"/>
          </a:xfrm>
          <a:prstGeom prst="ellipse">
            <a:avLst/>
          </a:prstGeom>
          <a:solidFill>
            <a:srgbClr val="6E1F3A"/>
          </a:solidFill>
          <a:ln w="12700">
            <a:solidFill>
              <a:srgbClr val="6E1F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836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PresentationFormat>Benutzerdefiniert</PresentationFormat>
  <Paragraphs>144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Consolas</vt:lpstr>
      <vt:lpstr>Georgia</vt:lpstr>
      <vt:lpstr>Office Theme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5 Bausteine der digitalen Identität</dc:title>
  <dc:subject>PptxGenJS Presentation</dc:subject>
  <dc:creator>PptxGenJS</dc:creator>
  <cp:lastModifiedBy>Michael Kohl</cp:lastModifiedBy>
  <cp:revision>3</cp:revision>
  <dcterms:created xsi:type="dcterms:W3CDTF">2026-05-11T13:57:39Z</dcterms:created>
  <dcterms:modified xsi:type="dcterms:W3CDTF">2026-05-11T14:31:29Z</dcterms:modified>
</cp:coreProperties>
</file>